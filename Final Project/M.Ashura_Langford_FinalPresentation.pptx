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Albert Sans" pitchFamily="2" charset="77"/>
      <p:regular r:id="rId18"/>
      <p:bold r:id="rId19"/>
      <p:italic r:id="rId20"/>
      <p:boldItalic r:id="rId21"/>
    </p:embeddedFont>
    <p:embeddedFont>
      <p:font typeface="Encode Sans Black" pitchFamily="2" charset="77"/>
      <p:bold r:id="rId22"/>
    </p:embeddedFont>
    <p:embeddedFont>
      <p:font typeface="Encode Sans ExtraBold" pitchFamily="2" charset="77"/>
      <p:bold r:id="rId23"/>
    </p:embeddedFont>
    <p:embeddedFont>
      <p:font typeface="Fira Sans Extra Condensed" panose="020B0503050000020004" pitchFamily="34" charset="0"/>
      <p:regular r:id="rId24"/>
      <p:bold r:id="rId25"/>
      <p:italic r:id="rId26"/>
      <p:boldItalic r:id="rId27"/>
    </p:embeddedFont>
    <p:embeddedFont>
      <p:font typeface="Fira Sans Extra Condensed Medium" panose="020B0603050000020004" pitchFamily="34" charset="0"/>
      <p:regular r:id="rId28"/>
      <p:bold r:id="rId29"/>
      <p:italic r:id="rId30"/>
      <p:boldItalic r:id="rId31"/>
    </p:embeddedFont>
    <p:embeddedFont>
      <p:font typeface="Fira Sans Medium" panose="020B0603050000020004" pitchFamily="34" charset="0"/>
      <p:regular r:id="rId32"/>
      <p:bold r:id="rId33"/>
      <p:italic r:id="rId34"/>
      <p:boldItalic r:id="rId35"/>
    </p:embeddedFont>
    <p:embeddedFont>
      <p:font typeface="Roboto" panose="02000000000000000000" pitchFamily="2" charset="0"/>
      <p:regular r:id="rId36"/>
      <p:bold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
          <p15:clr>
            <a:srgbClr val="EA4335"/>
          </p15:clr>
        </p15:guide>
        <p15:guide id="2" pos="288">
          <p15:clr>
            <a:srgbClr val="EA4335"/>
          </p15:clr>
        </p15:guide>
        <p15:guide id="3" pos="5472">
          <p15:clr>
            <a:srgbClr val="EA4335"/>
          </p15:clr>
        </p15:guide>
        <p15:guide id="4" orient="horz" pos="2984">
          <p15:clr>
            <a:srgbClr val="EA4335"/>
          </p15:clr>
        </p15:guide>
        <p15:guide id="5" orient="horz" pos="485">
          <p15:clr>
            <a:srgbClr val="00FF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EA0A25-34B4-492A-8548-D38FF84DE3EA}">
  <a:tblStyle styleId="{A4EA0A25-34B4-492A-8548-D38FF84DE3E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260"/>
  </p:normalViewPr>
  <p:slideViewPr>
    <p:cSldViewPr snapToGrid="0">
      <p:cViewPr varScale="1">
        <p:scale>
          <a:sx n="113" d="100"/>
          <a:sy n="113" d="100"/>
        </p:scale>
        <p:origin x="1504" y="168"/>
      </p:cViewPr>
      <p:guideLst>
        <p:guide orient="horz" pos="288"/>
        <p:guide pos="288"/>
        <p:guide pos="5472"/>
        <p:guide orient="horz" pos="2984"/>
        <p:guide orient="horz" pos="4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presProps" Target="presProps.xml"/><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962c8e87b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962c8e87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93d42c1dd5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93d42c1dd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Diabetes is a rapidly growing global health crisis that can be characterized by persistently high blood glucose levels, which lead to severe cardiovascular, renal, and even neurological complications. Understanding the complex relationship between demographic, clinical, and lifestyle factors is essential to creating effective interventions for overall public health.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53f915da92_0_4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53f915da92_0_4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This project focuses on conducting an Exploratory Data Analysis using the Diabetes Prediction Dataset uploaded by user, Marshal Patel2558. This dataset contains about 10,000 entries across 21 columns, which encompass a wide array of health metrics and potential risk factors. The key variables for analysis include demographic information(ethnicity, sex, age), essential clinical indicators(HbA1c, Fasting Blood Glucose, BMI, Blood Pressure, and Cholesterol levels), and lifestyle factors(Physical Activity Level, smoking status, and alcohol consumption).</a:t>
            </a:r>
            <a:endParaRPr sz="1200">
              <a:solidFill>
                <a:srgbClr val="1F1F1F"/>
              </a:solidFill>
              <a:latin typeface="Times New Roman"/>
              <a:ea typeface="Times New Roman"/>
              <a:cs typeface="Times New Roman"/>
              <a:sym typeface="Times New Roman"/>
            </a:endParaRPr>
          </a:p>
          <a:p>
            <a:pPr marL="0" lvl="0" indent="0" algn="l" rtl="0">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	The main objective of this project is to thoughtfully explore the dataset, creating clear and insightful visualizations, while also exploring interesting patterns related to diabetes risk.</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53f915da92_0_4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53f915da92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a8aa522aa2_0_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a8aa522aa2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a8aa522aa2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a8aa522aa2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a8aa522aa2_0_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a8aa522aa2_0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50000"/>
              </a:lnSpc>
              <a:spcBef>
                <a:spcPts val="0"/>
              </a:spcBef>
              <a:spcAft>
                <a:spcPts val="0"/>
              </a:spcAft>
              <a:buClr>
                <a:srgbClr val="1F1F1F"/>
              </a:buClr>
              <a:buSzPts val="1200"/>
              <a:buFont typeface="Times New Roman"/>
              <a:buChar char="-"/>
            </a:pPr>
            <a:r>
              <a:rPr lang="en" sz="1200" dirty="0">
                <a:solidFill>
                  <a:srgbClr val="1F1F1F"/>
                </a:solidFill>
                <a:latin typeface="Times New Roman"/>
                <a:ea typeface="Times New Roman"/>
                <a:cs typeface="Times New Roman"/>
                <a:sym typeface="Times New Roman"/>
              </a:rPr>
              <a:t>The most strongly associated features are the clinical measures for glucose control. </a:t>
            </a:r>
            <a:endParaRPr sz="1200" dirty="0">
              <a:solidFill>
                <a:srgbClr val="1F1F1F"/>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1F1F1F"/>
              </a:buClr>
              <a:buSzPts val="1200"/>
              <a:buFont typeface="Times New Roman"/>
              <a:buChar char="-"/>
            </a:pPr>
            <a:r>
              <a:rPr lang="en" sz="1200" dirty="0">
                <a:solidFill>
                  <a:srgbClr val="1F1F1F"/>
                </a:solidFill>
                <a:latin typeface="Times New Roman"/>
                <a:ea typeface="Times New Roman"/>
                <a:cs typeface="Times New Roman"/>
                <a:sym typeface="Times New Roman"/>
              </a:rPr>
              <a:t>Glucose metrics, such as HbA1c and Fasting Blood Glucose, showed that an overwhelming portion of the population has impaired glucose control, with 7,784 individuals within the Diabetes category based on their reported HbA1c.</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ac9466b88a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ac9466b88a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457200" algn="l" rtl="0">
              <a:lnSpc>
                <a:spcPct val="150000"/>
              </a:lnSpc>
              <a:spcBef>
                <a:spcPts val="0"/>
              </a:spcBef>
              <a:spcAft>
                <a:spcPts val="0"/>
              </a:spcAft>
              <a:buNone/>
            </a:pPr>
            <a:r>
              <a:rPr lang="en" sz="1200">
                <a:solidFill>
                  <a:srgbClr val="1F1F1F"/>
                </a:solidFill>
                <a:latin typeface="Times New Roman"/>
                <a:ea typeface="Times New Roman"/>
                <a:cs typeface="Times New Roman"/>
                <a:sym typeface="Times New Roman"/>
              </a:rPr>
              <a:t>There were differences across the age groups. The most prominent high-risk group was the obese category, which, when aged was accounted for, showed that Middle-Aged(4,094) and Senior(2,985) age groups represented the greatest overall count of individuals within the diabetes status, I will dive deeper into this later. There were no drastic differences in BMI across ethnic groups; however, the Hispanic groups had the highest median BMI. Obesity seems to be a significant issue across all ethnic groups. </a:t>
            </a:r>
            <a:endParaRPr sz="1200">
              <a:solidFill>
                <a:srgbClr val="1F1F1F"/>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endParaRPr sz="1200">
              <a:solidFill>
                <a:srgbClr val="1F1F1F"/>
              </a:solidFill>
              <a:latin typeface="Times New Roman"/>
              <a:ea typeface="Times New Roman"/>
              <a:cs typeface="Times New Roman"/>
              <a:sym typeface="Times New Roman"/>
            </a:endParaRPr>
          </a:p>
          <a:p>
            <a:pPr marL="457200" lvl="0" indent="0" algn="l" rtl="0">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-In the context of gender, males show a slightly greater predisposition to diabetes risk based on having a family history of diabetes. There were no drastic differences in BMI across sex.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ac9466b88a_0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3ac9466b88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50000"/>
              </a:lnSpc>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there is somewhat of a relationship between the lower activity level and higher HbA1c levels. As there is a wider distribution of glucose values and a higher concentration in the diabetic range. This indicates that lower physical activity is associated with poorer glucose control, leading to a higher risk of developing diabetes. </a:t>
            </a:r>
            <a:endParaRPr sz="1200">
              <a:solidFill>
                <a:srgbClr val="1F1F1F"/>
              </a:solidFill>
              <a:latin typeface="Times New Roman"/>
              <a:ea typeface="Times New Roman"/>
              <a:cs typeface="Times New Roman"/>
              <a:sym typeface="Times New Roman"/>
            </a:endParaRPr>
          </a:p>
          <a:p>
            <a:pPr marL="0" lvl="0" indent="0" algn="l" rtl="0">
              <a:lnSpc>
                <a:spcPct val="150000"/>
              </a:lnSpc>
              <a:spcBef>
                <a:spcPts val="0"/>
              </a:spcBef>
              <a:spcAft>
                <a:spcPts val="0"/>
              </a:spcAft>
              <a:buNone/>
            </a:pPr>
            <a:endParaRPr sz="1200">
              <a:solidFill>
                <a:srgbClr val="1F1F1F"/>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ac9466b88a_0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3ac9466b88a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endParaRPr sz="1200">
              <a:solidFill>
                <a:srgbClr val="1F1F1F"/>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r>
              <a:rPr lang="en" sz="1200">
                <a:solidFill>
                  <a:srgbClr val="1F1F1F"/>
                </a:solidFill>
                <a:latin typeface="Times New Roman"/>
                <a:ea typeface="Times New Roman"/>
                <a:cs typeface="Times New Roman"/>
                <a:sym typeface="Times New Roman"/>
              </a:rPr>
              <a:t>Similar to what was stated earlier, the combination of the Obese BMI category with the Middle-Age and Senior Age group consistently represents the highest count of people with diabetes across all age groups. This suggests that age could be a predictive factor for diabetes. The transition from middle-aged to senior, combined with high BMI, could put individuals at a higher risk of developing diabetes. Please note that obesity dominated across all age groups. </a:t>
            </a:r>
            <a:endParaRPr sz="1200">
              <a:solidFill>
                <a:srgbClr val="1F1F1F"/>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a:solidFill>
                <a:srgbClr val="1F1F1F"/>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r>
              <a:rPr lang="en" sz="1200">
                <a:solidFill>
                  <a:srgbClr val="1F1F1F"/>
                </a:solidFill>
                <a:latin typeface="Times New Roman"/>
                <a:ea typeface="Times New Roman"/>
                <a:cs typeface="Times New Roman"/>
                <a:sym typeface="Times New Roman"/>
              </a:rPr>
              <a:t>BMI and waist circumference showed a slightly negative correlation, but it was not significant enough for BMI to be a predictive factor for waist and vice versa.</a:t>
            </a:r>
            <a:endParaRPr sz="1200">
              <a:solidFill>
                <a:srgbClr val="1F1F1F"/>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a:solidFill>
                <a:srgbClr val="1F1F1F"/>
              </a:solidFill>
              <a:latin typeface="Times New Roman"/>
              <a:ea typeface="Times New Roman"/>
              <a:cs typeface="Times New Roman"/>
              <a:sym typeface="Times New Roman"/>
            </a:endParaRPr>
          </a:p>
          <a:p>
            <a:pPr marL="0" lvl="0" indent="0" algn="l" rtl="0">
              <a:lnSpc>
                <a:spcPct val="150000"/>
              </a:lnSpc>
              <a:spcBef>
                <a:spcPts val="0"/>
              </a:spcBef>
              <a:spcAft>
                <a:spcPts val="0"/>
              </a:spcAft>
              <a:buNone/>
            </a:pPr>
            <a:endParaRPr sz="1200">
              <a:solidFill>
                <a:srgbClr val="1F1F1F"/>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3ac9466b88a_0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3ac9466b88a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457200" algn="l" rtl="0">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The box plots highlight a severe trade-off showing that poorer glucose regulation is associated with elevated cardiovascular risk. The diabetes group exhibits a consistently higher median for Cholesterol Total and even higher medians for Blood Pressure Systolic when compared to the normal group. The differences in both cardiovascular measures are most prevalent when looking at the Normal group and comparing them to the Pre-diabetes and Diabetes groups across all ages. The position of the margin boxes shows that poor glucose regulation, regardless of age, increases the median cardiovascular risk.  </a:t>
            </a:r>
            <a:endParaRPr sz="1200">
              <a:solidFill>
                <a:srgbClr val="1F1F1F"/>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a8aa522aa2_0_3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a8aa522aa2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dirty="0">
                <a:solidFill>
                  <a:srgbClr val="1F1F1F"/>
                </a:solidFill>
                <a:latin typeface="Times New Roman"/>
                <a:ea typeface="Times New Roman"/>
                <a:cs typeface="Times New Roman"/>
                <a:sym typeface="Times New Roman"/>
              </a:rPr>
              <a:t>This analysis and dataset are subject to several inherent limitations, which should be considered before applying these findings to a political or clinical context. </a:t>
            </a:r>
            <a:endParaRPr sz="1200" dirty="0">
              <a:solidFill>
                <a:srgbClr val="1F1F1F"/>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1F1F1F"/>
              </a:buClr>
              <a:buSzPts val="1200"/>
              <a:buFont typeface="Times New Roman"/>
              <a:buChar char="-"/>
            </a:pPr>
            <a:r>
              <a:rPr lang="en" sz="1200" dirty="0">
                <a:solidFill>
                  <a:srgbClr val="1F1F1F"/>
                </a:solidFill>
                <a:latin typeface="Times New Roman"/>
                <a:ea typeface="Times New Roman"/>
                <a:cs typeface="Times New Roman"/>
                <a:sym typeface="Times New Roman"/>
              </a:rPr>
              <a:t>First, there is high sampling bias towards individuals with impaired glucose control, with almost all participants falling in the Diabetes category. This overrepresentation implies the sample is not reflective of the general population’s diabetes prevalence, which means there is potential for sampling bias. It could be that the study was advertised at a clinic with patients at high risk for diabetes, or there was selective participation. This could be fixed in the future by adding diversity in sample location(areas with different socioeconomic classes, states, </a:t>
            </a:r>
            <a:r>
              <a:rPr lang="en" sz="1200" dirty="0" err="1">
                <a:solidFill>
                  <a:srgbClr val="1F1F1F"/>
                </a:solidFill>
                <a:latin typeface="Times New Roman"/>
                <a:ea typeface="Times New Roman"/>
                <a:cs typeface="Times New Roman"/>
                <a:sym typeface="Times New Roman"/>
              </a:rPr>
              <a:t>etc</a:t>
            </a:r>
            <a:r>
              <a:rPr lang="en" sz="1200" dirty="0">
                <a:solidFill>
                  <a:srgbClr val="1F1F1F"/>
                </a:solidFill>
                <a:latin typeface="Times New Roman"/>
                <a:ea typeface="Times New Roman"/>
                <a:cs typeface="Times New Roman"/>
                <a:sym typeface="Times New Roman"/>
              </a:rPr>
              <a:t>) when boosting the study. </a:t>
            </a:r>
            <a:endParaRPr sz="1200" dirty="0">
              <a:solidFill>
                <a:srgbClr val="1F1F1F"/>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1F1F1F"/>
              </a:buClr>
              <a:buSzPts val="1200"/>
              <a:buFont typeface="Times New Roman"/>
              <a:buChar char="-"/>
            </a:pPr>
            <a:r>
              <a:rPr lang="en" sz="1200" dirty="0">
                <a:solidFill>
                  <a:srgbClr val="1F1F1F"/>
                </a:solidFill>
                <a:latin typeface="Times New Roman"/>
                <a:ea typeface="Times New Roman"/>
                <a:cs typeface="Times New Roman"/>
                <a:sym typeface="Times New Roman"/>
              </a:rPr>
              <a:t>Another limitation is the lack of several critical values for a comprehensive idea of diabetes management. There is an absence of data for medication adherence(whether they take medicine for diabetes) or dietary habits(beyond caloric intake); the absence of these key variables limits the ability to conclude treatment or lifestyle factors. Another limitation was the large amount of data missing from the “Alcohol Consumption” column, which led to mode imputation. This cleaning decision was done to preserve sample size, but it introduced more bias, which nullified the ability to create meaningful relationships. </a:t>
            </a:r>
            <a:endParaRPr sz="1200" dirty="0">
              <a:solidFill>
                <a:srgbClr val="1F1F1F"/>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1F1F1F"/>
              </a:buClr>
              <a:buSzPts val="1200"/>
              <a:buFont typeface="Times New Roman"/>
              <a:buChar char="-"/>
            </a:pPr>
            <a:r>
              <a:rPr lang="en" sz="1200" dirty="0">
                <a:solidFill>
                  <a:srgbClr val="1F1F1F"/>
                </a:solidFill>
                <a:latin typeface="Times New Roman"/>
                <a:ea typeface="Times New Roman"/>
                <a:cs typeface="Times New Roman"/>
                <a:sym typeface="Times New Roman"/>
              </a:rPr>
              <a:t>Finally, although clinical markers(FBG, HbA1c, </a:t>
            </a:r>
            <a:r>
              <a:rPr lang="en" sz="1200" dirty="0" err="1">
                <a:solidFill>
                  <a:srgbClr val="1F1F1F"/>
                </a:solidFill>
                <a:latin typeface="Times New Roman"/>
                <a:ea typeface="Times New Roman"/>
                <a:cs typeface="Times New Roman"/>
                <a:sym typeface="Times New Roman"/>
              </a:rPr>
              <a:t>etc</a:t>
            </a:r>
            <a:r>
              <a:rPr lang="en" sz="1200" dirty="0">
                <a:solidFill>
                  <a:srgbClr val="1F1F1F"/>
                </a:solidFill>
                <a:latin typeface="Times New Roman"/>
                <a:ea typeface="Times New Roman"/>
                <a:cs typeface="Times New Roman"/>
                <a:sym typeface="Times New Roman"/>
              </a:rPr>
              <a:t>) are likely measured, the reports on lifestyle choices (physical activity, smoking status, </a:t>
            </a:r>
            <a:r>
              <a:rPr lang="en" sz="1200" dirty="0" err="1">
                <a:solidFill>
                  <a:srgbClr val="1F1F1F"/>
                </a:solidFill>
                <a:latin typeface="Times New Roman"/>
                <a:ea typeface="Times New Roman"/>
                <a:cs typeface="Times New Roman"/>
                <a:sym typeface="Times New Roman"/>
              </a:rPr>
              <a:t>etc</a:t>
            </a:r>
            <a:r>
              <a:rPr lang="en" sz="1200" dirty="0">
                <a:solidFill>
                  <a:srgbClr val="1F1F1F"/>
                </a:solidFill>
                <a:latin typeface="Times New Roman"/>
                <a:ea typeface="Times New Roman"/>
                <a:cs typeface="Times New Roman"/>
                <a:sym typeface="Times New Roman"/>
              </a:rPr>
              <a:t>) are likely self-reported. This introduces reporting bias, where people may over-report positive or under-report negative behaviors, which can lead to measurement errors, thus hindering the analysis of the data.</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a8aa522aa2_0_4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a8aa522aa2_0_4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dirty="0">
                <a:solidFill>
                  <a:srgbClr val="1F1F1F"/>
                </a:solidFill>
                <a:latin typeface="Times New Roman"/>
                <a:ea typeface="Times New Roman"/>
                <a:cs typeface="Times New Roman"/>
                <a:sym typeface="Times New Roman"/>
              </a:rPr>
              <a:t>Based on the findings of the analysis, there isn’t sufficient evidence to provide any type of policy recommendations as there were overwhelmingly low correlations between most variables. </a:t>
            </a:r>
            <a:endParaRPr sz="1200" dirty="0">
              <a:solidFill>
                <a:srgbClr val="1F1F1F"/>
              </a:solidFill>
              <a:latin typeface="Times New Roman"/>
              <a:ea typeface="Times New Roman"/>
              <a:cs typeface="Times New Roman"/>
              <a:sym typeface="Times New Roman"/>
            </a:endParaRPr>
          </a:p>
          <a:p>
            <a:pPr marL="0" lvl="0" indent="0" algn="l" rtl="0">
              <a:lnSpc>
                <a:spcPct val="150000"/>
              </a:lnSpc>
              <a:spcBef>
                <a:spcPts val="0"/>
              </a:spcBef>
              <a:spcAft>
                <a:spcPts val="0"/>
              </a:spcAft>
              <a:buNone/>
            </a:pPr>
            <a:endParaRPr sz="1200" dirty="0">
              <a:solidFill>
                <a:srgbClr val="1F1F1F"/>
              </a:solidFill>
              <a:latin typeface="Times New Roman"/>
              <a:ea typeface="Times New Roman"/>
              <a:cs typeface="Times New Roman"/>
              <a:sym typeface="Times New Roman"/>
            </a:endParaRPr>
          </a:p>
          <a:p>
            <a:pPr marL="0" lvl="0" indent="0" algn="l" rtl="0">
              <a:lnSpc>
                <a:spcPct val="150000"/>
              </a:lnSpc>
              <a:spcBef>
                <a:spcPts val="0"/>
              </a:spcBef>
              <a:spcAft>
                <a:spcPts val="0"/>
              </a:spcAft>
              <a:buClr>
                <a:schemeClr val="dk1"/>
              </a:buClr>
              <a:buSzPts val="1100"/>
              <a:buFont typeface="Arial"/>
              <a:buNone/>
            </a:pPr>
            <a:r>
              <a:rPr lang="en" sz="1200" dirty="0">
                <a:solidFill>
                  <a:srgbClr val="1F1F1F"/>
                </a:solidFill>
                <a:latin typeface="Times New Roman"/>
                <a:ea typeface="Times New Roman"/>
                <a:cs typeface="Times New Roman"/>
                <a:sym typeface="Times New Roman"/>
              </a:rPr>
              <a:t>However, the results when looking at BMI groups and age groups suggested that Middle-Aged and Senior individuals with higher BMI are at a higher risk of diabetes. Due to this, implementing policies that strongly target these high-risk groups would be effective. Public programs and campaigns should focus on culturally sensitive weight management and increased physical activity within these high-risk groups to decrease the progression of pre-diabetes to overt diabetes. Increasing activity is essential as the low activity group showed the poorest glucose control. </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3ac9466b88a_0_4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7" name="Google Shape;797;g3ac9466b88a_0_4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3ac9466b88a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3ac9466b88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114300" y="4046225"/>
            <a:ext cx="9349800" cy="10974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5" name="Google Shape;55;p13"/>
          <p:cNvGrpSpPr/>
          <p:nvPr/>
        </p:nvGrpSpPr>
        <p:grpSpPr>
          <a:xfrm>
            <a:off x="-1055450" y="457205"/>
            <a:ext cx="5426612" cy="4673524"/>
            <a:chOff x="-11275" y="1150125"/>
            <a:chExt cx="4295925" cy="3699750"/>
          </a:xfrm>
        </p:grpSpPr>
        <p:sp>
          <p:nvSpPr>
            <p:cNvPr id="56" name="Google Shape;56;p13"/>
            <p:cNvSpPr/>
            <p:nvPr/>
          </p:nvSpPr>
          <p:spPr>
            <a:xfrm>
              <a:off x="1106625" y="1150125"/>
              <a:ext cx="2984850" cy="2985600"/>
            </a:xfrm>
            <a:custGeom>
              <a:avLst/>
              <a:gdLst/>
              <a:ahLst/>
              <a:cxnLst/>
              <a:rect l="l" t="t" r="r" b="b"/>
              <a:pathLst>
                <a:path w="119394" h="119424" extrusionOk="0">
                  <a:moveTo>
                    <a:pt x="59697" y="13713"/>
                  </a:moveTo>
                  <a:cubicBezTo>
                    <a:pt x="85096" y="13713"/>
                    <a:pt x="105712" y="34298"/>
                    <a:pt x="105712" y="59728"/>
                  </a:cubicBezTo>
                  <a:cubicBezTo>
                    <a:pt x="105712" y="85127"/>
                    <a:pt x="85096" y="105743"/>
                    <a:pt x="59697" y="105743"/>
                  </a:cubicBezTo>
                  <a:cubicBezTo>
                    <a:pt x="34267" y="105743"/>
                    <a:pt x="13682" y="85127"/>
                    <a:pt x="13682" y="59728"/>
                  </a:cubicBezTo>
                  <a:cubicBezTo>
                    <a:pt x="13682" y="34298"/>
                    <a:pt x="34267" y="13713"/>
                    <a:pt x="59697" y="13713"/>
                  </a:cubicBezTo>
                  <a:close/>
                  <a:moveTo>
                    <a:pt x="59697" y="1"/>
                  </a:moveTo>
                  <a:cubicBezTo>
                    <a:pt x="26730" y="1"/>
                    <a:pt x="1" y="26761"/>
                    <a:pt x="1" y="59728"/>
                  </a:cubicBezTo>
                  <a:cubicBezTo>
                    <a:pt x="1" y="92695"/>
                    <a:pt x="26730" y="119424"/>
                    <a:pt x="59697" y="119424"/>
                  </a:cubicBezTo>
                  <a:cubicBezTo>
                    <a:pt x="92665" y="119424"/>
                    <a:pt x="119393" y="92695"/>
                    <a:pt x="119393" y="59728"/>
                  </a:cubicBezTo>
                  <a:cubicBezTo>
                    <a:pt x="119393" y="26729"/>
                    <a:pt x="92665" y="1"/>
                    <a:pt x="59697" y="1"/>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3"/>
            <p:cNvSpPr/>
            <p:nvPr/>
          </p:nvSpPr>
          <p:spPr>
            <a:xfrm>
              <a:off x="1240450" y="1489775"/>
              <a:ext cx="2851025" cy="2629450"/>
            </a:xfrm>
            <a:custGeom>
              <a:avLst/>
              <a:gdLst/>
              <a:ahLst/>
              <a:cxnLst/>
              <a:rect l="l" t="t" r="r" b="b"/>
              <a:pathLst>
                <a:path w="114041" h="105178" extrusionOk="0">
                  <a:moveTo>
                    <a:pt x="92252" y="0"/>
                  </a:moveTo>
                  <a:cubicBezTo>
                    <a:pt x="100549" y="7316"/>
                    <a:pt x="110842" y="20617"/>
                    <a:pt x="110462" y="41328"/>
                  </a:cubicBezTo>
                  <a:cubicBezTo>
                    <a:pt x="109702" y="60678"/>
                    <a:pt x="96939" y="82973"/>
                    <a:pt x="71762" y="88737"/>
                  </a:cubicBezTo>
                  <a:cubicBezTo>
                    <a:pt x="66378" y="90922"/>
                    <a:pt x="60520" y="92157"/>
                    <a:pt x="54344" y="92157"/>
                  </a:cubicBezTo>
                  <a:cubicBezTo>
                    <a:pt x="28914" y="92157"/>
                    <a:pt x="8329" y="71541"/>
                    <a:pt x="8329" y="46142"/>
                  </a:cubicBezTo>
                  <a:cubicBezTo>
                    <a:pt x="8329" y="42975"/>
                    <a:pt x="8646" y="39903"/>
                    <a:pt x="9247" y="36926"/>
                  </a:cubicBezTo>
                  <a:lnTo>
                    <a:pt x="9247" y="36926"/>
                  </a:lnTo>
                  <a:cubicBezTo>
                    <a:pt x="0" y="61026"/>
                    <a:pt x="11433" y="84050"/>
                    <a:pt x="27109" y="95419"/>
                  </a:cubicBezTo>
                  <a:cubicBezTo>
                    <a:pt x="37737" y="102856"/>
                    <a:pt x="48280" y="105177"/>
                    <a:pt x="57303" y="105177"/>
                  </a:cubicBezTo>
                  <a:cubicBezTo>
                    <a:pt x="62880" y="105177"/>
                    <a:pt x="67876" y="104291"/>
                    <a:pt x="71952" y="103178"/>
                  </a:cubicBezTo>
                  <a:cubicBezTo>
                    <a:pt x="96337" y="95672"/>
                    <a:pt x="114040" y="72966"/>
                    <a:pt x="114040" y="46142"/>
                  </a:cubicBezTo>
                  <a:cubicBezTo>
                    <a:pt x="114040" y="27552"/>
                    <a:pt x="105553" y="10958"/>
                    <a:pt x="92252" y="0"/>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3"/>
            <p:cNvSpPr/>
            <p:nvPr/>
          </p:nvSpPr>
          <p:spPr>
            <a:xfrm>
              <a:off x="1105850" y="1354425"/>
              <a:ext cx="2132150" cy="2781300"/>
            </a:xfrm>
            <a:custGeom>
              <a:avLst/>
              <a:gdLst/>
              <a:ahLst/>
              <a:cxnLst/>
              <a:rect l="l" t="t" r="r" b="b"/>
              <a:pathLst>
                <a:path w="85286" h="111252" extrusionOk="0">
                  <a:moveTo>
                    <a:pt x="51748" y="1"/>
                  </a:moveTo>
                  <a:cubicBezTo>
                    <a:pt x="41689" y="1"/>
                    <a:pt x="32006" y="2953"/>
                    <a:pt x="24322" y="7726"/>
                  </a:cubicBezTo>
                  <a:cubicBezTo>
                    <a:pt x="6936" y="19000"/>
                    <a:pt x="1679" y="34962"/>
                    <a:pt x="285" y="45919"/>
                  </a:cubicBezTo>
                  <a:cubicBezTo>
                    <a:pt x="95" y="47787"/>
                    <a:pt x="0" y="49656"/>
                    <a:pt x="0" y="51556"/>
                  </a:cubicBezTo>
                  <a:cubicBezTo>
                    <a:pt x="0" y="84523"/>
                    <a:pt x="26761" y="111252"/>
                    <a:pt x="59728" y="111252"/>
                  </a:cubicBezTo>
                  <a:cubicBezTo>
                    <a:pt x="65872" y="111252"/>
                    <a:pt x="71762" y="110334"/>
                    <a:pt x="77368" y="108592"/>
                  </a:cubicBezTo>
                  <a:lnTo>
                    <a:pt x="77368" y="108592"/>
                  </a:lnTo>
                  <a:cubicBezTo>
                    <a:pt x="73279" y="109705"/>
                    <a:pt x="68280" y="110591"/>
                    <a:pt x="62703" y="110591"/>
                  </a:cubicBezTo>
                  <a:cubicBezTo>
                    <a:pt x="53679" y="110591"/>
                    <a:pt x="43140" y="108270"/>
                    <a:pt x="32493" y="100833"/>
                  </a:cubicBezTo>
                  <a:cubicBezTo>
                    <a:pt x="16817" y="89464"/>
                    <a:pt x="5416" y="66440"/>
                    <a:pt x="14631" y="42340"/>
                  </a:cubicBezTo>
                  <a:cubicBezTo>
                    <a:pt x="18875" y="21344"/>
                    <a:pt x="37465" y="5541"/>
                    <a:pt x="59728" y="5541"/>
                  </a:cubicBezTo>
                  <a:cubicBezTo>
                    <a:pt x="69166" y="5541"/>
                    <a:pt x="77970" y="8391"/>
                    <a:pt x="85285" y="13268"/>
                  </a:cubicBezTo>
                  <a:cubicBezTo>
                    <a:pt x="75234" y="3859"/>
                    <a:pt x="63246" y="1"/>
                    <a:pt x="51748" y="1"/>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3"/>
            <p:cNvSpPr/>
            <p:nvPr/>
          </p:nvSpPr>
          <p:spPr>
            <a:xfrm>
              <a:off x="2527775" y="3093800"/>
              <a:ext cx="141750" cy="133825"/>
            </a:xfrm>
            <a:custGeom>
              <a:avLst/>
              <a:gdLst/>
              <a:ahLst/>
              <a:cxnLst/>
              <a:rect l="l" t="t" r="r" b="b"/>
              <a:pathLst>
                <a:path w="5670" h="5353" extrusionOk="0">
                  <a:moveTo>
                    <a:pt x="1" y="1"/>
                  </a:moveTo>
                  <a:lnTo>
                    <a:pt x="1" y="5353"/>
                  </a:lnTo>
                  <a:lnTo>
                    <a:pt x="5670" y="5353"/>
                  </a:lnTo>
                  <a:lnTo>
                    <a:pt x="5670" y="1"/>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3"/>
            <p:cNvSpPr/>
            <p:nvPr/>
          </p:nvSpPr>
          <p:spPr>
            <a:xfrm>
              <a:off x="2500875" y="2753375"/>
              <a:ext cx="196375" cy="407750"/>
            </a:xfrm>
            <a:custGeom>
              <a:avLst/>
              <a:gdLst/>
              <a:ahLst/>
              <a:cxnLst/>
              <a:rect l="l" t="t" r="r" b="b"/>
              <a:pathLst>
                <a:path w="7855" h="16310" extrusionOk="0">
                  <a:moveTo>
                    <a:pt x="0" y="0"/>
                  </a:moveTo>
                  <a:lnTo>
                    <a:pt x="0" y="13966"/>
                  </a:lnTo>
                  <a:cubicBezTo>
                    <a:pt x="0" y="15264"/>
                    <a:pt x="1045" y="16310"/>
                    <a:pt x="2344" y="16310"/>
                  </a:cubicBezTo>
                  <a:lnTo>
                    <a:pt x="5479" y="16310"/>
                  </a:lnTo>
                  <a:cubicBezTo>
                    <a:pt x="6777" y="16310"/>
                    <a:pt x="7854" y="15264"/>
                    <a:pt x="7854" y="13966"/>
                  </a:cubicBezTo>
                  <a:lnTo>
                    <a:pt x="7854"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p:nvPr/>
          </p:nvSpPr>
          <p:spPr>
            <a:xfrm>
              <a:off x="2591125" y="2808775"/>
              <a:ext cx="15850" cy="224100"/>
            </a:xfrm>
            <a:custGeom>
              <a:avLst/>
              <a:gdLst/>
              <a:ahLst/>
              <a:cxnLst/>
              <a:rect l="l" t="t" r="r" b="b"/>
              <a:pathLst>
                <a:path w="634" h="8964" extrusionOk="0">
                  <a:moveTo>
                    <a:pt x="317" y="1"/>
                  </a:moveTo>
                  <a:cubicBezTo>
                    <a:pt x="127" y="1"/>
                    <a:pt x="0" y="159"/>
                    <a:pt x="0" y="318"/>
                  </a:cubicBezTo>
                  <a:lnTo>
                    <a:pt x="0" y="8646"/>
                  </a:lnTo>
                  <a:cubicBezTo>
                    <a:pt x="0" y="8805"/>
                    <a:pt x="127" y="8963"/>
                    <a:pt x="317" y="8963"/>
                  </a:cubicBezTo>
                  <a:cubicBezTo>
                    <a:pt x="476" y="8963"/>
                    <a:pt x="634" y="8805"/>
                    <a:pt x="634" y="8646"/>
                  </a:cubicBezTo>
                  <a:lnTo>
                    <a:pt x="634" y="318"/>
                  </a:lnTo>
                  <a:cubicBezTo>
                    <a:pt x="634" y="159"/>
                    <a:pt x="476" y="1"/>
                    <a:pt x="317"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3"/>
            <p:cNvSpPr/>
            <p:nvPr/>
          </p:nvSpPr>
          <p:spPr>
            <a:xfrm>
              <a:off x="2640200" y="2808775"/>
              <a:ext cx="15075" cy="175000"/>
            </a:xfrm>
            <a:custGeom>
              <a:avLst/>
              <a:gdLst/>
              <a:ahLst/>
              <a:cxnLst/>
              <a:rect l="l" t="t" r="r" b="b"/>
              <a:pathLst>
                <a:path w="603" h="7000" extrusionOk="0">
                  <a:moveTo>
                    <a:pt x="286" y="1"/>
                  </a:moveTo>
                  <a:cubicBezTo>
                    <a:pt x="128" y="1"/>
                    <a:pt x="1" y="159"/>
                    <a:pt x="1" y="318"/>
                  </a:cubicBezTo>
                  <a:lnTo>
                    <a:pt x="1" y="6683"/>
                  </a:lnTo>
                  <a:cubicBezTo>
                    <a:pt x="1" y="6873"/>
                    <a:pt x="128" y="7000"/>
                    <a:pt x="286" y="7000"/>
                  </a:cubicBezTo>
                  <a:cubicBezTo>
                    <a:pt x="476" y="7000"/>
                    <a:pt x="603" y="6873"/>
                    <a:pt x="603" y="6683"/>
                  </a:cubicBezTo>
                  <a:lnTo>
                    <a:pt x="603" y="318"/>
                  </a:lnTo>
                  <a:cubicBezTo>
                    <a:pt x="603" y="159"/>
                    <a:pt x="476" y="1"/>
                    <a:pt x="286"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3"/>
            <p:cNvSpPr/>
            <p:nvPr/>
          </p:nvSpPr>
          <p:spPr>
            <a:xfrm>
              <a:off x="2542825" y="2808775"/>
              <a:ext cx="15075" cy="175000"/>
            </a:xfrm>
            <a:custGeom>
              <a:avLst/>
              <a:gdLst/>
              <a:ahLst/>
              <a:cxnLst/>
              <a:rect l="l" t="t" r="r" b="b"/>
              <a:pathLst>
                <a:path w="603" h="7000" extrusionOk="0">
                  <a:moveTo>
                    <a:pt x="286" y="1"/>
                  </a:moveTo>
                  <a:cubicBezTo>
                    <a:pt x="127" y="1"/>
                    <a:pt x="1" y="159"/>
                    <a:pt x="1" y="318"/>
                  </a:cubicBezTo>
                  <a:lnTo>
                    <a:pt x="1" y="6683"/>
                  </a:lnTo>
                  <a:cubicBezTo>
                    <a:pt x="1" y="6873"/>
                    <a:pt x="127" y="7000"/>
                    <a:pt x="286" y="7000"/>
                  </a:cubicBezTo>
                  <a:cubicBezTo>
                    <a:pt x="476" y="7000"/>
                    <a:pt x="602" y="6873"/>
                    <a:pt x="602" y="6683"/>
                  </a:cubicBezTo>
                  <a:lnTo>
                    <a:pt x="602" y="318"/>
                  </a:lnTo>
                  <a:cubicBezTo>
                    <a:pt x="602" y="159"/>
                    <a:pt x="476" y="1"/>
                    <a:pt x="286"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3"/>
            <p:cNvSpPr/>
            <p:nvPr/>
          </p:nvSpPr>
          <p:spPr>
            <a:xfrm>
              <a:off x="2029800" y="1750250"/>
              <a:ext cx="1138525" cy="1121100"/>
            </a:xfrm>
            <a:custGeom>
              <a:avLst/>
              <a:gdLst/>
              <a:ahLst/>
              <a:cxnLst/>
              <a:rect l="l" t="t" r="r" b="b"/>
              <a:pathLst>
                <a:path w="45541" h="44844" extrusionOk="0">
                  <a:moveTo>
                    <a:pt x="13491" y="1"/>
                  </a:moveTo>
                  <a:cubicBezTo>
                    <a:pt x="9976" y="1"/>
                    <a:pt x="6619" y="1457"/>
                    <a:pt x="4117" y="4086"/>
                  </a:cubicBezTo>
                  <a:cubicBezTo>
                    <a:pt x="1394" y="6968"/>
                    <a:pt x="0" y="10990"/>
                    <a:pt x="285" y="15075"/>
                  </a:cubicBezTo>
                  <a:lnTo>
                    <a:pt x="2470" y="35691"/>
                  </a:lnTo>
                  <a:cubicBezTo>
                    <a:pt x="3009" y="40885"/>
                    <a:pt x="7189" y="44844"/>
                    <a:pt x="12161" y="44844"/>
                  </a:cubicBezTo>
                  <a:lnTo>
                    <a:pt x="33379" y="44844"/>
                  </a:lnTo>
                  <a:cubicBezTo>
                    <a:pt x="38351" y="44844"/>
                    <a:pt x="42500" y="40885"/>
                    <a:pt x="43070" y="35691"/>
                  </a:cubicBezTo>
                  <a:lnTo>
                    <a:pt x="45224" y="15075"/>
                  </a:lnTo>
                  <a:cubicBezTo>
                    <a:pt x="45540" y="10990"/>
                    <a:pt x="44147" y="6968"/>
                    <a:pt x="41392" y="4086"/>
                  </a:cubicBezTo>
                  <a:cubicBezTo>
                    <a:pt x="38921" y="1457"/>
                    <a:pt x="35533" y="1"/>
                    <a:pt x="32049" y="1"/>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3"/>
            <p:cNvSpPr/>
            <p:nvPr/>
          </p:nvSpPr>
          <p:spPr>
            <a:xfrm>
              <a:off x="2113725" y="1832600"/>
              <a:ext cx="970675" cy="955625"/>
            </a:xfrm>
            <a:custGeom>
              <a:avLst/>
              <a:gdLst/>
              <a:ahLst/>
              <a:cxnLst/>
              <a:rect l="l" t="t" r="r" b="b"/>
              <a:pathLst>
                <a:path w="38827" h="38225" extrusionOk="0">
                  <a:moveTo>
                    <a:pt x="11496" y="0"/>
                  </a:moveTo>
                  <a:cubicBezTo>
                    <a:pt x="8519" y="0"/>
                    <a:pt x="5637" y="1267"/>
                    <a:pt x="3515" y="3484"/>
                  </a:cubicBezTo>
                  <a:cubicBezTo>
                    <a:pt x="1203" y="5954"/>
                    <a:pt x="0" y="9374"/>
                    <a:pt x="253" y="12858"/>
                  </a:cubicBezTo>
                  <a:lnTo>
                    <a:pt x="2122" y="30434"/>
                  </a:lnTo>
                  <a:cubicBezTo>
                    <a:pt x="2597" y="34868"/>
                    <a:pt x="6144" y="38224"/>
                    <a:pt x="10356" y="38224"/>
                  </a:cubicBezTo>
                  <a:lnTo>
                    <a:pt x="28439" y="38224"/>
                  </a:lnTo>
                  <a:cubicBezTo>
                    <a:pt x="32683" y="38224"/>
                    <a:pt x="36229" y="34868"/>
                    <a:pt x="36704" y="30434"/>
                  </a:cubicBezTo>
                  <a:lnTo>
                    <a:pt x="38573" y="12858"/>
                  </a:lnTo>
                  <a:cubicBezTo>
                    <a:pt x="38826" y="9374"/>
                    <a:pt x="37623" y="5954"/>
                    <a:pt x="35279" y="3484"/>
                  </a:cubicBezTo>
                  <a:cubicBezTo>
                    <a:pt x="33158" y="1267"/>
                    <a:pt x="30307" y="0"/>
                    <a:pt x="272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p:nvPr/>
          </p:nvSpPr>
          <p:spPr>
            <a:xfrm>
              <a:off x="2243550" y="1994100"/>
              <a:ext cx="711000" cy="361050"/>
            </a:xfrm>
            <a:custGeom>
              <a:avLst/>
              <a:gdLst/>
              <a:ahLst/>
              <a:cxnLst/>
              <a:rect l="l" t="t" r="r" b="b"/>
              <a:pathLst>
                <a:path w="28440" h="14442" extrusionOk="0">
                  <a:moveTo>
                    <a:pt x="2883" y="1"/>
                  </a:moveTo>
                  <a:cubicBezTo>
                    <a:pt x="1299" y="1"/>
                    <a:pt x="1" y="1267"/>
                    <a:pt x="1" y="2882"/>
                  </a:cubicBezTo>
                  <a:lnTo>
                    <a:pt x="1" y="11560"/>
                  </a:lnTo>
                  <a:cubicBezTo>
                    <a:pt x="1" y="13175"/>
                    <a:pt x="1299" y="14442"/>
                    <a:pt x="2883" y="14442"/>
                  </a:cubicBezTo>
                  <a:lnTo>
                    <a:pt x="25526" y="14442"/>
                  </a:lnTo>
                  <a:cubicBezTo>
                    <a:pt x="27141" y="14442"/>
                    <a:pt x="28440" y="13175"/>
                    <a:pt x="28440" y="11560"/>
                  </a:cubicBezTo>
                  <a:lnTo>
                    <a:pt x="28440" y="2882"/>
                  </a:lnTo>
                  <a:cubicBezTo>
                    <a:pt x="28440" y="1267"/>
                    <a:pt x="27141" y="1"/>
                    <a:pt x="255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3"/>
            <p:cNvSpPr/>
            <p:nvPr/>
          </p:nvSpPr>
          <p:spPr>
            <a:xfrm>
              <a:off x="2718600" y="2439850"/>
              <a:ext cx="220125" cy="220125"/>
            </a:xfrm>
            <a:custGeom>
              <a:avLst/>
              <a:gdLst/>
              <a:ahLst/>
              <a:cxnLst/>
              <a:rect l="l" t="t" r="r" b="b"/>
              <a:pathLst>
                <a:path w="8805" h="8805" extrusionOk="0">
                  <a:moveTo>
                    <a:pt x="4402" y="0"/>
                  </a:moveTo>
                  <a:cubicBezTo>
                    <a:pt x="1964" y="0"/>
                    <a:pt x="0" y="1964"/>
                    <a:pt x="0" y="4402"/>
                  </a:cubicBezTo>
                  <a:cubicBezTo>
                    <a:pt x="0" y="6841"/>
                    <a:pt x="1964" y="8804"/>
                    <a:pt x="4402" y="8804"/>
                  </a:cubicBezTo>
                  <a:cubicBezTo>
                    <a:pt x="6841" y="8804"/>
                    <a:pt x="8804" y="6841"/>
                    <a:pt x="8804" y="4402"/>
                  </a:cubicBezTo>
                  <a:cubicBezTo>
                    <a:pt x="8804" y="1964"/>
                    <a:pt x="6841" y="0"/>
                    <a:pt x="4402"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3"/>
            <p:cNvSpPr/>
            <p:nvPr/>
          </p:nvSpPr>
          <p:spPr>
            <a:xfrm>
              <a:off x="2527000" y="2477850"/>
              <a:ext cx="144125" cy="144125"/>
            </a:xfrm>
            <a:custGeom>
              <a:avLst/>
              <a:gdLst/>
              <a:ahLst/>
              <a:cxnLst/>
              <a:rect l="l" t="t" r="r" b="b"/>
              <a:pathLst>
                <a:path w="5765" h="5765" extrusionOk="0">
                  <a:moveTo>
                    <a:pt x="2882" y="0"/>
                  </a:moveTo>
                  <a:cubicBezTo>
                    <a:pt x="1299" y="0"/>
                    <a:pt x="0" y="1299"/>
                    <a:pt x="0" y="2882"/>
                  </a:cubicBezTo>
                  <a:cubicBezTo>
                    <a:pt x="0" y="4466"/>
                    <a:pt x="1299" y="5764"/>
                    <a:pt x="2882" y="5764"/>
                  </a:cubicBezTo>
                  <a:cubicBezTo>
                    <a:pt x="4466" y="5764"/>
                    <a:pt x="5764" y="4466"/>
                    <a:pt x="5764" y="2882"/>
                  </a:cubicBezTo>
                  <a:cubicBezTo>
                    <a:pt x="5764" y="1299"/>
                    <a:pt x="4466" y="0"/>
                    <a:pt x="2882" y="0"/>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3"/>
            <p:cNvSpPr/>
            <p:nvPr/>
          </p:nvSpPr>
          <p:spPr>
            <a:xfrm>
              <a:off x="2783525" y="2496225"/>
              <a:ext cx="106100" cy="107450"/>
            </a:xfrm>
            <a:custGeom>
              <a:avLst/>
              <a:gdLst/>
              <a:ahLst/>
              <a:cxnLst/>
              <a:rect l="l" t="t" r="r" b="b"/>
              <a:pathLst>
                <a:path w="4244" h="4298" extrusionOk="0">
                  <a:moveTo>
                    <a:pt x="560" y="1"/>
                  </a:moveTo>
                  <a:cubicBezTo>
                    <a:pt x="262" y="1"/>
                    <a:pt x="0" y="274"/>
                    <a:pt x="0" y="627"/>
                  </a:cubicBezTo>
                  <a:lnTo>
                    <a:pt x="0" y="3699"/>
                  </a:lnTo>
                  <a:cubicBezTo>
                    <a:pt x="0" y="4047"/>
                    <a:pt x="253" y="4297"/>
                    <a:pt x="546" y="4297"/>
                  </a:cubicBezTo>
                  <a:cubicBezTo>
                    <a:pt x="627" y="4297"/>
                    <a:pt x="710" y="4278"/>
                    <a:pt x="792" y="4237"/>
                  </a:cubicBezTo>
                  <a:lnTo>
                    <a:pt x="3800" y="2717"/>
                  </a:lnTo>
                  <a:cubicBezTo>
                    <a:pt x="4244" y="2495"/>
                    <a:pt x="4244" y="1830"/>
                    <a:pt x="3800" y="1609"/>
                  </a:cubicBezTo>
                  <a:lnTo>
                    <a:pt x="792" y="57"/>
                  </a:lnTo>
                  <a:cubicBezTo>
                    <a:pt x="715" y="18"/>
                    <a:pt x="636" y="1"/>
                    <a:pt x="5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p:nvPr/>
          </p:nvSpPr>
          <p:spPr>
            <a:xfrm>
              <a:off x="2259400" y="2439850"/>
              <a:ext cx="220125" cy="220125"/>
            </a:xfrm>
            <a:custGeom>
              <a:avLst/>
              <a:gdLst/>
              <a:ahLst/>
              <a:cxnLst/>
              <a:rect l="l" t="t" r="r" b="b"/>
              <a:pathLst>
                <a:path w="8805" h="8805" extrusionOk="0">
                  <a:moveTo>
                    <a:pt x="4402" y="0"/>
                  </a:moveTo>
                  <a:cubicBezTo>
                    <a:pt x="1964" y="0"/>
                    <a:pt x="0" y="1964"/>
                    <a:pt x="0" y="4402"/>
                  </a:cubicBezTo>
                  <a:cubicBezTo>
                    <a:pt x="0" y="6841"/>
                    <a:pt x="1964" y="8804"/>
                    <a:pt x="4402" y="8804"/>
                  </a:cubicBezTo>
                  <a:cubicBezTo>
                    <a:pt x="6841" y="8804"/>
                    <a:pt x="8804" y="6841"/>
                    <a:pt x="8804" y="4402"/>
                  </a:cubicBezTo>
                  <a:cubicBezTo>
                    <a:pt x="8804" y="1964"/>
                    <a:pt x="6841" y="0"/>
                    <a:pt x="4402"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3"/>
            <p:cNvSpPr/>
            <p:nvPr/>
          </p:nvSpPr>
          <p:spPr>
            <a:xfrm>
              <a:off x="2307675" y="2496225"/>
              <a:ext cx="106925" cy="107450"/>
            </a:xfrm>
            <a:custGeom>
              <a:avLst/>
              <a:gdLst/>
              <a:ahLst/>
              <a:cxnLst/>
              <a:rect l="l" t="t" r="r" b="b"/>
              <a:pathLst>
                <a:path w="4277" h="4298" extrusionOk="0">
                  <a:moveTo>
                    <a:pt x="3688" y="1"/>
                  </a:moveTo>
                  <a:cubicBezTo>
                    <a:pt x="3610" y="1"/>
                    <a:pt x="3530" y="18"/>
                    <a:pt x="3453" y="57"/>
                  </a:cubicBezTo>
                  <a:lnTo>
                    <a:pt x="444" y="1609"/>
                  </a:lnTo>
                  <a:cubicBezTo>
                    <a:pt x="1" y="1830"/>
                    <a:pt x="1" y="2495"/>
                    <a:pt x="444" y="2717"/>
                  </a:cubicBezTo>
                  <a:lnTo>
                    <a:pt x="3453" y="4237"/>
                  </a:lnTo>
                  <a:cubicBezTo>
                    <a:pt x="3535" y="4278"/>
                    <a:pt x="3620" y="4297"/>
                    <a:pt x="3702" y="4297"/>
                  </a:cubicBezTo>
                  <a:cubicBezTo>
                    <a:pt x="4003" y="4297"/>
                    <a:pt x="4276" y="4047"/>
                    <a:pt x="4276" y="3699"/>
                  </a:cubicBezTo>
                  <a:lnTo>
                    <a:pt x="4276" y="627"/>
                  </a:lnTo>
                  <a:cubicBezTo>
                    <a:pt x="4276" y="274"/>
                    <a:pt x="3995" y="1"/>
                    <a:pt x="36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2556300" y="2518025"/>
              <a:ext cx="84725" cy="74650"/>
            </a:xfrm>
            <a:custGeom>
              <a:avLst/>
              <a:gdLst/>
              <a:ahLst/>
              <a:cxnLst/>
              <a:rect l="l" t="t" r="r" b="b"/>
              <a:pathLst>
                <a:path w="3389" h="2986" extrusionOk="0">
                  <a:moveTo>
                    <a:pt x="685" y="0"/>
                  </a:moveTo>
                  <a:cubicBezTo>
                    <a:pt x="618" y="0"/>
                    <a:pt x="554" y="24"/>
                    <a:pt x="507" y="72"/>
                  </a:cubicBezTo>
                  <a:cubicBezTo>
                    <a:pt x="190" y="388"/>
                    <a:pt x="0" y="832"/>
                    <a:pt x="0" y="1275"/>
                  </a:cubicBezTo>
                  <a:cubicBezTo>
                    <a:pt x="0" y="1719"/>
                    <a:pt x="190" y="2162"/>
                    <a:pt x="507" y="2479"/>
                  </a:cubicBezTo>
                  <a:cubicBezTo>
                    <a:pt x="823" y="2795"/>
                    <a:pt x="1235" y="2985"/>
                    <a:pt x="1710" y="2985"/>
                  </a:cubicBezTo>
                  <a:cubicBezTo>
                    <a:pt x="2154" y="2985"/>
                    <a:pt x="2597" y="2795"/>
                    <a:pt x="2914" y="2479"/>
                  </a:cubicBezTo>
                  <a:cubicBezTo>
                    <a:pt x="3230" y="2162"/>
                    <a:pt x="3389" y="1719"/>
                    <a:pt x="3389" y="1275"/>
                  </a:cubicBezTo>
                  <a:cubicBezTo>
                    <a:pt x="3389" y="832"/>
                    <a:pt x="3230" y="388"/>
                    <a:pt x="2914" y="72"/>
                  </a:cubicBezTo>
                  <a:cubicBezTo>
                    <a:pt x="2866" y="24"/>
                    <a:pt x="2795" y="0"/>
                    <a:pt x="2724" y="0"/>
                  </a:cubicBezTo>
                  <a:cubicBezTo>
                    <a:pt x="2652" y="0"/>
                    <a:pt x="2581" y="24"/>
                    <a:pt x="2534" y="72"/>
                  </a:cubicBezTo>
                  <a:cubicBezTo>
                    <a:pt x="2439" y="167"/>
                    <a:pt x="2439" y="357"/>
                    <a:pt x="2534" y="452"/>
                  </a:cubicBezTo>
                  <a:cubicBezTo>
                    <a:pt x="2755" y="673"/>
                    <a:pt x="2882" y="958"/>
                    <a:pt x="2882" y="1275"/>
                  </a:cubicBezTo>
                  <a:cubicBezTo>
                    <a:pt x="2882" y="1592"/>
                    <a:pt x="2755" y="1877"/>
                    <a:pt x="2534" y="2099"/>
                  </a:cubicBezTo>
                  <a:cubicBezTo>
                    <a:pt x="2312" y="2320"/>
                    <a:pt x="2027" y="2447"/>
                    <a:pt x="1710" y="2447"/>
                  </a:cubicBezTo>
                  <a:cubicBezTo>
                    <a:pt x="1393" y="2447"/>
                    <a:pt x="1108" y="2320"/>
                    <a:pt x="887" y="2099"/>
                  </a:cubicBezTo>
                  <a:cubicBezTo>
                    <a:pt x="665" y="1877"/>
                    <a:pt x="538" y="1592"/>
                    <a:pt x="538" y="1275"/>
                  </a:cubicBezTo>
                  <a:cubicBezTo>
                    <a:pt x="538" y="958"/>
                    <a:pt x="665" y="673"/>
                    <a:pt x="887" y="452"/>
                  </a:cubicBezTo>
                  <a:cubicBezTo>
                    <a:pt x="982" y="357"/>
                    <a:pt x="982" y="167"/>
                    <a:pt x="887" y="72"/>
                  </a:cubicBezTo>
                  <a:cubicBezTo>
                    <a:pt x="823" y="24"/>
                    <a:pt x="752" y="0"/>
                    <a:pt x="6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a:off x="2592700" y="2502400"/>
              <a:ext cx="12700" cy="39600"/>
            </a:xfrm>
            <a:custGeom>
              <a:avLst/>
              <a:gdLst/>
              <a:ahLst/>
              <a:cxnLst/>
              <a:rect l="l" t="t" r="r" b="b"/>
              <a:pathLst>
                <a:path w="508" h="1584" extrusionOk="0">
                  <a:moveTo>
                    <a:pt x="254" y="0"/>
                  </a:moveTo>
                  <a:cubicBezTo>
                    <a:pt x="96" y="0"/>
                    <a:pt x="1" y="95"/>
                    <a:pt x="1" y="253"/>
                  </a:cubicBezTo>
                  <a:lnTo>
                    <a:pt x="1" y="1298"/>
                  </a:lnTo>
                  <a:cubicBezTo>
                    <a:pt x="1" y="1457"/>
                    <a:pt x="96" y="1583"/>
                    <a:pt x="254" y="1583"/>
                  </a:cubicBezTo>
                  <a:cubicBezTo>
                    <a:pt x="381" y="1583"/>
                    <a:pt x="508" y="1457"/>
                    <a:pt x="508" y="1298"/>
                  </a:cubicBezTo>
                  <a:lnTo>
                    <a:pt x="508" y="253"/>
                  </a:lnTo>
                  <a:cubicBezTo>
                    <a:pt x="508" y="127"/>
                    <a:pt x="381" y="0"/>
                    <a:pt x="2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2320350" y="2050325"/>
              <a:ext cx="72875" cy="260500"/>
            </a:xfrm>
            <a:custGeom>
              <a:avLst/>
              <a:gdLst/>
              <a:ahLst/>
              <a:cxnLst/>
              <a:rect l="l" t="t" r="r" b="b"/>
              <a:pathLst>
                <a:path w="2915" h="10420" extrusionOk="0">
                  <a:moveTo>
                    <a:pt x="1806" y="0"/>
                  </a:moveTo>
                  <a:cubicBezTo>
                    <a:pt x="1552" y="697"/>
                    <a:pt x="1267" y="1298"/>
                    <a:pt x="1" y="1298"/>
                  </a:cubicBezTo>
                  <a:lnTo>
                    <a:pt x="1" y="2470"/>
                  </a:lnTo>
                  <a:lnTo>
                    <a:pt x="1267" y="2470"/>
                  </a:lnTo>
                  <a:lnTo>
                    <a:pt x="1267" y="10419"/>
                  </a:lnTo>
                  <a:lnTo>
                    <a:pt x="2914" y="10419"/>
                  </a:lnTo>
                  <a:lnTo>
                    <a:pt x="2914"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a:off x="2467625" y="2050325"/>
              <a:ext cx="72850" cy="260500"/>
            </a:xfrm>
            <a:custGeom>
              <a:avLst/>
              <a:gdLst/>
              <a:ahLst/>
              <a:cxnLst/>
              <a:rect l="l" t="t" r="r" b="b"/>
              <a:pathLst>
                <a:path w="2914" h="10420" extrusionOk="0">
                  <a:moveTo>
                    <a:pt x="1805" y="0"/>
                  </a:moveTo>
                  <a:cubicBezTo>
                    <a:pt x="1552" y="697"/>
                    <a:pt x="1299" y="1298"/>
                    <a:pt x="32" y="1298"/>
                  </a:cubicBezTo>
                  <a:lnTo>
                    <a:pt x="0" y="1298"/>
                  </a:lnTo>
                  <a:lnTo>
                    <a:pt x="0" y="2470"/>
                  </a:lnTo>
                  <a:lnTo>
                    <a:pt x="1267" y="2470"/>
                  </a:lnTo>
                  <a:lnTo>
                    <a:pt x="1267" y="10419"/>
                  </a:lnTo>
                  <a:lnTo>
                    <a:pt x="2914" y="10419"/>
                  </a:lnTo>
                  <a:lnTo>
                    <a:pt x="2914"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2587175" y="2047150"/>
              <a:ext cx="124325" cy="266050"/>
            </a:xfrm>
            <a:custGeom>
              <a:avLst/>
              <a:gdLst/>
              <a:ahLst/>
              <a:cxnLst/>
              <a:rect l="l" t="t" r="r" b="b"/>
              <a:pathLst>
                <a:path w="4973" h="10642" extrusionOk="0">
                  <a:moveTo>
                    <a:pt x="2470" y="1489"/>
                  </a:moveTo>
                  <a:cubicBezTo>
                    <a:pt x="2977" y="1489"/>
                    <a:pt x="3325" y="1774"/>
                    <a:pt x="3325" y="2502"/>
                  </a:cubicBezTo>
                  <a:lnTo>
                    <a:pt x="3325" y="8139"/>
                  </a:lnTo>
                  <a:cubicBezTo>
                    <a:pt x="3325" y="8899"/>
                    <a:pt x="2977" y="9153"/>
                    <a:pt x="2470" y="9153"/>
                  </a:cubicBezTo>
                  <a:cubicBezTo>
                    <a:pt x="1964" y="9153"/>
                    <a:pt x="1615" y="8868"/>
                    <a:pt x="1615" y="8139"/>
                  </a:cubicBezTo>
                  <a:lnTo>
                    <a:pt x="1615" y="2502"/>
                  </a:lnTo>
                  <a:cubicBezTo>
                    <a:pt x="1615" y="1774"/>
                    <a:pt x="1932" y="1489"/>
                    <a:pt x="2470" y="1489"/>
                  </a:cubicBezTo>
                  <a:close/>
                  <a:moveTo>
                    <a:pt x="2470" y="0"/>
                  </a:moveTo>
                  <a:cubicBezTo>
                    <a:pt x="855" y="0"/>
                    <a:pt x="0" y="950"/>
                    <a:pt x="0" y="2629"/>
                  </a:cubicBezTo>
                  <a:lnTo>
                    <a:pt x="0" y="8044"/>
                  </a:lnTo>
                  <a:cubicBezTo>
                    <a:pt x="0" y="9691"/>
                    <a:pt x="855" y="10641"/>
                    <a:pt x="2470" y="10641"/>
                  </a:cubicBezTo>
                  <a:cubicBezTo>
                    <a:pt x="4085" y="10641"/>
                    <a:pt x="4972" y="9691"/>
                    <a:pt x="4972" y="8044"/>
                  </a:cubicBezTo>
                  <a:lnTo>
                    <a:pt x="4972" y="2629"/>
                  </a:lnTo>
                  <a:cubicBezTo>
                    <a:pt x="4972" y="950"/>
                    <a:pt x="4085" y="0"/>
                    <a:pt x="2470"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2767675" y="2046350"/>
              <a:ext cx="67325" cy="102175"/>
            </a:xfrm>
            <a:custGeom>
              <a:avLst/>
              <a:gdLst/>
              <a:ahLst/>
              <a:cxnLst/>
              <a:rect l="l" t="t" r="r" b="b"/>
              <a:pathLst>
                <a:path w="2693" h="4087" extrusionOk="0">
                  <a:moveTo>
                    <a:pt x="1" y="1"/>
                  </a:moveTo>
                  <a:lnTo>
                    <a:pt x="1" y="4086"/>
                  </a:lnTo>
                  <a:lnTo>
                    <a:pt x="571" y="4086"/>
                  </a:lnTo>
                  <a:lnTo>
                    <a:pt x="571" y="1172"/>
                  </a:lnTo>
                  <a:lnTo>
                    <a:pt x="1046" y="4086"/>
                  </a:lnTo>
                  <a:lnTo>
                    <a:pt x="1647" y="4086"/>
                  </a:lnTo>
                  <a:lnTo>
                    <a:pt x="2059" y="1141"/>
                  </a:lnTo>
                  <a:lnTo>
                    <a:pt x="2091" y="1141"/>
                  </a:lnTo>
                  <a:lnTo>
                    <a:pt x="2091" y="4086"/>
                  </a:lnTo>
                  <a:lnTo>
                    <a:pt x="2693" y="4086"/>
                  </a:lnTo>
                  <a:lnTo>
                    <a:pt x="2693" y="1"/>
                  </a:lnTo>
                  <a:lnTo>
                    <a:pt x="1806" y="1"/>
                  </a:lnTo>
                  <a:lnTo>
                    <a:pt x="1362" y="2883"/>
                  </a:lnTo>
                  <a:lnTo>
                    <a:pt x="887" y="1"/>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p:nvPr/>
          </p:nvSpPr>
          <p:spPr>
            <a:xfrm>
              <a:off x="2845275" y="2044775"/>
              <a:ext cx="47525" cy="104525"/>
            </a:xfrm>
            <a:custGeom>
              <a:avLst/>
              <a:gdLst/>
              <a:ahLst/>
              <a:cxnLst/>
              <a:rect l="l" t="t" r="r" b="b"/>
              <a:pathLst>
                <a:path w="1901" h="4181" extrusionOk="0">
                  <a:moveTo>
                    <a:pt x="950" y="0"/>
                  </a:moveTo>
                  <a:cubicBezTo>
                    <a:pt x="317" y="0"/>
                    <a:pt x="0" y="380"/>
                    <a:pt x="0" y="1045"/>
                  </a:cubicBezTo>
                  <a:lnTo>
                    <a:pt x="0" y="3167"/>
                  </a:lnTo>
                  <a:cubicBezTo>
                    <a:pt x="0" y="3801"/>
                    <a:pt x="317" y="4181"/>
                    <a:pt x="950" y="4181"/>
                  </a:cubicBezTo>
                  <a:cubicBezTo>
                    <a:pt x="1584" y="4181"/>
                    <a:pt x="1900" y="3801"/>
                    <a:pt x="1900" y="3167"/>
                  </a:cubicBezTo>
                  <a:lnTo>
                    <a:pt x="1900" y="1869"/>
                  </a:lnTo>
                  <a:lnTo>
                    <a:pt x="1014" y="1869"/>
                  </a:lnTo>
                  <a:lnTo>
                    <a:pt x="1014" y="2439"/>
                  </a:lnTo>
                  <a:lnTo>
                    <a:pt x="1299" y="2439"/>
                  </a:lnTo>
                  <a:lnTo>
                    <a:pt x="1299" y="3199"/>
                  </a:lnTo>
                  <a:cubicBezTo>
                    <a:pt x="1299" y="3484"/>
                    <a:pt x="1172" y="3579"/>
                    <a:pt x="982" y="3579"/>
                  </a:cubicBezTo>
                  <a:cubicBezTo>
                    <a:pt x="760" y="3579"/>
                    <a:pt x="634" y="3484"/>
                    <a:pt x="634" y="3199"/>
                  </a:cubicBezTo>
                  <a:lnTo>
                    <a:pt x="634" y="982"/>
                  </a:lnTo>
                  <a:cubicBezTo>
                    <a:pt x="634" y="697"/>
                    <a:pt x="760" y="602"/>
                    <a:pt x="982" y="602"/>
                  </a:cubicBezTo>
                  <a:cubicBezTo>
                    <a:pt x="1172" y="602"/>
                    <a:pt x="1299" y="697"/>
                    <a:pt x="1299" y="982"/>
                  </a:cubicBezTo>
                  <a:lnTo>
                    <a:pt x="1299" y="1425"/>
                  </a:lnTo>
                  <a:lnTo>
                    <a:pt x="1900" y="1425"/>
                  </a:lnTo>
                  <a:lnTo>
                    <a:pt x="1900" y="1045"/>
                  </a:lnTo>
                  <a:cubicBezTo>
                    <a:pt x="1900" y="380"/>
                    <a:pt x="1584" y="0"/>
                    <a:pt x="950"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p:nvPr/>
          </p:nvSpPr>
          <p:spPr>
            <a:xfrm>
              <a:off x="2776400" y="2198375"/>
              <a:ext cx="53850" cy="111650"/>
            </a:xfrm>
            <a:custGeom>
              <a:avLst/>
              <a:gdLst/>
              <a:ahLst/>
              <a:cxnLst/>
              <a:rect l="l" t="t" r="r" b="b"/>
              <a:pathLst>
                <a:path w="2154" h="4466" extrusionOk="0">
                  <a:moveTo>
                    <a:pt x="1077" y="634"/>
                  </a:moveTo>
                  <a:cubicBezTo>
                    <a:pt x="1298" y="634"/>
                    <a:pt x="1457" y="760"/>
                    <a:pt x="1457" y="1077"/>
                  </a:cubicBezTo>
                  <a:lnTo>
                    <a:pt x="1457" y="3389"/>
                  </a:lnTo>
                  <a:cubicBezTo>
                    <a:pt x="1457" y="3737"/>
                    <a:pt x="1298" y="3832"/>
                    <a:pt x="1077" y="3832"/>
                  </a:cubicBezTo>
                  <a:lnTo>
                    <a:pt x="697" y="3832"/>
                  </a:lnTo>
                  <a:lnTo>
                    <a:pt x="697" y="634"/>
                  </a:lnTo>
                  <a:close/>
                  <a:moveTo>
                    <a:pt x="0" y="0"/>
                  </a:moveTo>
                  <a:lnTo>
                    <a:pt x="0" y="4465"/>
                  </a:lnTo>
                  <a:lnTo>
                    <a:pt x="1108" y="4465"/>
                  </a:lnTo>
                  <a:cubicBezTo>
                    <a:pt x="1805" y="4465"/>
                    <a:pt x="2154" y="4085"/>
                    <a:pt x="2154" y="3357"/>
                  </a:cubicBezTo>
                  <a:lnTo>
                    <a:pt x="2154" y="1109"/>
                  </a:lnTo>
                  <a:cubicBezTo>
                    <a:pt x="2154" y="380"/>
                    <a:pt x="1805" y="0"/>
                    <a:pt x="1108"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3"/>
            <p:cNvSpPr/>
            <p:nvPr/>
          </p:nvSpPr>
          <p:spPr>
            <a:xfrm>
              <a:off x="2841300" y="2198375"/>
              <a:ext cx="46750" cy="111650"/>
            </a:xfrm>
            <a:custGeom>
              <a:avLst/>
              <a:gdLst/>
              <a:ahLst/>
              <a:cxnLst/>
              <a:rect l="l" t="t" r="r" b="b"/>
              <a:pathLst>
                <a:path w="1870" h="4466" extrusionOk="0">
                  <a:moveTo>
                    <a:pt x="1" y="0"/>
                  </a:moveTo>
                  <a:lnTo>
                    <a:pt x="1" y="4465"/>
                  </a:lnTo>
                  <a:lnTo>
                    <a:pt x="1869" y="4465"/>
                  </a:lnTo>
                  <a:lnTo>
                    <a:pt x="1869" y="3832"/>
                  </a:lnTo>
                  <a:lnTo>
                    <a:pt x="698" y="3832"/>
                  </a:lnTo>
                  <a:lnTo>
                    <a:pt x="698"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p:nvPr/>
          </p:nvSpPr>
          <p:spPr>
            <a:xfrm>
              <a:off x="2762125" y="2170650"/>
              <a:ext cx="139375" cy="7150"/>
            </a:xfrm>
            <a:custGeom>
              <a:avLst/>
              <a:gdLst/>
              <a:ahLst/>
              <a:cxnLst/>
              <a:rect l="l" t="t" r="r" b="b"/>
              <a:pathLst>
                <a:path w="5575" h="286" extrusionOk="0">
                  <a:moveTo>
                    <a:pt x="1" y="1"/>
                  </a:moveTo>
                  <a:lnTo>
                    <a:pt x="1" y="286"/>
                  </a:lnTo>
                  <a:lnTo>
                    <a:pt x="5575" y="286"/>
                  </a:lnTo>
                  <a:lnTo>
                    <a:pt x="5575" y="1"/>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3"/>
            <p:cNvSpPr/>
            <p:nvPr/>
          </p:nvSpPr>
          <p:spPr>
            <a:xfrm>
              <a:off x="1014000" y="3297100"/>
              <a:ext cx="831350" cy="894850"/>
            </a:xfrm>
            <a:custGeom>
              <a:avLst/>
              <a:gdLst/>
              <a:ahLst/>
              <a:cxnLst/>
              <a:rect l="l" t="t" r="r" b="b"/>
              <a:pathLst>
                <a:path w="33254" h="35794" extrusionOk="0">
                  <a:moveTo>
                    <a:pt x="11806" y="0"/>
                  </a:moveTo>
                  <a:cubicBezTo>
                    <a:pt x="8617" y="0"/>
                    <a:pt x="5216" y="3316"/>
                    <a:pt x="3706" y="5011"/>
                  </a:cubicBezTo>
                  <a:cubicBezTo>
                    <a:pt x="3168" y="5613"/>
                    <a:pt x="2693" y="6246"/>
                    <a:pt x="2344" y="6975"/>
                  </a:cubicBezTo>
                  <a:cubicBezTo>
                    <a:pt x="1" y="11567"/>
                    <a:pt x="1362" y="14354"/>
                    <a:pt x="3896" y="15969"/>
                  </a:cubicBezTo>
                  <a:cubicBezTo>
                    <a:pt x="4269" y="16214"/>
                    <a:pt x="4659" y="16323"/>
                    <a:pt x="5062" y="16323"/>
                  </a:cubicBezTo>
                  <a:cubicBezTo>
                    <a:pt x="7565" y="16323"/>
                    <a:pt x="10561" y="12135"/>
                    <a:pt x="13017" y="10743"/>
                  </a:cubicBezTo>
                  <a:cubicBezTo>
                    <a:pt x="13777" y="12453"/>
                    <a:pt x="15550" y="17109"/>
                    <a:pt x="19034" y="18122"/>
                  </a:cubicBezTo>
                  <a:cubicBezTo>
                    <a:pt x="10705" y="27274"/>
                    <a:pt x="8013" y="35793"/>
                    <a:pt x="8013" y="35793"/>
                  </a:cubicBezTo>
                  <a:cubicBezTo>
                    <a:pt x="8013" y="35793"/>
                    <a:pt x="20712" y="34590"/>
                    <a:pt x="24861" y="30916"/>
                  </a:cubicBezTo>
                  <a:cubicBezTo>
                    <a:pt x="29010" y="27274"/>
                    <a:pt x="33253" y="16950"/>
                    <a:pt x="30688" y="12675"/>
                  </a:cubicBezTo>
                  <a:cubicBezTo>
                    <a:pt x="28091" y="8400"/>
                    <a:pt x="16342" y="261"/>
                    <a:pt x="12067" y="8"/>
                  </a:cubicBezTo>
                  <a:cubicBezTo>
                    <a:pt x="11980" y="3"/>
                    <a:pt x="11893" y="0"/>
                    <a:pt x="11806" y="0"/>
                  </a:cubicBezTo>
                  <a:close/>
                </a:path>
              </a:pathLst>
            </a:custGeom>
            <a:solidFill>
              <a:srgbClr val="F4A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3"/>
            <p:cNvSpPr/>
            <p:nvPr/>
          </p:nvSpPr>
          <p:spPr>
            <a:xfrm>
              <a:off x="1142275" y="3147400"/>
              <a:ext cx="872500" cy="939250"/>
            </a:xfrm>
            <a:custGeom>
              <a:avLst/>
              <a:gdLst/>
              <a:ahLst/>
              <a:cxnLst/>
              <a:rect l="l" t="t" r="r" b="b"/>
              <a:pathLst>
                <a:path w="34900" h="37570" extrusionOk="0">
                  <a:moveTo>
                    <a:pt x="12366" y="0"/>
                  </a:moveTo>
                  <a:cubicBezTo>
                    <a:pt x="9030" y="0"/>
                    <a:pt x="5463" y="3483"/>
                    <a:pt x="3895" y="5236"/>
                  </a:cubicBezTo>
                  <a:cubicBezTo>
                    <a:pt x="3325" y="5869"/>
                    <a:pt x="2850" y="6566"/>
                    <a:pt x="2470" y="7294"/>
                  </a:cubicBezTo>
                  <a:cubicBezTo>
                    <a:pt x="0" y="12108"/>
                    <a:pt x="1425" y="15053"/>
                    <a:pt x="4085" y="16763"/>
                  </a:cubicBezTo>
                  <a:cubicBezTo>
                    <a:pt x="4477" y="17015"/>
                    <a:pt x="4884" y="17126"/>
                    <a:pt x="5305" y="17126"/>
                  </a:cubicBezTo>
                  <a:cubicBezTo>
                    <a:pt x="7948" y="17126"/>
                    <a:pt x="11085" y="12728"/>
                    <a:pt x="13681" y="11253"/>
                  </a:cubicBezTo>
                  <a:cubicBezTo>
                    <a:pt x="14441" y="13089"/>
                    <a:pt x="16310" y="17966"/>
                    <a:pt x="19983" y="19011"/>
                  </a:cubicBezTo>
                  <a:cubicBezTo>
                    <a:pt x="11243" y="28607"/>
                    <a:pt x="8424" y="37569"/>
                    <a:pt x="8424" y="37569"/>
                  </a:cubicBezTo>
                  <a:cubicBezTo>
                    <a:pt x="8424" y="37569"/>
                    <a:pt x="21725" y="36271"/>
                    <a:pt x="26095" y="32439"/>
                  </a:cubicBezTo>
                  <a:cubicBezTo>
                    <a:pt x="30466" y="28607"/>
                    <a:pt x="34899" y="17776"/>
                    <a:pt x="32208" y="13279"/>
                  </a:cubicBezTo>
                  <a:cubicBezTo>
                    <a:pt x="29484" y="8782"/>
                    <a:pt x="17165" y="295"/>
                    <a:pt x="12668" y="10"/>
                  </a:cubicBezTo>
                  <a:cubicBezTo>
                    <a:pt x="12567" y="4"/>
                    <a:pt x="12467" y="0"/>
                    <a:pt x="12366" y="0"/>
                  </a:cubicBezTo>
                  <a:close/>
                </a:path>
              </a:pathLst>
            </a:custGeom>
            <a:solidFill>
              <a:srgbClr val="FAB6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3"/>
            <p:cNvSpPr/>
            <p:nvPr/>
          </p:nvSpPr>
          <p:spPr>
            <a:xfrm>
              <a:off x="1403525" y="3389125"/>
              <a:ext cx="350775" cy="618800"/>
            </a:xfrm>
            <a:custGeom>
              <a:avLst/>
              <a:gdLst/>
              <a:ahLst/>
              <a:cxnLst/>
              <a:rect l="l" t="t" r="r" b="b"/>
              <a:pathLst>
                <a:path w="14031" h="24752" extrusionOk="0">
                  <a:moveTo>
                    <a:pt x="7031" y="0"/>
                  </a:moveTo>
                  <a:cubicBezTo>
                    <a:pt x="7031" y="0"/>
                    <a:pt x="4783" y="1045"/>
                    <a:pt x="3294" y="1774"/>
                  </a:cubicBezTo>
                  <a:cubicBezTo>
                    <a:pt x="4118" y="3705"/>
                    <a:pt x="5986" y="8329"/>
                    <a:pt x="9533" y="9342"/>
                  </a:cubicBezTo>
                  <a:cubicBezTo>
                    <a:pt x="4751" y="14600"/>
                    <a:pt x="1743" y="19667"/>
                    <a:pt x="1" y="23150"/>
                  </a:cubicBezTo>
                  <a:cubicBezTo>
                    <a:pt x="2028" y="23530"/>
                    <a:pt x="5036" y="23847"/>
                    <a:pt x="6651" y="24385"/>
                  </a:cubicBezTo>
                  <a:cubicBezTo>
                    <a:pt x="7475" y="24660"/>
                    <a:pt x="8354" y="24751"/>
                    <a:pt x="9161" y="24751"/>
                  </a:cubicBezTo>
                  <a:cubicBezTo>
                    <a:pt x="10775" y="24751"/>
                    <a:pt x="12098" y="24385"/>
                    <a:pt x="12098" y="24385"/>
                  </a:cubicBezTo>
                  <a:cubicBezTo>
                    <a:pt x="12098" y="24385"/>
                    <a:pt x="12700" y="20490"/>
                    <a:pt x="11497" y="19287"/>
                  </a:cubicBezTo>
                  <a:cubicBezTo>
                    <a:pt x="10325" y="18051"/>
                    <a:pt x="10705" y="11908"/>
                    <a:pt x="14030" y="8202"/>
                  </a:cubicBezTo>
                  <a:cubicBezTo>
                    <a:pt x="7696" y="7759"/>
                    <a:pt x="7158" y="824"/>
                    <a:pt x="7031" y="0"/>
                  </a:cubicBezTo>
                  <a:close/>
                </a:path>
              </a:pathLst>
            </a:custGeom>
            <a:solidFill>
              <a:srgbClr val="FAB6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a:off x="1455000" y="3449300"/>
              <a:ext cx="25" cy="0"/>
            </a:xfrm>
            <a:custGeom>
              <a:avLst/>
              <a:gdLst/>
              <a:ahLst/>
              <a:cxnLst/>
              <a:rect l="l" t="t" r="r" b="b"/>
              <a:pathLst>
                <a:path w="1" extrusionOk="0">
                  <a:moveTo>
                    <a:pt x="0" y="0"/>
                  </a:moveTo>
                  <a:close/>
                </a:path>
              </a:pathLst>
            </a:custGeom>
            <a:solidFill>
              <a:srgbClr val="FAB6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a:off x="1320400" y="3076950"/>
              <a:ext cx="893100" cy="938450"/>
            </a:xfrm>
            <a:custGeom>
              <a:avLst/>
              <a:gdLst/>
              <a:ahLst/>
              <a:cxnLst/>
              <a:rect l="l" t="t" r="r" b="b"/>
              <a:pathLst>
                <a:path w="35724" h="37538" extrusionOk="0">
                  <a:moveTo>
                    <a:pt x="13169" y="1"/>
                  </a:moveTo>
                  <a:cubicBezTo>
                    <a:pt x="8746" y="1"/>
                    <a:pt x="3864" y="6217"/>
                    <a:pt x="3864" y="6217"/>
                  </a:cubicBezTo>
                  <a:cubicBezTo>
                    <a:pt x="1" y="10049"/>
                    <a:pt x="2091" y="13469"/>
                    <a:pt x="4941" y="15306"/>
                  </a:cubicBezTo>
                  <a:cubicBezTo>
                    <a:pt x="5434" y="15624"/>
                    <a:pt x="5952" y="15760"/>
                    <a:pt x="6487" y="15760"/>
                  </a:cubicBezTo>
                  <a:cubicBezTo>
                    <a:pt x="9043" y="15760"/>
                    <a:pt x="11986" y="12640"/>
                    <a:pt x="14473" y="11252"/>
                  </a:cubicBezTo>
                  <a:cubicBezTo>
                    <a:pt x="15233" y="13057"/>
                    <a:pt x="17102" y="17934"/>
                    <a:pt x="20776" y="19011"/>
                  </a:cubicBezTo>
                  <a:cubicBezTo>
                    <a:pt x="12035" y="28575"/>
                    <a:pt x="9216" y="37537"/>
                    <a:pt x="9216" y="37537"/>
                  </a:cubicBezTo>
                  <a:cubicBezTo>
                    <a:pt x="9216" y="37537"/>
                    <a:pt x="22517" y="36271"/>
                    <a:pt x="26888" y="32439"/>
                  </a:cubicBezTo>
                  <a:cubicBezTo>
                    <a:pt x="31258" y="28607"/>
                    <a:pt x="35723" y="17776"/>
                    <a:pt x="33000" y="13279"/>
                  </a:cubicBezTo>
                  <a:cubicBezTo>
                    <a:pt x="30308" y="8782"/>
                    <a:pt x="17957" y="263"/>
                    <a:pt x="13460" y="10"/>
                  </a:cubicBezTo>
                  <a:cubicBezTo>
                    <a:pt x="13363" y="3"/>
                    <a:pt x="13267" y="1"/>
                    <a:pt x="13169" y="1"/>
                  </a:cubicBezTo>
                  <a:close/>
                </a:path>
              </a:pathLst>
            </a:custGeom>
            <a:solidFill>
              <a:srgbClr val="FFB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a:off x="1372650" y="3133400"/>
              <a:ext cx="719700" cy="882000"/>
            </a:xfrm>
            <a:custGeom>
              <a:avLst/>
              <a:gdLst/>
              <a:ahLst/>
              <a:cxnLst/>
              <a:rect l="l" t="t" r="r" b="b"/>
              <a:pathLst>
                <a:path w="28788" h="35280" extrusionOk="0">
                  <a:moveTo>
                    <a:pt x="5765" y="0"/>
                  </a:moveTo>
                  <a:cubicBezTo>
                    <a:pt x="3484" y="1774"/>
                    <a:pt x="1774" y="3959"/>
                    <a:pt x="1774" y="3959"/>
                  </a:cubicBezTo>
                  <a:cubicBezTo>
                    <a:pt x="888" y="4845"/>
                    <a:pt x="317" y="5701"/>
                    <a:pt x="1" y="6492"/>
                  </a:cubicBezTo>
                  <a:cubicBezTo>
                    <a:pt x="634" y="7917"/>
                    <a:pt x="1743" y="10324"/>
                    <a:pt x="2946" y="13111"/>
                  </a:cubicBezTo>
                  <a:cubicBezTo>
                    <a:pt x="3417" y="13394"/>
                    <a:pt x="3910" y="13516"/>
                    <a:pt x="4416" y="13516"/>
                  </a:cubicBezTo>
                  <a:cubicBezTo>
                    <a:pt x="6973" y="13516"/>
                    <a:pt x="9899" y="10395"/>
                    <a:pt x="12383" y="8994"/>
                  </a:cubicBezTo>
                  <a:cubicBezTo>
                    <a:pt x="13143" y="10799"/>
                    <a:pt x="15012" y="15708"/>
                    <a:pt x="18686" y="16753"/>
                  </a:cubicBezTo>
                  <a:cubicBezTo>
                    <a:pt x="9945" y="26349"/>
                    <a:pt x="7126" y="35279"/>
                    <a:pt x="7126" y="35279"/>
                  </a:cubicBezTo>
                  <a:cubicBezTo>
                    <a:pt x="7126" y="35279"/>
                    <a:pt x="20427" y="34013"/>
                    <a:pt x="24798" y="30181"/>
                  </a:cubicBezTo>
                  <a:cubicBezTo>
                    <a:pt x="26223" y="28945"/>
                    <a:pt x="27616" y="26982"/>
                    <a:pt x="28788" y="24734"/>
                  </a:cubicBezTo>
                  <a:cubicBezTo>
                    <a:pt x="27616" y="24734"/>
                    <a:pt x="25874" y="24860"/>
                    <a:pt x="23436" y="25209"/>
                  </a:cubicBezTo>
                  <a:cubicBezTo>
                    <a:pt x="22716" y="25315"/>
                    <a:pt x="22049" y="25365"/>
                    <a:pt x="21440" y="25365"/>
                  </a:cubicBezTo>
                  <a:cubicBezTo>
                    <a:pt x="17330" y="25365"/>
                    <a:pt x="15814" y="23077"/>
                    <a:pt x="18020" y="20237"/>
                  </a:cubicBezTo>
                  <a:cubicBezTo>
                    <a:pt x="20554" y="16943"/>
                    <a:pt x="24323" y="15455"/>
                    <a:pt x="23214" y="15455"/>
                  </a:cubicBezTo>
                  <a:cubicBezTo>
                    <a:pt x="22106" y="15455"/>
                    <a:pt x="16975" y="14124"/>
                    <a:pt x="15709" y="12636"/>
                  </a:cubicBezTo>
                  <a:cubicBezTo>
                    <a:pt x="14410" y="11116"/>
                    <a:pt x="13555" y="7284"/>
                    <a:pt x="12510" y="3769"/>
                  </a:cubicBezTo>
                  <a:cubicBezTo>
                    <a:pt x="11983" y="4786"/>
                    <a:pt x="11657" y="5780"/>
                    <a:pt x="11293" y="5780"/>
                  </a:cubicBezTo>
                  <a:cubicBezTo>
                    <a:pt x="11045" y="5780"/>
                    <a:pt x="10779" y="5318"/>
                    <a:pt x="10420" y="4085"/>
                  </a:cubicBezTo>
                  <a:cubicBezTo>
                    <a:pt x="9755" y="1837"/>
                    <a:pt x="7285" y="602"/>
                    <a:pt x="5765" y="0"/>
                  </a:cubicBezTo>
                  <a:close/>
                </a:path>
              </a:pathLst>
            </a:custGeom>
            <a:solidFill>
              <a:srgbClr val="FFB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3"/>
            <p:cNvSpPr/>
            <p:nvPr/>
          </p:nvSpPr>
          <p:spPr>
            <a:xfrm>
              <a:off x="-11275" y="3173075"/>
              <a:ext cx="2943200" cy="1676800"/>
            </a:xfrm>
            <a:custGeom>
              <a:avLst/>
              <a:gdLst/>
              <a:ahLst/>
              <a:cxnLst/>
              <a:rect l="l" t="t" r="r" b="b"/>
              <a:pathLst>
                <a:path w="117728" h="67072" extrusionOk="0">
                  <a:moveTo>
                    <a:pt x="59848" y="0"/>
                  </a:moveTo>
                  <a:cubicBezTo>
                    <a:pt x="56768" y="0"/>
                    <a:pt x="52443" y="2176"/>
                    <a:pt x="47282" y="8801"/>
                  </a:cubicBezTo>
                  <a:cubicBezTo>
                    <a:pt x="44115" y="13899"/>
                    <a:pt x="42152" y="16053"/>
                    <a:pt x="35913" y="17541"/>
                  </a:cubicBezTo>
                  <a:cubicBezTo>
                    <a:pt x="28661" y="19251"/>
                    <a:pt x="24829" y="18650"/>
                    <a:pt x="18780" y="32077"/>
                  </a:cubicBezTo>
                  <a:cubicBezTo>
                    <a:pt x="16405" y="37398"/>
                    <a:pt x="0" y="46075"/>
                    <a:pt x="0" y="46075"/>
                  </a:cubicBezTo>
                  <a:lnTo>
                    <a:pt x="9849" y="67071"/>
                  </a:lnTo>
                  <a:cubicBezTo>
                    <a:pt x="9849" y="67071"/>
                    <a:pt x="48581" y="49717"/>
                    <a:pt x="58176" y="48133"/>
                  </a:cubicBezTo>
                  <a:cubicBezTo>
                    <a:pt x="67772" y="46518"/>
                    <a:pt x="71921" y="45980"/>
                    <a:pt x="89244" y="37683"/>
                  </a:cubicBezTo>
                  <a:cubicBezTo>
                    <a:pt x="104793" y="30209"/>
                    <a:pt x="110209" y="26978"/>
                    <a:pt x="114389" y="25237"/>
                  </a:cubicBezTo>
                  <a:cubicBezTo>
                    <a:pt x="117727" y="23861"/>
                    <a:pt x="114709" y="19121"/>
                    <a:pt x="107775" y="19121"/>
                  </a:cubicBezTo>
                  <a:cubicBezTo>
                    <a:pt x="106092" y="19121"/>
                    <a:pt x="104179" y="19400"/>
                    <a:pt x="102070" y="20075"/>
                  </a:cubicBezTo>
                  <a:cubicBezTo>
                    <a:pt x="88294" y="24508"/>
                    <a:pt x="82752" y="26472"/>
                    <a:pt x="68532" y="29290"/>
                  </a:cubicBezTo>
                  <a:cubicBezTo>
                    <a:pt x="66732" y="29650"/>
                    <a:pt x="64885" y="29898"/>
                    <a:pt x="63035" y="29898"/>
                  </a:cubicBezTo>
                  <a:cubicBezTo>
                    <a:pt x="62280" y="29898"/>
                    <a:pt x="61525" y="29857"/>
                    <a:pt x="60773" y="29765"/>
                  </a:cubicBezTo>
                  <a:cubicBezTo>
                    <a:pt x="52571" y="28752"/>
                    <a:pt x="50702" y="24002"/>
                    <a:pt x="55991" y="19156"/>
                  </a:cubicBezTo>
                  <a:cubicBezTo>
                    <a:pt x="61407" y="14216"/>
                    <a:pt x="65239" y="8547"/>
                    <a:pt x="64954" y="4335"/>
                  </a:cubicBezTo>
                  <a:cubicBezTo>
                    <a:pt x="64810" y="2232"/>
                    <a:pt x="62967" y="0"/>
                    <a:pt x="59848" y="0"/>
                  </a:cubicBezTo>
                  <a:close/>
                </a:path>
              </a:pathLst>
            </a:custGeom>
            <a:solidFill>
              <a:srgbClr val="FFC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p:nvPr/>
          </p:nvSpPr>
          <p:spPr>
            <a:xfrm>
              <a:off x="1321975" y="3172925"/>
              <a:ext cx="292175" cy="297700"/>
            </a:xfrm>
            <a:custGeom>
              <a:avLst/>
              <a:gdLst/>
              <a:ahLst/>
              <a:cxnLst/>
              <a:rect l="l" t="t" r="r" b="b"/>
              <a:pathLst>
                <a:path w="11687" h="11908" extrusionOk="0">
                  <a:moveTo>
                    <a:pt x="6506" y="0"/>
                  </a:moveTo>
                  <a:cubicBezTo>
                    <a:pt x="6287" y="0"/>
                    <a:pt x="6060" y="11"/>
                    <a:pt x="5828" y="34"/>
                  </a:cubicBezTo>
                  <a:cubicBezTo>
                    <a:pt x="4023" y="889"/>
                    <a:pt x="2123" y="2441"/>
                    <a:pt x="539" y="4880"/>
                  </a:cubicBezTo>
                  <a:cubicBezTo>
                    <a:pt x="1" y="5735"/>
                    <a:pt x="64" y="6875"/>
                    <a:pt x="698" y="7666"/>
                  </a:cubicBezTo>
                  <a:cubicBezTo>
                    <a:pt x="1743" y="8997"/>
                    <a:pt x="3516" y="10928"/>
                    <a:pt x="5575" y="11752"/>
                  </a:cubicBezTo>
                  <a:cubicBezTo>
                    <a:pt x="5842" y="11857"/>
                    <a:pt x="6124" y="11907"/>
                    <a:pt x="6405" y="11907"/>
                  </a:cubicBezTo>
                  <a:cubicBezTo>
                    <a:pt x="7057" y="11907"/>
                    <a:pt x="7707" y="11637"/>
                    <a:pt x="8172" y="11150"/>
                  </a:cubicBezTo>
                  <a:cubicBezTo>
                    <a:pt x="9122" y="10168"/>
                    <a:pt x="10357" y="8712"/>
                    <a:pt x="11307" y="7096"/>
                  </a:cubicBezTo>
                  <a:cubicBezTo>
                    <a:pt x="11592" y="6146"/>
                    <a:pt x="11687" y="5228"/>
                    <a:pt x="11624" y="4341"/>
                  </a:cubicBezTo>
                  <a:cubicBezTo>
                    <a:pt x="11505" y="2240"/>
                    <a:pt x="9644" y="0"/>
                    <a:pt x="6506" y="0"/>
                  </a:cubicBezTo>
                  <a:close/>
                </a:path>
              </a:pathLst>
            </a:custGeom>
            <a:solidFill>
              <a:srgbClr val="FF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a:off x="2644175" y="3699475"/>
              <a:ext cx="252575" cy="201900"/>
            </a:xfrm>
            <a:custGeom>
              <a:avLst/>
              <a:gdLst/>
              <a:ahLst/>
              <a:cxnLst/>
              <a:rect l="l" t="t" r="r" b="b"/>
              <a:pathLst>
                <a:path w="10103" h="8076" extrusionOk="0">
                  <a:moveTo>
                    <a:pt x="8044" y="0"/>
                  </a:moveTo>
                  <a:cubicBezTo>
                    <a:pt x="5542" y="729"/>
                    <a:pt x="2629" y="1679"/>
                    <a:pt x="1425" y="2439"/>
                  </a:cubicBezTo>
                  <a:cubicBezTo>
                    <a:pt x="0" y="3294"/>
                    <a:pt x="64" y="6334"/>
                    <a:pt x="222" y="8076"/>
                  </a:cubicBezTo>
                  <a:cubicBezTo>
                    <a:pt x="3832" y="6207"/>
                    <a:pt x="6144" y="5036"/>
                    <a:pt x="8171" y="4181"/>
                  </a:cubicBezTo>
                  <a:cubicBezTo>
                    <a:pt x="10103" y="3389"/>
                    <a:pt x="9913" y="1489"/>
                    <a:pt x="8044" y="0"/>
                  </a:cubicBezTo>
                  <a:close/>
                </a:path>
              </a:pathLst>
            </a:custGeom>
            <a:solidFill>
              <a:srgbClr val="FF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p:nvPr/>
          </p:nvSpPr>
          <p:spPr>
            <a:xfrm>
              <a:off x="2517500" y="3321425"/>
              <a:ext cx="205875" cy="290200"/>
            </a:xfrm>
            <a:custGeom>
              <a:avLst/>
              <a:gdLst/>
              <a:ahLst/>
              <a:cxnLst/>
              <a:rect l="l" t="t" r="r" b="b"/>
              <a:pathLst>
                <a:path w="8235" h="11608" extrusionOk="0">
                  <a:moveTo>
                    <a:pt x="4113" y="0"/>
                  </a:moveTo>
                  <a:cubicBezTo>
                    <a:pt x="4070" y="0"/>
                    <a:pt x="4022" y="16"/>
                    <a:pt x="3991" y="48"/>
                  </a:cubicBezTo>
                  <a:lnTo>
                    <a:pt x="982" y="4830"/>
                  </a:lnTo>
                  <a:lnTo>
                    <a:pt x="950" y="4830"/>
                  </a:lnTo>
                  <a:cubicBezTo>
                    <a:pt x="349" y="5558"/>
                    <a:pt x="0" y="6477"/>
                    <a:pt x="0" y="7490"/>
                  </a:cubicBezTo>
                  <a:cubicBezTo>
                    <a:pt x="0" y="9517"/>
                    <a:pt x="1457" y="11195"/>
                    <a:pt x="3389" y="11544"/>
                  </a:cubicBezTo>
                  <a:cubicBezTo>
                    <a:pt x="3421" y="11544"/>
                    <a:pt x="3452" y="11544"/>
                    <a:pt x="3484" y="11575"/>
                  </a:cubicBezTo>
                  <a:lnTo>
                    <a:pt x="3674" y="11575"/>
                  </a:lnTo>
                  <a:cubicBezTo>
                    <a:pt x="3706" y="11607"/>
                    <a:pt x="3706" y="11607"/>
                    <a:pt x="3737" y="11607"/>
                  </a:cubicBezTo>
                  <a:lnTo>
                    <a:pt x="4307" y="11607"/>
                  </a:lnTo>
                  <a:cubicBezTo>
                    <a:pt x="4339" y="11607"/>
                    <a:pt x="4402" y="11607"/>
                    <a:pt x="4434" y="11575"/>
                  </a:cubicBezTo>
                  <a:lnTo>
                    <a:pt x="4719" y="11575"/>
                  </a:lnTo>
                  <a:cubicBezTo>
                    <a:pt x="6714" y="11259"/>
                    <a:pt x="8234" y="9549"/>
                    <a:pt x="8234" y="7490"/>
                  </a:cubicBezTo>
                  <a:cubicBezTo>
                    <a:pt x="8234" y="6508"/>
                    <a:pt x="7886" y="5590"/>
                    <a:pt x="7284" y="4862"/>
                  </a:cubicBezTo>
                  <a:lnTo>
                    <a:pt x="4212" y="48"/>
                  </a:lnTo>
                  <a:cubicBezTo>
                    <a:pt x="4196" y="16"/>
                    <a:pt x="4157" y="0"/>
                    <a:pt x="4113" y="0"/>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3"/>
            <p:cNvSpPr/>
            <p:nvPr/>
          </p:nvSpPr>
          <p:spPr>
            <a:xfrm>
              <a:off x="2522250" y="3449300"/>
              <a:ext cx="201125" cy="162325"/>
            </a:xfrm>
            <a:custGeom>
              <a:avLst/>
              <a:gdLst/>
              <a:ahLst/>
              <a:cxnLst/>
              <a:rect l="l" t="t" r="r" b="b"/>
              <a:pathLst>
                <a:path w="8045" h="6493" extrusionOk="0">
                  <a:moveTo>
                    <a:pt x="7284" y="0"/>
                  </a:moveTo>
                  <a:cubicBezTo>
                    <a:pt x="6821" y="1597"/>
                    <a:pt x="5582" y="4074"/>
                    <a:pt x="2460" y="4074"/>
                  </a:cubicBezTo>
                  <a:cubicBezTo>
                    <a:pt x="1744" y="4074"/>
                    <a:pt x="928" y="3943"/>
                    <a:pt x="0" y="3642"/>
                  </a:cubicBezTo>
                  <a:lnTo>
                    <a:pt x="0" y="3642"/>
                  </a:lnTo>
                  <a:cubicBezTo>
                    <a:pt x="475" y="5067"/>
                    <a:pt x="1679" y="6175"/>
                    <a:pt x="3199" y="6429"/>
                  </a:cubicBezTo>
                  <a:cubicBezTo>
                    <a:pt x="3231" y="6429"/>
                    <a:pt x="3262" y="6429"/>
                    <a:pt x="3294" y="6460"/>
                  </a:cubicBezTo>
                  <a:lnTo>
                    <a:pt x="3547" y="6460"/>
                  </a:lnTo>
                  <a:cubicBezTo>
                    <a:pt x="3579" y="6492"/>
                    <a:pt x="3611" y="6492"/>
                    <a:pt x="3642" y="6492"/>
                  </a:cubicBezTo>
                  <a:lnTo>
                    <a:pt x="4117" y="6492"/>
                  </a:lnTo>
                  <a:cubicBezTo>
                    <a:pt x="4149" y="6492"/>
                    <a:pt x="4212" y="6460"/>
                    <a:pt x="4244" y="6460"/>
                  </a:cubicBezTo>
                  <a:lnTo>
                    <a:pt x="4307" y="6460"/>
                  </a:lnTo>
                  <a:lnTo>
                    <a:pt x="4529" y="6429"/>
                  </a:lnTo>
                  <a:cubicBezTo>
                    <a:pt x="6524" y="6144"/>
                    <a:pt x="8044" y="4434"/>
                    <a:pt x="8044" y="2375"/>
                  </a:cubicBezTo>
                  <a:cubicBezTo>
                    <a:pt x="8044" y="1488"/>
                    <a:pt x="7759" y="665"/>
                    <a:pt x="7284" y="0"/>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3"/>
            <p:cNvSpPr/>
            <p:nvPr/>
          </p:nvSpPr>
          <p:spPr>
            <a:xfrm>
              <a:off x="2547700" y="3374075"/>
              <a:ext cx="56900" cy="115475"/>
            </a:xfrm>
            <a:custGeom>
              <a:avLst/>
              <a:gdLst/>
              <a:ahLst/>
              <a:cxnLst/>
              <a:rect l="l" t="t" r="r" b="b"/>
              <a:pathLst>
                <a:path w="2276" h="4619" extrusionOk="0">
                  <a:moveTo>
                    <a:pt x="2276" y="0"/>
                  </a:moveTo>
                  <a:cubicBezTo>
                    <a:pt x="2272" y="4"/>
                    <a:pt x="2268" y="9"/>
                    <a:pt x="2265" y="14"/>
                  </a:cubicBezTo>
                  <a:lnTo>
                    <a:pt x="2265" y="14"/>
                  </a:lnTo>
                  <a:cubicBezTo>
                    <a:pt x="2272" y="5"/>
                    <a:pt x="2276" y="0"/>
                    <a:pt x="2276" y="0"/>
                  </a:cubicBezTo>
                  <a:close/>
                  <a:moveTo>
                    <a:pt x="2265" y="14"/>
                  </a:moveTo>
                  <a:cubicBezTo>
                    <a:pt x="2103" y="219"/>
                    <a:pt x="149" y="2708"/>
                    <a:pt x="27" y="3801"/>
                  </a:cubicBezTo>
                  <a:cubicBezTo>
                    <a:pt x="0" y="4292"/>
                    <a:pt x="255" y="4618"/>
                    <a:pt x="690" y="4618"/>
                  </a:cubicBezTo>
                  <a:cubicBezTo>
                    <a:pt x="760" y="4618"/>
                    <a:pt x="835" y="4610"/>
                    <a:pt x="914" y="4592"/>
                  </a:cubicBezTo>
                  <a:cubicBezTo>
                    <a:pt x="2022" y="4339"/>
                    <a:pt x="2149" y="3072"/>
                    <a:pt x="2213" y="2154"/>
                  </a:cubicBezTo>
                  <a:cubicBezTo>
                    <a:pt x="2244" y="1647"/>
                    <a:pt x="2276" y="1172"/>
                    <a:pt x="2276" y="697"/>
                  </a:cubicBezTo>
                  <a:cubicBezTo>
                    <a:pt x="2276" y="576"/>
                    <a:pt x="2188" y="134"/>
                    <a:pt x="2265" y="14"/>
                  </a:cubicBezTo>
                  <a:close/>
                </a:path>
              </a:pathLst>
            </a:custGeom>
            <a:solidFill>
              <a:srgbClr val="F79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3"/>
            <p:cNvSpPr/>
            <p:nvPr/>
          </p:nvSpPr>
          <p:spPr>
            <a:xfrm>
              <a:off x="1092375" y="3594175"/>
              <a:ext cx="661925" cy="381350"/>
            </a:xfrm>
            <a:custGeom>
              <a:avLst/>
              <a:gdLst/>
              <a:ahLst/>
              <a:cxnLst/>
              <a:rect l="l" t="t" r="r" b="b"/>
              <a:pathLst>
                <a:path w="26477" h="15254" extrusionOk="0">
                  <a:moveTo>
                    <a:pt x="26476" y="12003"/>
                  </a:moveTo>
                  <a:cubicBezTo>
                    <a:pt x="26469" y="12003"/>
                    <a:pt x="26464" y="12004"/>
                    <a:pt x="26460" y="12007"/>
                  </a:cubicBezTo>
                  <a:lnTo>
                    <a:pt x="26460" y="12007"/>
                  </a:lnTo>
                  <a:cubicBezTo>
                    <a:pt x="26465" y="12005"/>
                    <a:pt x="26471" y="12004"/>
                    <a:pt x="26476" y="12003"/>
                  </a:cubicBezTo>
                  <a:close/>
                  <a:moveTo>
                    <a:pt x="14220" y="0"/>
                  </a:moveTo>
                  <a:cubicBezTo>
                    <a:pt x="14189" y="32"/>
                    <a:pt x="7855" y="5226"/>
                    <a:pt x="5575" y="8139"/>
                  </a:cubicBezTo>
                  <a:cubicBezTo>
                    <a:pt x="3295" y="11053"/>
                    <a:pt x="1" y="13396"/>
                    <a:pt x="3200" y="14853"/>
                  </a:cubicBezTo>
                  <a:cubicBezTo>
                    <a:pt x="3822" y="15133"/>
                    <a:pt x="4912" y="15253"/>
                    <a:pt x="6298" y="15253"/>
                  </a:cubicBezTo>
                  <a:cubicBezTo>
                    <a:pt x="11956" y="15253"/>
                    <a:pt x="22546" y="13256"/>
                    <a:pt x="26413" y="12035"/>
                  </a:cubicBezTo>
                  <a:cubicBezTo>
                    <a:pt x="26438" y="12035"/>
                    <a:pt x="26443" y="12015"/>
                    <a:pt x="26460" y="12007"/>
                  </a:cubicBezTo>
                  <a:lnTo>
                    <a:pt x="26460" y="12007"/>
                  </a:lnTo>
                  <a:cubicBezTo>
                    <a:pt x="25768" y="12164"/>
                    <a:pt x="25077" y="12321"/>
                    <a:pt x="24386" y="12446"/>
                  </a:cubicBezTo>
                  <a:cubicBezTo>
                    <a:pt x="22564" y="12806"/>
                    <a:pt x="20726" y="13054"/>
                    <a:pt x="18883" y="13054"/>
                  </a:cubicBezTo>
                  <a:cubicBezTo>
                    <a:pt x="18132" y="13054"/>
                    <a:pt x="17379" y="13013"/>
                    <a:pt x="16627" y="12921"/>
                  </a:cubicBezTo>
                  <a:cubicBezTo>
                    <a:pt x="8425" y="11908"/>
                    <a:pt x="6556" y="7158"/>
                    <a:pt x="11845" y="2312"/>
                  </a:cubicBezTo>
                  <a:cubicBezTo>
                    <a:pt x="12669" y="1552"/>
                    <a:pt x="13460" y="792"/>
                    <a:pt x="14220" y="0"/>
                  </a:cubicBezTo>
                  <a:close/>
                </a:path>
              </a:pathLst>
            </a:custGeom>
            <a:solidFill>
              <a:srgbClr val="FFC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3"/>
            <p:cNvSpPr/>
            <p:nvPr/>
          </p:nvSpPr>
          <p:spPr>
            <a:xfrm>
              <a:off x="-11275" y="4100075"/>
              <a:ext cx="2262775" cy="749800"/>
            </a:xfrm>
            <a:custGeom>
              <a:avLst/>
              <a:gdLst/>
              <a:ahLst/>
              <a:cxnLst/>
              <a:rect l="l" t="t" r="r" b="b"/>
              <a:pathLst>
                <a:path w="90511" h="29992" extrusionOk="0">
                  <a:moveTo>
                    <a:pt x="90510" y="1"/>
                  </a:moveTo>
                  <a:lnTo>
                    <a:pt x="90510" y="1"/>
                  </a:lnTo>
                  <a:cubicBezTo>
                    <a:pt x="85792" y="1489"/>
                    <a:pt x="77146" y="4181"/>
                    <a:pt x="71066" y="5765"/>
                  </a:cubicBezTo>
                  <a:cubicBezTo>
                    <a:pt x="62293" y="8045"/>
                    <a:pt x="47536" y="6905"/>
                    <a:pt x="38225" y="10990"/>
                  </a:cubicBezTo>
                  <a:cubicBezTo>
                    <a:pt x="31217" y="14075"/>
                    <a:pt x="21589" y="17631"/>
                    <a:pt x="14677" y="17631"/>
                  </a:cubicBezTo>
                  <a:cubicBezTo>
                    <a:pt x="12437" y="17631"/>
                    <a:pt x="10482" y="17257"/>
                    <a:pt x="8994" y="16374"/>
                  </a:cubicBezTo>
                  <a:cubicBezTo>
                    <a:pt x="5036" y="14030"/>
                    <a:pt x="4624" y="9375"/>
                    <a:pt x="4624" y="6366"/>
                  </a:cubicBezTo>
                  <a:cubicBezTo>
                    <a:pt x="1964" y="7950"/>
                    <a:pt x="0" y="8995"/>
                    <a:pt x="0" y="8995"/>
                  </a:cubicBezTo>
                  <a:lnTo>
                    <a:pt x="9849" y="29991"/>
                  </a:lnTo>
                  <a:cubicBezTo>
                    <a:pt x="9849" y="29991"/>
                    <a:pt x="48581" y="12637"/>
                    <a:pt x="58176" y="11053"/>
                  </a:cubicBezTo>
                  <a:cubicBezTo>
                    <a:pt x="67772" y="9438"/>
                    <a:pt x="71921" y="8900"/>
                    <a:pt x="89244" y="603"/>
                  </a:cubicBezTo>
                  <a:cubicBezTo>
                    <a:pt x="89687" y="381"/>
                    <a:pt x="90099" y="191"/>
                    <a:pt x="90510" y="1"/>
                  </a:cubicBezTo>
                  <a:close/>
                </a:path>
              </a:pathLst>
            </a:custGeom>
            <a:solidFill>
              <a:srgbClr val="FFC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p:nvPr/>
          </p:nvSpPr>
          <p:spPr>
            <a:xfrm>
              <a:off x="3469950" y="3785775"/>
              <a:ext cx="353125" cy="353125"/>
            </a:xfrm>
            <a:custGeom>
              <a:avLst/>
              <a:gdLst/>
              <a:ahLst/>
              <a:cxnLst/>
              <a:rect l="l" t="t" r="r" b="b"/>
              <a:pathLst>
                <a:path w="14125" h="14125" extrusionOk="0">
                  <a:moveTo>
                    <a:pt x="12098" y="2027"/>
                  </a:moveTo>
                  <a:cubicBezTo>
                    <a:pt x="14125" y="4054"/>
                    <a:pt x="13523" y="7949"/>
                    <a:pt x="10736" y="10736"/>
                  </a:cubicBezTo>
                  <a:cubicBezTo>
                    <a:pt x="7949" y="13523"/>
                    <a:pt x="4054" y="14125"/>
                    <a:pt x="2027" y="12098"/>
                  </a:cubicBezTo>
                  <a:cubicBezTo>
                    <a:pt x="0" y="10071"/>
                    <a:pt x="602" y="6176"/>
                    <a:pt x="3389" y="3389"/>
                  </a:cubicBezTo>
                  <a:cubicBezTo>
                    <a:pt x="6176" y="602"/>
                    <a:pt x="10071" y="0"/>
                    <a:pt x="12098" y="2027"/>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p:nvPr/>
          </p:nvSpPr>
          <p:spPr>
            <a:xfrm>
              <a:off x="3486575" y="3890275"/>
              <a:ext cx="323050" cy="248625"/>
            </a:xfrm>
            <a:custGeom>
              <a:avLst/>
              <a:gdLst/>
              <a:ahLst/>
              <a:cxnLst/>
              <a:rect l="l" t="t" r="r" b="b"/>
              <a:pathLst>
                <a:path w="12922" h="9945" extrusionOk="0">
                  <a:moveTo>
                    <a:pt x="10071" y="4593"/>
                  </a:moveTo>
                  <a:cubicBezTo>
                    <a:pt x="7284" y="7379"/>
                    <a:pt x="3389" y="7981"/>
                    <a:pt x="1362" y="5954"/>
                  </a:cubicBezTo>
                  <a:cubicBezTo>
                    <a:pt x="760" y="5353"/>
                    <a:pt x="412" y="4624"/>
                    <a:pt x="254" y="3801"/>
                  </a:cubicBezTo>
                  <a:cubicBezTo>
                    <a:pt x="0" y="5384"/>
                    <a:pt x="349" y="6904"/>
                    <a:pt x="1362" y="7918"/>
                  </a:cubicBezTo>
                  <a:cubicBezTo>
                    <a:pt x="3389" y="9945"/>
                    <a:pt x="7284" y="9343"/>
                    <a:pt x="10071" y="6556"/>
                  </a:cubicBezTo>
                  <a:cubicBezTo>
                    <a:pt x="12034" y="4561"/>
                    <a:pt x="12921" y="2027"/>
                    <a:pt x="12541" y="1"/>
                  </a:cubicBezTo>
                  <a:cubicBezTo>
                    <a:pt x="12288" y="1552"/>
                    <a:pt x="11464" y="3231"/>
                    <a:pt x="10071" y="4593"/>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3"/>
            <p:cNvSpPr/>
            <p:nvPr/>
          </p:nvSpPr>
          <p:spPr>
            <a:xfrm>
              <a:off x="3523775" y="3839600"/>
              <a:ext cx="219325" cy="219350"/>
            </a:xfrm>
            <a:custGeom>
              <a:avLst/>
              <a:gdLst/>
              <a:ahLst/>
              <a:cxnLst/>
              <a:rect l="l" t="t" r="r" b="b"/>
              <a:pathLst>
                <a:path w="8773" h="8774" extrusionOk="0">
                  <a:moveTo>
                    <a:pt x="7601" y="1204"/>
                  </a:moveTo>
                  <a:cubicBezTo>
                    <a:pt x="8773" y="2408"/>
                    <a:pt x="8330" y="4814"/>
                    <a:pt x="6588" y="6556"/>
                  </a:cubicBezTo>
                  <a:cubicBezTo>
                    <a:pt x="4814" y="8330"/>
                    <a:pt x="2407" y="8773"/>
                    <a:pt x="1204" y="7570"/>
                  </a:cubicBezTo>
                  <a:cubicBezTo>
                    <a:pt x="1" y="6366"/>
                    <a:pt x="856" y="4371"/>
                    <a:pt x="2629" y="2629"/>
                  </a:cubicBezTo>
                  <a:cubicBezTo>
                    <a:pt x="4403" y="856"/>
                    <a:pt x="6398" y="1"/>
                    <a:pt x="7601" y="1204"/>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a:off x="3720925" y="3823275"/>
              <a:ext cx="40400" cy="28225"/>
            </a:xfrm>
            <a:custGeom>
              <a:avLst/>
              <a:gdLst/>
              <a:ahLst/>
              <a:cxnLst/>
              <a:rect l="l" t="t" r="r" b="b"/>
              <a:pathLst>
                <a:path w="1616" h="1129" extrusionOk="0">
                  <a:moveTo>
                    <a:pt x="449" y="1"/>
                  </a:moveTo>
                  <a:cubicBezTo>
                    <a:pt x="293" y="1"/>
                    <a:pt x="139" y="92"/>
                    <a:pt x="64" y="242"/>
                  </a:cubicBezTo>
                  <a:cubicBezTo>
                    <a:pt x="0" y="464"/>
                    <a:pt x="95" y="685"/>
                    <a:pt x="285" y="749"/>
                  </a:cubicBezTo>
                  <a:cubicBezTo>
                    <a:pt x="539" y="844"/>
                    <a:pt x="760" y="939"/>
                    <a:pt x="982" y="1065"/>
                  </a:cubicBezTo>
                  <a:cubicBezTo>
                    <a:pt x="1045" y="1129"/>
                    <a:pt x="1109" y="1129"/>
                    <a:pt x="1172" y="1129"/>
                  </a:cubicBezTo>
                  <a:cubicBezTo>
                    <a:pt x="1330" y="1129"/>
                    <a:pt x="1457" y="1065"/>
                    <a:pt x="1520" y="939"/>
                  </a:cubicBezTo>
                  <a:cubicBezTo>
                    <a:pt x="1615" y="749"/>
                    <a:pt x="1552" y="495"/>
                    <a:pt x="1362" y="400"/>
                  </a:cubicBezTo>
                  <a:cubicBezTo>
                    <a:pt x="1109" y="242"/>
                    <a:pt x="855" y="115"/>
                    <a:pt x="570" y="20"/>
                  </a:cubicBezTo>
                  <a:cubicBezTo>
                    <a:pt x="531" y="7"/>
                    <a:pt x="490" y="1"/>
                    <a:pt x="449" y="1"/>
                  </a:cubicBezTo>
                  <a:close/>
                </a:path>
              </a:pathLst>
            </a:custGeom>
            <a:solidFill>
              <a:srgbClr val="F79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3580000" y="3815700"/>
              <a:ext cx="129075" cy="60350"/>
            </a:xfrm>
            <a:custGeom>
              <a:avLst/>
              <a:gdLst/>
              <a:ahLst/>
              <a:cxnLst/>
              <a:rect l="l" t="t" r="r" b="b"/>
              <a:pathLst>
                <a:path w="5163" h="2414" extrusionOk="0">
                  <a:moveTo>
                    <a:pt x="4522" y="0"/>
                  </a:moveTo>
                  <a:cubicBezTo>
                    <a:pt x="2113" y="0"/>
                    <a:pt x="251" y="1656"/>
                    <a:pt x="190" y="1717"/>
                  </a:cubicBezTo>
                  <a:cubicBezTo>
                    <a:pt x="0" y="1875"/>
                    <a:pt x="0" y="2097"/>
                    <a:pt x="158" y="2287"/>
                  </a:cubicBezTo>
                  <a:cubicBezTo>
                    <a:pt x="222" y="2350"/>
                    <a:pt x="349" y="2414"/>
                    <a:pt x="444" y="2414"/>
                  </a:cubicBezTo>
                  <a:cubicBezTo>
                    <a:pt x="539" y="2414"/>
                    <a:pt x="634" y="2382"/>
                    <a:pt x="697" y="2287"/>
                  </a:cubicBezTo>
                  <a:cubicBezTo>
                    <a:pt x="727" y="2287"/>
                    <a:pt x="2400" y="791"/>
                    <a:pt x="4473" y="791"/>
                  </a:cubicBezTo>
                  <a:cubicBezTo>
                    <a:pt x="4554" y="791"/>
                    <a:pt x="4636" y="794"/>
                    <a:pt x="4719" y="798"/>
                  </a:cubicBezTo>
                  <a:cubicBezTo>
                    <a:pt x="4941" y="798"/>
                    <a:pt x="5131" y="640"/>
                    <a:pt x="5131" y="418"/>
                  </a:cubicBezTo>
                  <a:cubicBezTo>
                    <a:pt x="5162" y="197"/>
                    <a:pt x="5004" y="7"/>
                    <a:pt x="4782" y="7"/>
                  </a:cubicBezTo>
                  <a:cubicBezTo>
                    <a:pt x="4695" y="2"/>
                    <a:pt x="4608" y="0"/>
                    <a:pt x="4522" y="0"/>
                  </a:cubicBezTo>
                  <a:close/>
                </a:path>
              </a:pathLst>
            </a:custGeom>
            <a:solidFill>
              <a:srgbClr val="F79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p:nvPr/>
          </p:nvSpPr>
          <p:spPr>
            <a:xfrm>
              <a:off x="3946550" y="3726400"/>
              <a:ext cx="338100" cy="338875"/>
            </a:xfrm>
            <a:custGeom>
              <a:avLst/>
              <a:gdLst/>
              <a:ahLst/>
              <a:cxnLst/>
              <a:rect l="l" t="t" r="r" b="b"/>
              <a:pathLst>
                <a:path w="13524" h="13555" extrusionOk="0">
                  <a:moveTo>
                    <a:pt x="10262" y="3262"/>
                  </a:moveTo>
                  <a:cubicBezTo>
                    <a:pt x="12954" y="5922"/>
                    <a:pt x="13524" y="9659"/>
                    <a:pt x="11592" y="11591"/>
                  </a:cubicBezTo>
                  <a:cubicBezTo>
                    <a:pt x="9660" y="13554"/>
                    <a:pt x="5923" y="12953"/>
                    <a:pt x="3231" y="10293"/>
                  </a:cubicBezTo>
                  <a:cubicBezTo>
                    <a:pt x="571" y="7632"/>
                    <a:pt x="1" y="3895"/>
                    <a:pt x="1933" y="1964"/>
                  </a:cubicBezTo>
                  <a:cubicBezTo>
                    <a:pt x="3865" y="0"/>
                    <a:pt x="7601" y="602"/>
                    <a:pt x="10262" y="3262"/>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3"/>
            <p:cNvSpPr/>
            <p:nvPr/>
          </p:nvSpPr>
          <p:spPr>
            <a:xfrm>
              <a:off x="3959225" y="3826950"/>
              <a:ext cx="309600" cy="238325"/>
            </a:xfrm>
            <a:custGeom>
              <a:avLst/>
              <a:gdLst/>
              <a:ahLst/>
              <a:cxnLst/>
              <a:rect l="l" t="t" r="r" b="b"/>
              <a:pathLst>
                <a:path w="12384" h="9533" extrusionOk="0">
                  <a:moveTo>
                    <a:pt x="2724" y="4402"/>
                  </a:moveTo>
                  <a:cubicBezTo>
                    <a:pt x="5416" y="7062"/>
                    <a:pt x="9153" y="7632"/>
                    <a:pt x="11085" y="5700"/>
                  </a:cubicBezTo>
                  <a:cubicBezTo>
                    <a:pt x="11655" y="5130"/>
                    <a:pt x="12003" y="4402"/>
                    <a:pt x="12130" y="3610"/>
                  </a:cubicBezTo>
                  <a:cubicBezTo>
                    <a:pt x="12383" y="5162"/>
                    <a:pt x="12067" y="6587"/>
                    <a:pt x="11085" y="7569"/>
                  </a:cubicBezTo>
                  <a:cubicBezTo>
                    <a:pt x="9153" y="9532"/>
                    <a:pt x="5416" y="8931"/>
                    <a:pt x="2724" y="6271"/>
                  </a:cubicBezTo>
                  <a:cubicBezTo>
                    <a:pt x="856" y="4370"/>
                    <a:pt x="1" y="1964"/>
                    <a:pt x="349" y="0"/>
                  </a:cubicBezTo>
                  <a:cubicBezTo>
                    <a:pt x="602" y="1488"/>
                    <a:pt x="1426" y="3072"/>
                    <a:pt x="2724" y="4402"/>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a:off x="4022575" y="3778650"/>
              <a:ext cx="210625" cy="209825"/>
            </a:xfrm>
            <a:custGeom>
              <a:avLst/>
              <a:gdLst/>
              <a:ahLst/>
              <a:cxnLst/>
              <a:rect l="l" t="t" r="r" b="b"/>
              <a:pathLst>
                <a:path w="8425" h="8393" extrusionOk="0">
                  <a:moveTo>
                    <a:pt x="1172" y="1140"/>
                  </a:moveTo>
                  <a:cubicBezTo>
                    <a:pt x="0" y="2280"/>
                    <a:pt x="444" y="4592"/>
                    <a:pt x="2122" y="6271"/>
                  </a:cubicBezTo>
                  <a:cubicBezTo>
                    <a:pt x="3832" y="7949"/>
                    <a:pt x="6112" y="8393"/>
                    <a:pt x="7284" y="7252"/>
                  </a:cubicBezTo>
                  <a:cubicBezTo>
                    <a:pt x="8424" y="6112"/>
                    <a:pt x="7601" y="4181"/>
                    <a:pt x="5922" y="2502"/>
                  </a:cubicBezTo>
                  <a:cubicBezTo>
                    <a:pt x="4212" y="824"/>
                    <a:pt x="2312" y="0"/>
                    <a:pt x="1172" y="1140"/>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3"/>
            <p:cNvSpPr/>
            <p:nvPr/>
          </p:nvSpPr>
          <p:spPr>
            <a:xfrm>
              <a:off x="4005150" y="3762325"/>
              <a:ext cx="39600" cy="27425"/>
            </a:xfrm>
            <a:custGeom>
              <a:avLst/>
              <a:gdLst/>
              <a:ahLst/>
              <a:cxnLst/>
              <a:rect l="l" t="t" r="r" b="b"/>
              <a:pathLst>
                <a:path w="1584" h="1097" extrusionOk="0">
                  <a:moveTo>
                    <a:pt x="1135" y="0"/>
                  </a:moveTo>
                  <a:cubicBezTo>
                    <a:pt x="1095" y="0"/>
                    <a:pt x="1054" y="7"/>
                    <a:pt x="1014" y="20"/>
                  </a:cubicBezTo>
                  <a:cubicBezTo>
                    <a:pt x="760" y="115"/>
                    <a:pt x="507" y="242"/>
                    <a:pt x="254" y="400"/>
                  </a:cubicBezTo>
                  <a:cubicBezTo>
                    <a:pt x="64" y="495"/>
                    <a:pt x="0" y="717"/>
                    <a:pt x="95" y="907"/>
                  </a:cubicBezTo>
                  <a:cubicBezTo>
                    <a:pt x="190" y="1033"/>
                    <a:pt x="317" y="1097"/>
                    <a:pt x="444" y="1097"/>
                  </a:cubicBezTo>
                  <a:cubicBezTo>
                    <a:pt x="507" y="1097"/>
                    <a:pt x="570" y="1097"/>
                    <a:pt x="634" y="1033"/>
                  </a:cubicBezTo>
                  <a:cubicBezTo>
                    <a:pt x="855" y="938"/>
                    <a:pt x="1046" y="812"/>
                    <a:pt x="1267" y="748"/>
                  </a:cubicBezTo>
                  <a:cubicBezTo>
                    <a:pt x="1489" y="653"/>
                    <a:pt x="1584" y="463"/>
                    <a:pt x="1489" y="242"/>
                  </a:cubicBezTo>
                  <a:cubicBezTo>
                    <a:pt x="1439" y="91"/>
                    <a:pt x="1289" y="0"/>
                    <a:pt x="1135" y="0"/>
                  </a:cubicBezTo>
                  <a:close/>
                </a:path>
              </a:pathLst>
            </a:custGeom>
            <a:solidFill>
              <a:srgbClr val="F79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p:nvPr/>
          </p:nvSpPr>
          <p:spPr>
            <a:xfrm>
              <a:off x="4055825" y="3755525"/>
              <a:ext cx="123525" cy="57200"/>
            </a:xfrm>
            <a:custGeom>
              <a:avLst/>
              <a:gdLst/>
              <a:ahLst/>
              <a:cxnLst/>
              <a:rect l="l" t="t" r="r" b="b"/>
              <a:pathLst>
                <a:path w="4941" h="2288" extrusionOk="0">
                  <a:moveTo>
                    <a:pt x="641" y="0"/>
                  </a:moveTo>
                  <a:cubicBezTo>
                    <a:pt x="554" y="0"/>
                    <a:pt x="468" y="2"/>
                    <a:pt x="380" y="7"/>
                  </a:cubicBezTo>
                  <a:cubicBezTo>
                    <a:pt x="159" y="7"/>
                    <a:pt x="0" y="197"/>
                    <a:pt x="0" y="419"/>
                  </a:cubicBezTo>
                  <a:cubicBezTo>
                    <a:pt x="32" y="609"/>
                    <a:pt x="190" y="767"/>
                    <a:pt x="412" y="767"/>
                  </a:cubicBezTo>
                  <a:cubicBezTo>
                    <a:pt x="494" y="762"/>
                    <a:pt x="575" y="760"/>
                    <a:pt x="656" y="760"/>
                  </a:cubicBezTo>
                  <a:cubicBezTo>
                    <a:pt x="2636" y="760"/>
                    <a:pt x="4245" y="2192"/>
                    <a:pt x="4276" y="2192"/>
                  </a:cubicBezTo>
                  <a:cubicBezTo>
                    <a:pt x="4339" y="2255"/>
                    <a:pt x="4434" y="2287"/>
                    <a:pt x="4529" y="2287"/>
                  </a:cubicBezTo>
                  <a:cubicBezTo>
                    <a:pt x="4624" y="2287"/>
                    <a:pt x="4719" y="2255"/>
                    <a:pt x="4814" y="2160"/>
                  </a:cubicBezTo>
                  <a:cubicBezTo>
                    <a:pt x="4941" y="2034"/>
                    <a:pt x="4941" y="1780"/>
                    <a:pt x="4782" y="1654"/>
                  </a:cubicBezTo>
                  <a:cubicBezTo>
                    <a:pt x="4691" y="1562"/>
                    <a:pt x="2923" y="0"/>
                    <a:pt x="641" y="0"/>
                  </a:cubicBezTo>
                  <a:close/>
                </a:path>
              </a:pathLst>
            </a:custGeom>
            <a:solidFill>
              <a:srgbClr val="F79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3"/>
            <p:cNvSpPr/>
            <p:nvPr/>
          </p:nvSpPr>
          <p:spPr>
            <a:xfrm>
              <a:off x="3810375" y="3506300"/>
              <a:ext cx="266050" cy="201900"/>
            </a:xfrm>
            <a:custGeom>
              <a:avLst/>
              <a:gdLst/>
              <a:ahLst/>
              <a:cxnLst/>
              <a:rect l="l" t="t" r="r" b="b"/>
              <a:pathLst>
                <a:path w="10642" h="8076" extrusionOk="0">
                  <a:moveTo>
                    <a:pt x="10357" y="3357"/>
                  </a:moveTo>
                  <a:cubicBezTo>
                    <a:pt x="10642" y="5384"/>
                    <a:pt x="8583" y="7347"/>
                    <a:pt x="5796" y="7696"/>
                  </a:cubicBezTo>
                  <a:cubicBezTo>
                    <a:pt x="3009" y="8076"/>
                    <a:pt x="539" y="6714"/>
                    <a:pt x="254" y="4687"/>
                  </a:cubicBezTo>
                  <a:cubicBezTo>
                    <a:pt x="1" y="2660"/>
                    <a:pt x="2059" y="729"/>
                    <a:pt x="4846" y="349"/>
                  </a:cubicBezTo>
                  <a:cubicBezTo>
                    <a:pt x="7633" y="0"/>
                    <a:pt x="10103" y="1330"/>
                    <a:pt x="10357" y="3357"/>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3"/>
            <p:cNvSpPr/>
            <p:nvPr/>
          </p:nvSpPr>
          <p:spPr>
            <a:xfrm>
              <a:off x="3813550" y="3553000"/>
              <a:ext cx="247825" cy="154425"/>
            </a:xfrm>
            <a:custGeom>
              <a:avLst/>
              <a:gdLst/>
              <a:ahLst/>
              <a:cxnLst/>
              <a:rect l="l" t="t" r="r" b="b"/>
              <a:pathLst>
                <a:path w="9913" h="6177" extrusionOk="0">
                  <a:moveTo>
                    <a:pt x="6524" y="4719"/>
                  </a:moveTo>
                  <a:cubicBezTo>
                    <a:pt x="3737" y="5068"/>
                    <a:pt x="1267" y="3738"/>
                    <a:pt x="1014" y="1711"/>
                  </a:cubicBezTo>
                  <a:cubicBezTo>
                    <a:pt x="919" y="1109"/>
                    <a:pt x="1046" y="539"/>
                    <a:pt x="1331" y="1"/>
                  </a:cubicBezTo>
                  <a:cubicBezTo>
                    <a:pt x="476" y="761"/>
                    <a:pt x="1" y="1774"/>
                    <a:pt x="159" y="2819"/>
                  </a:cubicBezTo>
                  <a:cubicBezTo>
                    <a:pt x="412" y="4846"/>
                    <a:pt x="2882" y="6176"/>
                    <a:pt x="5669" y="5828"/>
                  </a:cubicBezTo>
                  <a:cubicBezTo>
                    <a:pt x="7633" y="5574"/>
                    <a:pt x="9248" y="4529"/>
                    <a:pt x="9913" y="3199"/>
                  </a:cubicBezTo>
                  <a:cubicBezTo>
                    <a:pt x="9090" y="3959"/>
                    <a:pt x="7886" y="4529"/>
                    <a:pt x="6524" y="4719"/>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3"/>
            <p:cNvSpPr/>
            <p:nvPr/>
          </p:nvSpPr>
          <p:spPr>
            <a:xfrm>
              <a:off x="3857875" y="3543500"/>
              <a:ext cx="167100" cy="110075"/>
            </a:xfrm>
            <a:custGeom>
              <a:avLst/>
              <a:gdLst/>
              <a:ahLst/>
              <a:cxnLst/>
              <a:rect l="l" t="t" r="r" b="b"/>
              <a:pathLst>
                <a:path w="6684" h="4403" extrusionOk="0">
                  <a:moveTo>
                    <a:pt x="6556" y="1584"/>
                  </a:moveTo>
                  <a:cubicBezTo>
                    <a:pt x="6683" y="2787"/>
                    <a:pt x="5385" y="3959"/>
                    <a:pt x="3643" y="4181"/>
                  </a:cubicBezTo>
                  <a:cubicBezTo>
                    <a:pt x="1869" y="4403"/>
                    <a:pt x="318" y="3643"/>
                    <a:pt x="159" y="2439"/>
                  </a:cubicBezTo>
                  <a:cubicBezTo>
                    <a:pt x="1" y="1236"/>
                    <a:pt x="1363" y="476"/>
                    <a:pt x="3105" y="222"/>
                  </a:cubicBezTo>
                  <a:cubicBezTo>
                    <a:pt x="4878" y="1"/>
                    <a:pt x="6398" y="381"/>
                    <a:pt x="6556" y="1584"/>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3"/>
            <p:cNvSpPr/>
            <p:nvPr/>
          </p:nvSpPr>
          <p:spPr>
            <a:xfrm>
              <a:off x="4039975" y="3563500"/>
              <a:ext cx="23000" cy="27250"/>
            </a:xfrm>
            <a:custGeom>
              <a:avLst/>
              <a:gdLst/>
              <a:ahLst/>
              <a:cxnLst/>
              <a:rect l="l" t="t" r="r" b="b"/>
              <a:pathLst>
                <a:path w="920" h="1090" extrusionOk="0">
                  <a:moveTo>
                    <a:pt x="329" y="0"/>
                  </a:moveTo>
                  <a:cubicBezTo>
                    <a:pt x="269" y="0"/>
                    <a:pt x="209" y="18"/>
                    <a:pt x="159" y="56"/>
                  </a:cubicBezTo>
                  <a:cubicBezTo>
                    <a:pt x="33" y="119"/>
                    <a:pt x="1" y="309"/>
                    <a:pt x="64" y="436"/>
                  </a:cubicBezTo>
                  <a:cubicBezTo>
                    <a:pt x="191" y="594"/>
                    <a:pt x="254" y="752"/>
                    <a:pt x="318" y="911"/>
                  </a:cubicBezTo>
                  <a:cubicBezTo>
                    <a:pt x="349" y="974"/>
                    <a:pt x="381" y="1006"/>
                    <a:pt x="413" y="1037"/>
                  </a:cubicBezTo>
                  <a:cubicBezTo>
                    <a:pt x="450" y="1074"/>
                    <a:pt x="509" y="1090"/>
                    <a:pt x="570" y="1090"/>
                  </a:cubicBezTo>
                  <a:cubicBezTo>
                    <a:pt x="613" y="1090"/>
                    <a:pt x="658" y="1082"/>
                    <a:pt x="698" y="1069"/>
                  </a:cubicBezTo>
                  <a:cubicBezTo>
                    <a:pt x="824" y="1006"/>
                    <a:pt x="919" y="847"/>
                    <a:pt x="856" y="689"/>
                  </a:cubicBezTo>
                  <a:cubicBezTo>
                    <a:pt x="761" y="499"/>
                    <a:pt x="666" y="309"/>
                    <a:pt x="571" y="119"/>
                  </a:cubicBezTo>
                  <a:cubicBezTo>
                    <a:pt x="513" y="42"/>
                    <a:pt x="421" y="0"/>
                    <a:pt x="329" y="0"/>
                  </a:cubicBezTo>
                  <a:close/>
                </a:path>
              </a:pathLst>
            </a:custGeom>
            <a:solidFill>
              <a:srgbClr val="F79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3"/>
            <p:cNvSpPr/>
            <p:nvPr/>
          </p:nvSpPr>
          <p:spPr>
            <a:xfrm>
              <a:off x="3946550" y="3520825"/>
              <a:ext cx="93450" cy="38650"/>
            </a:xfrm>
            <a:custGeom>
              <a:avLst/>
              <a:gdLst/>
              <a:ahLst/>
              <a:cxnLst/>
              <a:rect l="l" t="t" r="r" b="b"/>
              <a:pathLst>
                <a:path w="3738" h="1546" extrusionOk="0">
                  <a:moveTo>
                    <a:pt x="587" y="1"/>
                  </a:moveTo>
                  <a:cubicBezTo>
                    <a:pt x="397" y="1"/>
                    <a:pt x="276" y="13"/>
                    <a:pt x="254" y="21"/>
                  </a:cubicBezTo>
                  <a:cubicBezTo>
                    <a:pt x="96" y="21"/>
                    <a:pt x="1" y="148"/>
                    <a:pt x="1" y="306"/>
                  </a:cubicBezTo>
                  <a:cubicBezTo>
                    <a:pt x="1" y="401"/>
                    <a:pt x="64" y="464"/>
                    <a:pt x="128" y="496"/>
                  </a:cubicBezTo>
                  <a:cubicBezTo>
                    <a:pt x="159" y="559"/>
                    <a:pt x="254" y="559"/>
                    <a:pt x="318" y="559"/>
                  </a:cubicBezTo>
                  <a:cubicBezTo>
                    <a:pt x="318" y="559"/>
                    <a:pt x="384" y="554"/>
                    <a:pt x="499" y="554"/>
                  </a:cubicBezTo>
                  <a:cubicBezTo>
                    <a:pt x="976" y="554"/>
                    <a:pt x="2288" y="636"/>
                    <a:pt x="3231" y="1478"/>
                  </a:cubicBezTo>
                  <a:cubicBezTo>
                    <a:pt x="3290" y="1522"/>
                    <a:pt x="3356" y="1545"/>
                    <a:pt x="3422" y="1545"/>
                  </a:cubicBezTo>
                  <a:cubicBezTo>
                    <a:pt x="3498" y="1545"/>
                    <a:pt x="3575" y="1514"/>
                    <a:pt x="3643" y="1446"/>
                  </a:cubicBezTo>
                  <a:cubicBezTo>
                    <a:pt x="3738" y="1319"/>
                    <a:pt x="3738" y="1161"/>
                    <a:pt x="3611" y="1034"/>
                  </a:cubicBezTo>
                  <a:cubicBezTo>
                    <a:pt x="2568" y="136"/>
                    <a:pt x="1208" y="1"/>
                    <a:pt x="587" y="1"/>
                  </a:cubicBezTo>
                  <a:close/>
                </a:path>
              </a:pathLst>
            </a:custGeom>
            <a:solidFill>
              <a:srgbClr val="F79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3"/>
            <p:cNvSpPr/>
            <p:nvPr/>
          </p:nvSpPr>
          <p:spPr>
            <a:xfrm>
              <a:off x="3808800" y="4066825"/>
              <a:ext cx="273950" cy="227250"/>
            </a:xfrm>
            <a:custGeom>
              <a:avLst/>
              <a:gdLst/>
              <a:ahLst/>
              <a:cxnLst/>
              <a:rect l="l" t="t" r="r" b="b"/>
              <a:pathLst>
                <a:path w="10958" h="9090" extrusionOk="0">
                  <a:moveTo>
                    <a:pt x="7063" y="1204"/>
                  </a:moveTo>
                  <a:cubicBezTo>
                    <a:pt x="9596" y="2408"/>
                    <a:pt x="10958" y="4878"/>
                    <a:pt x="10071" y="6715"/>
                  </a:cubicBezTo>
                  <a:cubicBezTo>
                    <a:pt x="9216" y="8551"/>
                    <a:pt x="6461" y="9090"/>
                    <a:pt x="3896" y="7918"/>
                  </a:cubicBezTo>
                  <a:cubicBezTo>
                    <a:pt x="1362" y="6715"/>
                    <a:pt x="1" y="4244"/>
                    <a:pt x="887" y="2376"/>
                  </a:cubicBezTo>
                  <a:cubicBezTo>
                    <a:pt x="1742" y="539"/>
                    <a:pt x="4498" y="1"/>
                    <a:pt x="7063" y="1204"/>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3"/>
            <p:cNvSpPr/>
            <p:nvPr/>
          </p:nvSpPr>
          <p:spPr>
            <a:xfrm>
              <a:off x="3825425" y="4158675"/>
              <a:ext cx="247050" cy="136200"/>
            </a:xfrm>
            <a:custGeom>
              <a:avLst/>
              <a:gdLst/>
              <a:ahLst/>
              <a:cxnLst/>
              <a:rect l="l" t="t" r="r" b="b"/>
              <a:pathLst>
                <a:path w="9882" h="5448" extrusionOk="0">
                  <a:moveTo>
                    <a:pt x="2756" y="2914"/>
                  </a:moveTo>
                  <a:cubicBezTo>
                    <a:pt x="5321" y="4117"/>
                    <a:pt x="8076" y="3579"/>
                    <a:pt x="8963" y="1742"/>
                  </a:cubicBezTo>
                  <a:cubicBezTo>
                    <a:pt x="9216" y="1204"/>
                    <a:pt x="9280" y="602"/>
                    <a:pt x="9185" y="0"/>
                  </a:cubicBezTo>
                  <a:cubicBezTo>
                    <a:pt x="9723" y="1014"/>
                    <a:pt x="9881" y="2122"/>
                    <a:pt x="9438" y="3041"/>
                  </a:cubicBezTo>
                  <a:cubicBezTo>
                    <a:pt x="8551" y="4909"/>
                    <a:pt x="5796" y="5447"/>
                    <a:pt x="3231" y="4244"/>
                  </a:cubicBezTo>
                  <a:cubicBezTo>
                    <a:pt x="1426" y="3389"/>
                    <a:pt x="222" y="1900"/>
                    <a:pt x="1" y="444"/>
                  </a:cubicBezTo>
                  <a:cubicBezTo>
                    <a:pt x="539" y="1425"/>
                    <a:pt x="1521" y="2344"/>
                    <a:pt x="2756" y="2914"/>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3"/>
            <p:cNvSpPr/>
            <p:nvPr/>
          </p:nvSpPr>
          <p:spPr>
            <a:xfrm>
              <a:off x="3865800" y="4107200"/>
              <a:ext cx="171050" cy="130675"/>
            </a:xfrm>
            <a:custGeom>
              <a:avLst/>
              <a:gdLst/>
              <a:ahLst/>
              <a:cxnLst/>
              <a:rect l="l" t="t" r="r" b="b"/>
              <a:pathLst>
                <a:path w="6842" h="5227" extrusionOk="0">
                  <a:moveTo>
                    <a:pt x="507" y="1109"/>
                  </a:moveTo>
                  <a:cubicBezTo>
                    <a:pt x="1" y="2218"/>
                    <a:pt x="887" y="3706"/>
                    <a:pt x="2503" y="4466"/>
                  </a:cubicBezTo>
                  <a:cubicBezTo>
                    <a:pt x="4086" y="5226"/>
                    <a:pt x="5828" y="4941"/>
                    <a:pt x="6334" y="3833"/>
                  </a:cubicBezTo>
                  <a:cubicBezTo>
                    <a:pt x="6841" y="2756"/>
                    <a:pt x="5796" y="1616"/>
                    <a:pt x="4181" y="856"/>
                  </a:cubicBezTo>
                  <a:cubicBezTo>
                    <a:pt x="2566" y="96"/>
                    <a:pt x="1014" y="1"/>
                    <a:pt x="507" y="1109"/>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a:off x="3838875" y="4107575"/>
              <a:ext cx="26150" cy="24500"/>
            </a:xfrm>
            <a:custGeom>
              <a:avLst/>
              <a:gdLst/>
              <a:ahLst/>
              <a:cxnLst/>
              <a:rect l="l" t="t" r="r" b="b"/>
              <a:pathLst>
                <a:path w="1046" h="980" extrusionOk="0">
                  <a:moveTo>
                    <a:pt x="729" y="0"/>
                  </a:moveTo>
                  <a:cubicBezTo>
                    <a:pt x="663" y="0"/>
                    <a:pt x="595" y="25"/>
                    <a:pt x="539" y="81"/>
                  </a:cubicBezTo>
                  <a:cubicBezTo>
                    <a:pt x="381" y="208"/>
                    <a:pt x="254" y="366"/>
                    <a:pt x="96" y="524"/>
                  </a:cubicBezTo>
                  <a:cubicBezTo>
                    <a:pt x="1" y="651"/>
                    <a:pt x="1" y="809"/>
                    <a:pt x="128" y="904"/>
                  </a:cubicBezTo>
                  <a:cubicBezTo>
                    <a:pt x="197" y="951"/>
                    <a:pt x="267" y="980"/>
                    <a:pt x="336" y="980"/>
                  </a:cubicBezTo>
                  <a:cubicBezTo>
                    <a:pt x="362" y="980"/>
                    <a:pt x="387" y="976"/>
                    <a:pt x="413" y="968"/>
                  </a:cubicBezTo>
                  <a:cubicBezTo>
                    <a:pt x="476" y="936"/>
                    <a:pt x="508" y="904"/>
                    <a:pt x="539" y="873"/>
                  </a:cubicBezTo>
                  <a:cubicBezTo>
                    <a:pt x="666" y="746"/>
                    <a:pt x="793" y="619"/>
                    <a:pt x="919" y="493"/>
                  </a:cubicBezTo>
                  <a:cubicBezTo>
                    <a:pt x="1046" y="398"/>
                    <a:pt x="1046" y="208"/>
                    <a:pt x="951" y="113"/>
                  </a:cubicBezTo>
                  <a:cubicBezTo>
                    <a:pt x="898" y="41"/>
                    <a:pt x="814" y="0"/>
                    <a:pt x="729" y="0"/>
                  </a:cubicBezTo>
                  <a:close/>
                </a:path>
              </a:pathLst>
            </a:custGeom>
            <a:solidFill>
              <a:srgbClr val="F79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3"/>
            <p:cNvSpPr/>
            <p:nvPr/>
          </p:nvSpPr>
          <p:spPr>
            <a:xfrm>
              <a:off x="3869775" y="4087625"/>
              <a:ext cx="98175" cy="21975"/>
            </a:xfrm>
            <a:custGeom>
              <a:avLst/>
              <a:gdLst/>
              <a:ahLst/>
              <a:cxnLst/>
              <a:rect l="l" t="t" r="r" b="b"/>
              <a:pathLst>
                <a:path w="3927" h="879" extrusionOk="0">
                  <a:moveTo>
                    <a:pt x="1831" y="0"/>
                  </a:moveTo>
                  <a:cubicBezTo>
                    <a:pt x="1325" y="0"/>
                    <a:pt x="767" y="78"/>
                    <a:pt x="222" y="309"/>
                  </a:cubicBezTo>
                  <a:cubicBezTo>
                    <a:pt x="63" y="372"/>
                    <a:pt x="0" y="530"/>
                    <a:pt x="63" y="689"/>
                  </a:cubicBezTo>
                  <a:cubicBezTo>
                    <a:pt x="110" y="782"/>
                    <a:pt x="207" y="840"/>
                    <a:pt x="318" y="840"/>
                  </a:cubicBezTo>
                  <a:cubicBezTo>
                    <a:pt x="359" y="840"/>
                    <a:pt x="401" y="832"/>
                    <a:pt x="443" y="816"/>
                  </a:cubicBezTo>
                  <a:cubicBezTo>
                    <a:pt x="902" y="622"/>
                    <a:pt x="1381" y="556"/>
                    <a:pt x="1819" y="556"/>
                  </a:cubicBezTo>
                  <a:cubicBezTo>
                    <a:pt x="2741" y="556"/>
                    <a:pt x="3484" y="847"/>
                    <a:pt x="3484" y="847"/>
                  </a:cubicBezTo>
                  <a:cubicBezTo>
                    <a:pt x="3579" y="879"/>
                    <a:pt x="3642" y="879"/>
                    <a:pt x="3705" y="879"/>
                  </a:cubicBezTo>
                  <a:cubicBezTo>
                    <a:pt x="3769" y="847"/>
                    <a:pt x="3832" y="784"/>
                    <a:pt x="3864" y="721"/>
                  </a:cubicBezTo>
                  <a:cubicBezTo>
                    <a:pt x="3927" y="562"/>
                    <a:pt x="3864" y="404"/>
                    <a:pt x="3705" y="340"/>
                  </a:cubicBezTo>
                  <a:cubicBezTo>
                    <a:pt x="3663" y="319"/>
                    <a:pt x="2855" y="0"/>
                    <a:pt x="1831" y="0"/>
                  </a:cubicBezTo>
                  <a:close/>
                </a:path>
              </a:pathLst>
            </a:custGeom>
            <a:solidFill>
              <a:srgbClr val="F79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3"/>
            <p:cNvSpPr/>
            <p:nvPr/>
          </p:nvSpPr>
          <p:spPr>
            <a:xfrm>
              <a:off x="1024300" y="2497525"/>
              <a:ext cx="313550" cy="301050"/>
            </a:xfrm>
            <a:custGeom>
              <a:avLst/>
              <a:gdLst/>
              <a:ahLst/>
              <a:cxnLst/>
              <a:rect l="l" t="t" r="r" b="b"/>
              <a:pathLst>
                <a:path w="12542" h="12042" extrusionOk="0">
                  <a:moveTo>
                    <a:pt x="4334" y="1"/>
                  </a:moveTo>
                  <a:cubicBezTo>
                    <a:pt x="4109" y="1"/>
                    <a:pt x="3886" y="74"/>
                    <a:pt x="3706" y="227"/>
                  </a:cubicBezTo>
                  <a:cubicBezTo>
                    <a:pt x="634" y="2824"/>
                    <a:pt x="0" y="7162"/>
                    <a:pt x="2312" y="9917"/>
                  </a:cubicBezTo>
                  <a:cubicBezTo>
                    <a:pt x="3493" y="11328"/>
                    <a:pt x="5234" y="12042"/>
                    <a:pt x="7070" y="12042"/>
                  </a:cubicBezTo>
                  <a:cubicBezTo>
                    <a:pt x="8779" y="12042"/>
                    <a:pt x="10570" y="11423"/>
                    <a:pt x="12066" y="10171"/>
                  </a:cubicBezTo>
                  <a:cubicBezTo>
                    <a:pt x="12478" y="9822"/>
                    <a:pt x="12541" y="9189"/>
                    <a:pt x="12161" y="8746"/>
                  </a:cubicBezTo>
                  <a:cubicBezTo>
                    <a:pt x="11965" y="8514"/>
                    <a:pt x="11680" y="8393"/>
                    <a:pt x="11394" y="8393"/>
                  </a:cubicBezTo>
                  <a:cubicBezTo>
                    <a:pt x="11171" y="8393"/>
                    <a:pt x="10948" y="8466"/>
                    <a:pt x="10768" y="8619"/>
                  </a:cubicBezTo>
                  <a:cubicBezTo>
                    <a:pt x="9653" y="9561"/>
                    <a:pt x="8328" y="10028"/>
                    <a:pt x="7082" y="10028"/>
                  </a:cubicBezTo>
                  <a:cubicBezTo>
                    <a:pt x="5815" y="10028"/>
                    <a:pt x="4631" y="9545"/>
                    <a:pt x="3832" y="8587"/>
                  </a:cubicBezTo>
                  <a:cubicBezTo>
                    <a:pt x="2249" y="6719"/>
                    <a:pt x="2756" y="3647"/>
                    <a:pt x="5004" y="1778"/>
                  </a:cubicBezTo>
                  <a:cubicBezTo>
                    <a:pt x="5416" y="1430"/>
                    <a:pt x="5479" y="797"/>
                    <a:pt x="5131" y="353"/>
                  </a:cubicBezTo>
                  <a:cubicBezTo>
                    <a:pt x="4917" y="122"/>
                    <a:pt x="4623" y="1"/>
                    <a:pt x="4334"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3"/>
            <p:cNvSpPr/>
            <p:nvPr/>
          </p:nvSpPr>
          <p:spPr>
            <a:xfrm>
              <a:off x="783600" y="2659475"/>
              <a:ext cx="394325" cy="341400"/>
            </a:xfrm>
            <a:custGeom>
              <a:avLst/>
              <a:gdLst/>
              <a:ahLst/>
              <a:cxnLst/>
              <a:rect l="l" t="t" r="r" b="b"/>
              <a:pathLst>
                <a:path w="15773" h="13656" extrusionOk="0">
                  <a:moveTo>
                    <a:pt x="8682" y="2010"/>
                  </a:moveTo>
                  <a:cubicBezTo>
                    <a:pt x="9943" y="2010"/>
                    <a:pt x="11129" y="2485"/>
                    <a:pt x="11940" y="3439"/>
                  </a:cubicBezTo>
                  <a:cubicBezTo>
                    <a:pt x="13524" y="5308"/>
                    <a:pt x="12985" y="8380"/>
                    <a:pt x="10768" y="10248"/>
                  </a:cubicBezTo>
                  <a:cubicBezTo>
                    <a:pt x="9665" y="11178"/>
                    <a:pt x="8341" y="11646"/>
                    <a:pt x="7091" y="11646"/>
                  </a:cubicBezTo>
                  <a:cubicBezTo>
                    <a:pt x="5830" y="11646"/>
                    <a:pt x="4644" y="11171"/>
                    <a:pt x="3833" y="10216"/>
                  </a:cubicBezTo>
                  <a:cubicBezTo>
                    <a:pt x="2249" y="8348"/>
                    <a:pt x="2788" y="5276"/>
                    <a:pt x="5005" y="3408"/>
                  </a:cubicBezTo>
                  <a:cubicBezTo>
                    <a:pt x="6108" y="2477"/>
                    <a:pt x="7432" y="2010"/>
                    <a:pt x="8682" y="2010"/>
                  </a:cubicBezTo>
                  <a:close/>
                  <a:moveTo>
                    <a:pt x="8679" y="1"/>
                  </a:moveTo>
                  <a:cubicBezTo>
                    <a:pt x="6970" y="1"/>
                    <a:pt x="5187" y="619"/>
                    <a:pt x="3706" y="1856"/>
                  </a:cubicBezTo>
                  <a:cubicBezTo>
                    <a:pt x="634" y="4453"/>
                    <a:pt x="1" y="8791"/>
                    <a:pt x="2313" y="11515"/>
                  </a:cubicBezTo>
                  <a:cubicBezTo>
                    <a:pt x="3494" y="12942"/>
                    <a:pt x="5243" y="13655"/>
                    <a:pt x="7083" y="13655"/>
                  </a:cubicBezTo>
                  <a:cubicBezTo>
                    <a:pt x="8796" y="13655"/>
                    <a:pt x="10586" y="13037"/>
                    <a:pt x="12067" y="11800"/>
                  </a:cubicBezTo>
                  <a:cubicBezTo>
                    <a:pt x="15139" y="9203"/>
                    <a:pt x="15772" y="4864"/>
                    <a:pt x="13460" y="2141"/>
                  </a:cubicBezTo>
                  <a:cubicBezTo>
                    <a:pt x="12263" y="714"/>
                    <a:pt x="10514" y="1"/>
                    <a:pt x="8679"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3"/>
            <p:cNvSpPr/>
            <p:nvPr/>
          </p:nvSpPr>
          <p:spPr>
            <a:xfrm>
              <a:off x="623675" y="2861850"/>
              <a:ext cx="313550" cy="300975"/>
            </a:xfrm>
            <a:custGeom>
              <a:avLst/>
              <a:gdLst/>
              <a:ahLst/>
              <a:cxnLst/>
              <a:rect l="l" t="t" r="r" b="b"/>
              <a:pathLst>
                <a:path w="12542" h="12039" extrusionOk="0">
                  <a:moveTo>
                    <a:pt x="5445" y="1"/>
                  </a:moveTo>
                  <a:cubicBezTo>
                    <a:pt x="3737" y="1"/>
                    <a:pt x="1953" y="620"/>
                    <a:pt x="476" y="1868"/>
                  </a:cubicBezTo>
                  <a:cubicBezTo>
                    <a:pt x="64" y="2217"/>
                    <a:pt x="1" y="2850"/>
                    <a:pt x="349" y="3293"/>
                  </a:cubicBezTo>
                  <a:cubicBezTo>
                    <a:pt x="563" y="3525"/>
                    <a:pt x="857" y="3646"/>
                    <a:pt x="1146" y="3646"/>
                  </a:cubicBezTo>
                  <a:cubicBezTo>
                    <a:pt x="1371" y="3646"/>
                    <a:pt x="1594" y="3572"/>
                    <a:pt x="1774" y="3420"/>
                  </a:cubicBezTo>
                  <a:cubicBezTo>
                    <a:pt x="2894" y="2474"/>
                    <a:pt x="4217" y="2007"/>
                    <a:pt x="5464" y="2007"/>
                  </a:cubicBezTo>
                  <a:cubicBezTo>
                    <a:pt x="6721" y="2007"/>
                    <a:pt x="7899" y="2482"/>
                    <a:pt x="8710" y="3420"/>
                  </a:cubicBezTo>
                  <a:cubicBezTo>
                    <a:pt x="10293" y="5320"/>
                    <a:pt x="9787" y="8392"/>
                    <a:pt x="7538" y="10260"/>
                  </a:cubicBezTo>
                  <a:cubicBezTo>
                    <a:pt x="7126" y="10609"/>
                    <a:pt x="7063" y="11242"/>
                    <a:pt x="7411" y="11686"/>
                  </a:cubicBezTo>
                  <a:cubicBezTo>
                    <a:pt x="7625" y="11917"/>
                    <a:pt x="7919" y="12038"/>
                    <a:pt x="8208" y="12038"/>
                  </a:cubicBezTo>
                  <a:cubicBezTo>
                    <a:pt x="8434" y="12038"/>
                    <a:pt x="8656" y="11965"/>
                    <a:pt x="8837" y="11812"/>
                  </a:cubicBezTo>
                  <a:cubicBezTo>
                    <a:pt x="11908" y="9215"/>
                    <a:pt x="12542" y="4877"/>
                    <a:pt x="10230" y="2153"/>
                  </a:cubicBezTo>
                  <a:cubicBezTo>
                    <a:pt x="9046" y="723"/>
                    <a:pt x="7290" y="1"/>
                    <a:pt x="5445"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3"/>
            <p:cNvSpPr/>
            <p:nvPr/>
          </p:nvSpPr>
          <p:spPr>
            <a:xfrm>
              <a:off x="1154150" y="2575400"/>
              <a:ext cx="110850" cy="124525"/>
            </a:xfrm>
            <a:custGeom>
              <a:avLst/>
              <a:gdLst/>
              <a:ahLst/>
              <a:cxnLst/>
              <a:rect l="l" t="t" r="r" b="b"/>
              <a:pathLst>
                <a:path w="4434" h="4981" extrusionOk="0">
                  <a:moveTo>
                    <a:pt x="444" y="0"/>
                  </a:moveTo>
                  <a:cubicBezTo>
                    <a:pt x="352" y="0"/>
                    <a:pt x="261" y="32"/>
                    <a:pt x="190" y="89"/>
                  </a:cubicBezTo>
                  <a:cubicBezTo>
                    <a:pt x="32" y="247"/>
                    <a:pt x="0" y="500"/>
                    <a:pt x="158" y="659"/>
                  </a:cubicBezTo>
                  <a:lnTo>
                    <a:pt x="3674" y="4839"/>
                  </a:lnTo>
                  <a:cubicBezTo>
                    <a:pt x="3748" y="4931"/>
                    <a:pt x="3864" y="4980"/>
                    <a:pt x="3987" y="4980"/>
                  </a:cubicBezTo>
                  <a:cubicBezTo>
                    <a:pt x="4074" y="4980"/>
                    <a:pt x="4164" y="4955"/>
                    <a:pt x="4244" y="4902"/>
                  </a:cubicBezTo>
                  <a:cubicBezTo>
                    <a:pt x="4402" y="4744"/>
                    <a:pt x="4434" y="4491"/>
                    <a:pt x="4275" y="4332"/>
                  </a:cubicBezTo>
                  <a:lnTo>
                    <a:pt x="760" y="152"/>
                  </a:lnTo>
                  <a:cubicBezTo>
                    <a:pt x="673" y="47"/>
                    <a:pt x="557" y="0"/>
                    <a:pt x="444"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3"/>
            <p:cNvSpPr/>
            <p:nvPr/>
          </p:nvSpPr>
          <p:spPr>
            <a:xfrm>
              <a:off x="1117725" y="2637950"/>
              <a:ext cx="79200" cy="87175"/>
            </a:xfrm>
            <a:custGeom>
              <a:avLst/>
              <a:gdLst/>
              <a:ahLst/>
              <a:cxnLst/>
              <a:rect l="l" t="t" r="r" b="b"/>
              <a:pathLst>
                <a:path w="3168" h="3487" extrusionOk="0">
                  <a:moveTo>
                    <a:pt x="468" y="0"/>
                  </a:moveTo>
                  <a:cubicBezTo>
                    <a:pt x="374" y="0"/>
                    <a:pt x="276" y="31"/>
                    <a:pt x="190" y="88"/>
                  </a:cubicBezTo>
                  <a:cubicBezTo>
                    <a:pt x="32" y="247"/>
                    <a:pt x="0" y="500"/>
                    <a:pt x="159" y="658"/>
                  </a:cubicBezTo>
                  <a:lnTo>
                    <a:pt x="2407" y="3350"/>
                  </a:lnTo>
                  <a:cubicBezTo>
                    <a:pt x="2477" y="3437"/>
                    <a:pt x="2585" y="3486"/>
                    <a:pt x="2699" y="3486"/>
                  </a:cubicBezTo>
                  <a:cubicBezTo>
                    <a:pt x="2793" y="3486"/>
                    <a:pt x="2892" y="3453"/>
                    <a:pt x="2977" y="3382"/>
                  </a:cubicBezTo>
                  <a:cubicBezTo>
                    <a:pt x="3136" y="3255"/>
                    <a:pt x="3167" y="3002"/>
                    <a:pt x="3009" y="2812"/>
                  </a:cubicBezTo>
                  <a:lnTo>
                    <a:pt x="760" y="152"/>
                  </a:lnTo>
                  <a:cubicBezTo>
                    <a:pt x="691" y="47"/>
                    <a:pt x="583" y="0"/>
                    <a:pt x="468"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3"/>
            <p:cNvSpPr/>
            <p:nvPr/>
          </p:nvSpPr>
          <p:spPr>
            <a:xfrm>
              <a:off x="696525" y="2960425"/>
              <a:ext cx="110875" cy="124525"/>
            </a:xfrm>
            <a:custGeom>
              <a:avLst/>
              <a:gdLst/>
              <a:ahLst/>
              <a:cxnLst/>
              <a:rect l="l" t="t" r="r" b="b"/>
              <a:pathLst>
                <a:path w="4435" h="4981" extrusionOk="0">
                  <a:moveTo>
                    <a:pt x="448" y="0"/>
                  </a:moveTo>
                  <a:cubicBezTo>
                    <a:pt x="360" y="0"/>
                    <a:pt x="270" y="26"/>
                    <a:pt x="190" y="79"/>
                  </a:cubicBezTo>
                  <a:cubicBezTo>
                    <a:pt x="32" y="237"/>
                    <a:pt x="0" y="490"/>
                    <a:pt x="159" y="649"/>
                  </a:cubicBezTo>
                  <a:lnTo>
                    <a:pt x="3674" y="4829"/>
                  </a:lnTo>
                  <a:cubicBezTo>
                    <a:pt x="3761" y="4934"/>
                    <a:pt x="3877" y="4981"/>
                    <a:pt x="3990" y="4981"/>
                  </a:cubicBezTo>
                  <a:cubicBezTo>
                    <a:pt x="4083" y="4981"/>
                    <a:pt x="4173" y="4949"/>
                    <a:pt x="4244" y="4892"/>
                  </a:cubicBezTo>
                  <a:cubicBezTo>
                    <a:pt x="4402" y="4734"/>
                    <a:pt x="4434" y="4481"/>
                    <a:pt x="4276" y="4322"/>
                  </a:cubicBezTo>
                  <a:lnTo>
                    <a:pt x="760" y="142"/>
                  </a:lnTo>
                  <a:cubicBezTo>
                    <a:pt x="687" y="50"/>
                    <a:pt x="570" y="0"/>
                    <a:pt x="448"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3"/>
            <p:cNvSpPr/>
            <p:nvPr/>
          </p:nvSpPr>
          <p:spPr>
            <a:xfrm>
              <a:off x="925325" y="2767775"/>
              <a:ext cx="110875" cy="124800"/>
            </a:xfrm>
            <a:custGeom>
              <a:avLst/>
              <a:gdLst/>
              <a:ahLst/>
              <a:cxnLst/>
              <a:rect l="l" t="t" r="r" b="b"/>
              <a:pathLst>
                <a:path w="4435" h="4992" extrusionOk="0">
                  <a:moveTo>
                    <a:pt x="468" y="1"/>
                  </a:moveTo>
                  <a:cubicBezTo>
                    <a:pt x="374" y="1"/>
                    <a:pt x="276" y="32"/>
                    <a:pt x="191" y="89"/>
                  </a:cubicBezTo>
                  <a:cubicBezTo>
                    <a:pt x="32" y="247"/>
                    <a:pt x="1" y="501"/>
                    <a:pt x="159" y="659"/>
                  </a:cubicBezTo>
                  <a:lnTo>
                    <a:pt x="3674" y="4839"/>
                  </a:lnTo>
                  <a:cubicBezTo>
                    <a:pt x="3744" y="4944"/>
                    <a:pt x="3852" y="4991"/>
                    <a:pt x="3967" y="4991"/>
                  </a:cubicBezTo>
                  <a:cubicBezTo>
                    <a:pt x="4061" y="4991"/>
                    <a:pt x="4159" y="4960"/>
                    <a:pt x="4244" y="4903"/>
                  </a:cubicBezTo>
                  <a:cubicBezTo>
                    <a:pt x="4403" y="4744"/>
                    <a:pt x="4434" y="4491"/>
                    <a:pt x="4276" y="4333"/>
                  </a:cubicBezTo>
                  <a:lnTo>
                    <a:pt x="761" y="152"/>
                  </a:lnTo>
                  <a:cubicBezTo>
                    <a:pt x="691" y="48"/>
                    <a:pt x="583" y="1"/>
                    <a:pt x="468"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3"/>
            <p:cNvSpPr/>
            <p:nvPr/>
          </p:nvSpPr>
          <p:spPr>
            <a:xfrm>
              <a:off x="764600" y="2935225"/>
              <a:ext cx="79200" cy="87175"/>
            </a:xfrm>
            <a:custGeom>
              <a:avLst/>
              <a:gdLst/>
              <a:ahLst/>
              <a:cxnLst/>
              <a:rect l="l" t="t" r="r" b="b"/>
              <a:pathLst>
                <a:path w="3168" h="3487" extrusionOk="0">
                  <a:moveTo>
                    <a:pt x="445" y="1"/>
                  </a:moveTo>
                  <a:cubicBezTo>
                    <a:pt x="353" y="1"/>
                    <a:pt x="262" y="34"/>
                    <a:pt x="191" y="105"/>
                  </a:cubicBezTo>
                  <a:cubicBezTo>
                    <a:pt x="33" y="232"/>
                    <a:pt x="1" y="485"/>
                    <a:pt x="159" y="675"/>
                  </a:cubicBezTo>
                  <a:lnTo>
                    <a:pt x="2408" y="3335"/>
                  </a:lnTo>
                  <a:cubicBezTo>
                    <a:pt x="2478" y="3440"/>
                    <a:pt x="2586" y="3487"/>
                    <a:pt x="2700" y="3487"/>
                  </a:cubicBezTo>
                  <a:cubicBezTo>
                    <a:pt x="2794" y="3487"/>
                    <a:pt x="2892" y="3455"/>
                    <a:pt x="2978" y="3398"/>
                  </a:cubicBezTo>
                  <a:cubicBezTo>
                    <a:pt x="3136" y="3240"/>
                    <a:pt x="3168" y="2987"/>
                    <a:pt x="3009" y="2828"/>
                  </a:cubicBezTo>
                  <a:lnTo>
                    <a:pt x="761" y="137"/>
                  </a:lnTo>
                  <a:cubicBezTo>
                    <a:pt x="674" y="50"/>
                    <a:pt x="558" y="1"/>
                    <a:pt x="445"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3"/>
            <p:cNvSpPr/>
            <p:nvPr/>
          </p:nvSpPr>
          <p:spPr>
            <a:xfrm>
              <a:off x="991825" y="2744025"/>
              <a:ext cx="79200" cy="87175"/>
            </a:xfrm>
            <a:custGeom>
              <a:avLst/>
              <a:gdLst/>
              <a:ahLst/>
              <a:cxnLst/>
              <a:rect l="l" t="t" r="r" b="b"/>
              <a:pathLst>
                <a:path w="3168" h="3487" extrusionOk="0">
                  <a:moveTo>
                    <a:pt x="445" y="1"/>
                  </a:moveTo>
                  <a:cubicBezTo>
                    <a:pt x="353" y="1"/>
                    <a:pt x="262" y="32"/>
                    <a:pt x="191" y="89"/>
                  </a:cubicBezTo>
                  <a:cubicBezTo>
                    <a:pt x="33" y="247"/>
                    <a:pt x="1" y="501"/>
                    <a:pt x="128" y="659"/>
                  </a:cubicBezTo>
                  <a:lnTo>
                    <a:pt x="2408" y="3351"/>
                  </a:lnTo>
                  <a:cubicBezTo>
                    <a:pt x="2477" y="3438"/>
                    <a:pt x="2585" y="3487"/>
                    <a:pt x="2700" y="3487"/>
                  </a:cubicBezTo>
                  <a:cubicBezTo>
                    <a:pt x="2794" y="3487"/>
                    <a:pt x="2892" y="3454"/>
                    <a:pt x="2978" y="3383"/>
                  </a:cubicBezTo>
                  <a:cubicBezTo>
                    <a:pt x="3136" y="3256"/>
                    <a:pt x="3168" y="3003"/>
                    <a:pt x="3010" y="2813"/>
                  </a:cubicBezTo>
                  <a:lnTo>
                    <a:pt x="761" y="152"/>
                  </a:lnTo>
                  <a:cubicBezTo>
                    <a:pt x="674" y="48"/>
                    <a:pt x="558" y="1"/>
                    <a:pt x="445"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3"/>
            <p:cNvSpPr/>
            <p:nvPr/>
          </p:nvSpPr>
          <p:spPr>
            <a:xfrm>
              <a:off x="890500" y="2829150"/>
              <a:ext cx="79200" cy="87175"/>
            </a:xfrm>
            <a:custGeom>
              <a:avLst/>
              <a:gdLst/>
              <a:ahLst/>
              <a:cxnLst/>
              <a:rect l="l" t="t" r="r" b="b"/>
              <a:pathLst>
                <a:path w="3168" h="3487" extrusionOk="0">
                  <a:moveTo>
                    <a:pt x="468" y="0"/>
                  </a:moveTo>
                  <a:cubicBezTo>
                    <a:pt x="374" y="0"/>
                    <a:pt x="276" y="33"/>
                    <a:pt x="190" y="104"/>
                  </a:cubicBezTo>
                  <a:cubicBezTo>
                    <a:pt x="32" y="231"/>
                    <a:pt x="0" y="484"/>
                    <a:pt x="159" y="674"/>
                  </a:cubicBezTo>
                  <a:lnTo>
                    <a:pt x="2407" y="3334"/>
                  </a:lnTo>
                  <a:cubicBezTo>
                    <a:pt x="2494" y="3439"/>
                    <a:pt x="2610" y="3486"/>
                    <a:pt x="2723" y="3486"/>
                  </a:cubicBezTo>
                  <a:cubicBezTo>
                    <a:pt x="2816" y="3486"/>
                    <a:pt x="2906" y="3455"/>
                    <a:pt x="2977" y="3398"/>
                  </a:cubicBezTo>
                  <a:cubicBezTo>
                    <a:pt x="3136" y="3239"/>
                    <a:pt x="3167" y="2986"/>
                    <a:pt x="3009" y="2828"/>
                  </a:cubicBezTo>
                  <a:lnTo>
                    <a:pt x="760" y="136"/>
                  </a:lnTo>
                  <a:cubicBezTo>
                    <a:pt x="691" y="49"/>
                    <a:pt x="583" y="0"/>
                    <a:pt x="468"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3"/>
            <p:cNvSpPr/>
            <p:nvPr/>
          </p:nvSpPr>
          <p:spPr>
            <a:xfrm>
              <a:off x="3061400" y="3680475"/>
              <a:ext cx="334925" cy="334925"/>
            </a:xfrm>
            <a:custGeom>
              <a:avLst/>
              <a:gdLst/>
              <a:ahLst/>
              <a:cxnLst/>
              <a:rect l="l" t="t" r="r" b="b"/>
              <a:pathLst>
                <a:path w="13397" h="13397" extrusionOk="0">
                  <a:moveTo>
                    <a:pt x="4973" y="0"/>
                  </a:moveTo>
                  <a:cubicBezTo>
                    <a:pt x="4625" y="0"/>
                    <a:pt x="4340" y="285"/>
                    <a:pt x="4340" y="602"/>
                  </a:cubicBezTo>
                  <a:lnTo>
                    <a:pt x="4340" y="3737"/>
                  </a:lnTo>
                  <a:cubicBezTo>
                    <a:pt x="4340" y="4054"/>
                    <a:pt x="4086" y="4339"/>
                    <a:pt x="3738" y="4339"/>
                  </a:cubicBezTo>
                  <a:lnTo>
                    <a:pt x="634" y="4339"/>
                  </a:lnTo>
                  <a:cubicBezTo>
                    <a:pt x="286" y="4339"/>
                    <a:pt x="1" y="4624"/>
                    <a:pt x="1" y="4941"/>
                  </a:cubicBezTo>
                  <a:lnTo>
                    <a:pt x="1" y="8424"/>
                  </a:lnTo>
                  <a:cubicBezTo>
                    <a:pt x="1" y="8773"/>
                    <a:pt x="286" y="9058"/>
                    <a:pt x="634" y="9058"/>
                  </a:cubicBezTo>
                  <a:lnTo>
                    <a:pt x="3738" y="9058"/>
                  </a:lnTo>
                  <a:cubicBezTo>
                    <a:pt x="4086" y="9058"/>
                    <a:pt x="4340" y="9311"/>
                    <a:pt x="4340" y="9659"/>
                  </a:cubicBezTo>
                  <a:lnTo>
                    <a:pt x="4340" y="12763"/>
                  </a:lnTo>
                  <a:cubicBezTo>
                    <a:pt x="4340" y="13111"/>
                    <a:pt x="4625" y="13396"/>
                    <a:pt x="4973" y="13396"/>
                  </a:cubicBezTo>
                  <a:lnTo>
                    <a:pt x="8457" y="13396"/>
                  </a:lnTo>
                  <a:cubicBezTo>
                    <a:pt x="8773" y="13396"/>
                    <a:pt x="9058" y="13111"/>
                    <a:pt x="9058" y="12763"/>
                  </a:cubicBezTo>
                  <a:lnTo>
                    <a:pt x="9058" y="9659"/>
                  </a:lnTo>
                  <a:cubicBezTo>
                    <a:pt x="9058" y="9311"/>
                    <a:pt x="9343" y="9058"/>
                    <a:pt x="9660" y="9058"/>
                  </a:cubicBezTo>
                  <a:lnTo>
                    <a:pt x="12795" y="9058"/>
                  </a:lnTo>
                  <a:cubicBezTo>
                    <a:pt x="13144" y="9058"/>
                    <a:pt x="13397" y="8773"/>
                    <a:pt x="13397" y="8424"/>
                  </a:cubicBezTo>
                  <a:lnTo>
                    <a:pt x="13397" y="4941"/>
                  </a:lnTo>
                  <a:cubicBezTo>
                    <a:pt x="13397" y="4624"/>
                    <a:pt x="13144" y="4339"/>
                    <a:pt x="12795" y="4339"/>
                  </a:cubicBezTo>
                  <a:lnTo>
                    <a:pt x="9660" y="4339"/>
                  </a:lnTo>
                  <a:cubicBezTo>
                    <a:pt x="9343" y="4339"/>
                    <a:pt x="9058" y="4054"/>
                    <a:pt x="9058" y="3737"/>
                  </a:cubicBezTo>
                  <a:lnTo>
                    <a:pt x="9058" y="602"/>
                  </a:lnTo>
                  <a:cubicBezTo>
                    <a:pt x="9058" y="285"/>
                    <a:pt x="8773" y="0"/>
                    <a:pt x="8457"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p:nvPr/>
          </p:nvSpPr>
          <p:spPr>
            <a:xfrm>
              <a:off x="1415400" y="2659150"/>
              <a:ext cx="343650" cy="342850"/>
            </a:xfrm>
            <a:custGeom>
              <a:avLst/>
              <a:gdLst/>
              <a:ahLst/>
              <a:cxnLst/>
              <a:rect l="l" t="t" r="r" b="b"/>
              <a:pathLst>
                <a:path w="13746" h="13714" extrusionOk="0">
                  <a:moveTo>
                    <a:pt x="5100" y="0"/>
                  </a:moveTo>
                  <a:cubicBezTo>
                    <a:pt x="4751" y="0"/>
                    <a:pt x="4466" y="285"/>
                    <a:pt x="4466" y="634"/>
                  </a:cubicBezTo>
                  <a:lnTo>
                    <a:pt x="4466" y="3832"/>
                  </a:lnTo>
                  <a:cubicBezTo>
                    <a:pt x="4466" y="4181"/>
                    <a:pt x="4181" y="4434"/>
                    <a:pt x="3833" y="4434"/>
                  </a:cubicBezTo>
                  <a:lnTo>
                    <a:pt x="634" y="4434"/>
                  </a:lnTo>
                  <a:cubicBezTo>
                    <a:pt x="286" y="4434"/>
                    <a:pt x="1" y="4719"/>
                    <a:pt x="1" y="5067"/>
                  </a:cubicBezTo>
                  <a:lnTo>
                    <a:pt x="1" y="8646"/>
                  </a:lnTo>
                  <a:cubicBezTo>
                    <a:pt x="1" y="8994"/>
                    <a:pt x="286" y="9279"/>
                    <a:pt x="634" y="9279"/>
                  </a:cubicBezTo>
                  <a:lnTo>
                    <a:pt x="3833" y="9279"/>
                  </a:lnTo>
                  <a:cubicBezTo>
                    <a:pt x="4181" y="9279"/>
                    <a:pt x="4466" y="9564"/>
                    <a:pt x="4466" y="9913"/>
                  </a:cubicBezTo>
                  <a:lnTo>
                    <a:pt x="4466" y="13080"/>
                  </a:lnTo>
                  <a:cubicBezTo>
                    <a:pt x="4466" y="13428"/>
                    <a:pt x="4751" y="13713"/>
                    <a:pt x="5100" y="13713"/>
                  </a:cubicBezTo>
                  <a:lnTo>
                    <a:pt x="8647" y="13713"/>
                  </a:lnTo>
                  <a:cubicBezTo>
                    <a:pt x="8995" y="13713"/>
                    <a:pt x="9280" y="13428"/>
                    <a:pt x="9280" y="13080"/>
                  </a:cubicBezTo>
                  <a:lnTo>
                    <a:pt x="9280" y="9913"/>
                  </a:lnTo>
                  <a:cubicBezTo>
                    <a:pt x="9280" y="9564"/>
                    <a:pt x="9565" y="9279"/>
                    <a:pt x="9913" y="9279"/>
                  </a:cubicBezTo>
                  <a:lnTo>
                    <a:pt x="13112" y="9279"/>
                  </a:lnTo>
                  <a:cubicBezTo>
                    <a:pt x="13460" y="9279"/>
                    <a:pt x="13745" y="8994"/>
                    <a:pt x="13745" y="8646"/>
                  </a:cubicBezTo>
                  <a:lnTo>
                    <a:pt x="13745" y="5067"/>
                  </a:lnTo>
                  <a:cubicBezTo>
                    <a:pt x="13714" y="4719"/>
                    <a:pt x="13460" y="4434"/>
                    <a:pt x="13112" y="4434"/>
                  </a:cubicBezTo>
                  <a:lnTo>
                    <a:pt x="9913" y="4434"/>
                  </a:lnTo>
                  <a:cubicBezTo>
                    <a:pt x="9565" y="4434"/>
                    <a:pt x="9280" y="4181"/>
                    <a:pt x="9280" y="3832"/>
                  </a:cubicBezTo>
                  <a:lnTo>
                    <a:pt x="9280" y="634"/>
                  </a:lnTo>
                  <a:cubicBezTo>
                    <a:pt x="9280" y="285"/>
                    <a:pt x="8995" y="0"/>
                    <a:pt x="8647"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3"/>
            <p:cNvSpPr/>
            <p:nvPr/>
          </p:nvSpPr>
          <p:spPr>
            <a:xfrm>
              <a:off x="3386800" y="3473050"/>
              <a:ext cx="7950" cy="19025"/>
            </a:xfrm>
            <a:custGeom>
              <a:avLst/>
              <a:gdLst/>
              <a:ahLst/>
              <a:cxnLst/>
              <a:rect l="l" t="t" r="r" b="b"/>
              <a:pathLst>
                <a:path w="318" h="761" extrusionOk="0">
                  <a:moveTo>
                    <a:pt x="318" y="760"/>
                  </a:moveTo>
                  <a:cubicBezTo>
                    <a:pt x="191" y="507"/>
                    <a:pt x="64" y="253"/>
                    <a:pt x="1" y="0"/>
                  </a:cubicBezTo>
                  <a:cubicBezTo>
                    <a:pt x="64" y="253"/>
                    <a:pt x="191" y="507"/>
                    <a:pt x="318" y="76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3"/>
            <p:cNvSpPr/>
            <p:nvPr/>
          </p:nvSpPr>
          <p:spPr>
            <a:xfrm>
              <a:off x="3386800" y="3245025"/>
              <a:ext cx="194000" cy="246450"/>
            </a:xfrm>
            <a:custGeom>
              <a:avLst/>
              <a:gdLst/>
              <a:ahLst/>
              <a:cxnLst/>
              <a:rect l="l" t="t" r="r" b="b"/>
              <a:pathLst>
                <a:path w="7760" h="9858" extrusionOk="0">
                  <a:moveTo>
                    <a:pt x="6715" y="0"/>
                  </a:moveTo>
                  <a:lnTo>
                    <a:pt x="3801" y="2882"/>
                  </a:lnTo>
                  <a:lnTo>
                    <a:pt x="3809" y="2890"/>
                  </a:lnTo>
                  <a:lnTo>
                    <a:pt x="6715" y="0"/>
                  </a:lnTo>
                  <a:close/>
                  <a:moveTo>
                    <a:pt x="3809" y="2890"/>
                  </a:moveTo>
                  <a:lnTo>
                    <a:pt x="888" y="5796"/>
                  </a:lnTo>
                  <a:cubicBezTo>
                    <a:pt x="444" y="6239"/>
                    <a:pt x="159" y="6778"/>
                    <a:pt x="1" y="7316"/>
                  </a:cubicBezTo>
                  <a:cubicBezTo>
                    <a:pt x="159" y="7886"/>
                    <a:pt x="444" y="8393"/>
                    <a:pt x="888" y="8836"/>
                  </a:cubicBezTo>
                  <a:cubicBezTo>
                    <a:pt x="1553" y="9517"/>
                    <a:pt x="2431" y="9857"/>
                    <a:pt x="3310" y="9857"/>
                  </a:cubicBezTo>
                  <a:cubicBezTo>
                    <a:pt x="4189" y="9857"/>
                    <a:pt x="5068" y="9517"/>
                    <a:pt x="5733" y="8836"/>
                  </a:cubicBezTo>
                  <a:lnTo>
                    <a:pt x="7760" y="6841"/>
                  </a:lnTo>
                  <a:lnTo>
                    <a:pt x="3809" y="2890"/>
                  </a:ln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3"/>
            <p:cNvSpPr/>
            <p:nvPr/>
          </p:nvSpPr>
          <p:spPr>
            <a:xfrm>
              <a:off x="3396300" y="3494425"/>
              <a:ext cx="4000" cy="6350"/>
            </a:xfrm>
            <a:custGeom>
              <a:avLst/>
              <a:gdLst/>
              <a:ahLst/>
              <a:cxnLst/>
              <a:rect l="l" t="t" r="r" b="b"/>
              <a:pathLst>
                <a:path w="160" h="254" extrusionOk="0">
                  <a:moveTo>
                    <a:pt x="159" y="253"/>
                  </a:moveTo>
                  <a:cubicBezTo>
                    <a:pt x="96" y="158"/>
                    <a:pt x="33" y="95"/>
                    <a:pt x="1" y="0"/>
                  </a:cubicBezTo>
                  <a:cubicBezTo>
                    <a:pt x="33" y="95"/>
                    <a:pt x="96" y="158"/>
                    <a:pt x="159" y="253"/>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3"/>
            <p:cNvSpPr/>
            <p:nvPr/>
          </p:nvSpPr>
          <p:spPr>
            <a:xfrm>
              <a:off x="3401850" y="3503125"/>
              <a:ext cx="7150" cy="7950"/>
            </a:xfrm>
            <a:custGeom>
              <a:avLst/>
              <a:gdLst/>
              <a:ahLst/>
              <a:cxnLst/>
              <a:rect l="l" t="t" r="r" b="b"/>
              <a:pathLst>
                <a:path w="286" h="318" extrusionOk="0">
                  <a:moveTo>
                    <a:pt x="286" y="317"/>
                  </a:moveTo>
                  <a:cubicBezTo>
                    <a:pt x="191" y="222"/>
                    <a:pt x="96" y="127"/>
                    <a:pt x="1" y="0"/>
                  </a:cubicBezTo>
                  <a:cubicBezTo>
                    <a:pt x="96" y="127"/>
                    <a:pt x="191" y="222"/>
                    <a:pt x="286" y="317"/>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3"/>
            <p:cNvSpPr/>
            <p:nvPr/>
          </p:nvSpPr>
          <p:spPr>
            <a:xfrm>
              <a:off x="3385225" y="3427900"/>
              <a:ext cx="1600" cy="10325"/>
            </a:xfrm>
            <a:custGeom>
              <a:avLst/>
              <a:gdLst/>
              <a:ahLst/>
              <a:cxnLst/>
              <a:rect l="l" t="t" r="r" b="b"/>
              <a:pathLst>
                <a:path w="64" h="413" extrusionOk="0">
                  <a:moveTo>
                    <a:pt x="1" y="413"/>
                  </a:moveTo>
                  <a:cubicBezTo>
                    <a:pt x="1" y="286"/>
                    <a:pt x="32" y="159"/>
                    <a:pt x="64" y="1"/>
                  </a:cubicBezTo>
                  <a:cubicBezTo>
                    <a:pt x="32" y="159"/>
                    <a:pt x="1" y="286"/>
                    <a:pt x="1" y="413"/>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3"/>
            <p:cNvSpPr/>
            <p:nvPr/>
          </p:nvSpPr>
          <p:spPr>
            <a:xfrm>
              <a:off x="3384425" y="3461950"/>
              <a:ext cx="2400" cy="8750"/>
            </a:xfrm>
            <a:custGeom>
              <a:avLst/>
              <a:gdLst/>
              <a:ahLst/>
              <a:cxnLst/>
              <a:rect l="l" t="t" r="r" b="b"/>
              <a:pathLst>
                <a:path w="96" h="350" extrusionOk="0">
                  <a:moveTo>
                    <a:pt x="96" y="349"/>
                  </a:moveTo>
                  <a:cubicBezTo>
                    <a:pt x="64" y="222"/>
                    <a:pt x="33" y="127"/>
                    <a:pt x="1" y="1"/>
                  </a:cubicBezTo>
                  <a:cubicBezTo>
                    <a:pt x="33" y="127"/>
                    <a:pt x="64" y="222"/>
                    <a:pt x="96" y="349"/>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3"/>
            <p:cNvSpPr/>
            <p:nvPr/>
          </p:nvSpPr>
          <p:spPr>
            <a:xfrm>
              <a:off x="3383650" y="3439000"/>
              <a:ext cx="800" cy="21400"/>
            </a:xfrm>
            <a:custGeom>
              <a:avLst/>
              <a:gdLst/>
              <a:ahLst/>
              <a:cxnLst/>
              <a:rect l="l" t="t" r="r" b="b"/>
              <a:pathLst>
                <a:path w="32" h="856" extrusionOk="0">
                  <a:moveTo>
                    <a:pt x="32" y="0"/>
                  </a:moveTo>
                  <a:cubicBezTo>
                    <a:pt x="0" y="285"/>
                    <a:pt x="0" y="570"/>
                    <a:pt x="32" y="855"/>
                  </a:cubicBezTo>
                  <a:cubicBezTo>
                    <a:pt x="0" y="570"/>
                    <a:pt x="0" y="285"/>
                    <a:pt x="32"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3"/>
            <p:cNvSpPr/>
            <p:nvPr/>
          </p:nvSpPr>
          <p:spPr>
            <a:xfrm>
              <a:off x="3602950" y="3366150"/>
              <a:ext cx="72875" cy="72875"/>
            </a:xfrm>
            <a:custGeom>
              <a:avLst/>
              <a:gdLst/>
              <a:ahLst/>
              <a:cxnLst/>
              <a:rect l="l" t="t" r="r" b="b"/>
              <a:pathLst>
                <a:path w="2915" h="2915" extrusionOk="0">
                  <a:moveTo>
                    <a:pt x="1" y="2914"/>
                  </a:moveTo>
                  <a:lnTo>
                    <a:pt x="2914" y="1"/>
                  </a:lnTo>
                  <a:close/>
                </a:path>
              </a:pathLst>
            </a:custGeom>
            <a:solidFill>
              <a:srgbClr val="85B7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3"/>
            <p:cNvSpPr/>
            <p:nvPr/>
          </p:nvSpPr>
          <p:spPr>
            <a:xfrm>
              <a:off x="3697950" y="3316275"/>
              <a:ext cx="2400" cy="9525"/>
            </a:xfrm>
            <a:custGeom>
              <a:avLst/>
              <a:gdLst/>
              <a:ahLst/>
              <a:cxnLst/>
              <a:rect l="l" t="t" r="r" b="b"/>
              <a:pathLst>
                <a:path w="96" h="381" extrusionOk="0">
                  <a:moveTo>
                    <a:pt x="96" y="1"/>
                  </a:moveTo>
                  <a:cubicBezTo>
                    <a:pt x="64" y="127"/>
                    <a:pt x="33" y="254"/>
                    <a:pt x="1" y="381"/>
                  </a:cubicBezTo>
                  <a:cubicBezTo>
                    <a:pt x="33" y="254"/>
                    <a:pt x="64" y="127"/>
                    <a:pt x="96" y="1"/>
                  </a:cubicBezTo>
                  <a:close/>
                </a:path>
              </a:pathLst>
            </a:custGeom>
            <a:solidFill>
              <a:srgbClr val="85B7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3"/>
            <p:cNvSpPr/>
            <p:nvPr/>
          </p:nvSpPr>
          <p:spPr>
            <a:xfrm>
              <a:off x="3690050" y="3327350"/>
              <a:ext cx="7925" cy="19050"/>
            </a:xfrm>
            <a:custGeom>
              <a:avLst/>
              <a:gdLst/>
              <a:ahLst/>
              <a:cxnLst/>
              <a:rect l="l" t="t" r="r" b="b"/>
              <a:pathLst>
                <a:path w="317" h="762" extrusionOk="0">
                  <a:moveTo>
                    <a:pt x="317" y="1"/>
                  </a:moveTo>
                  <a:cubicBezTo>
                    <a:pt x="253" y="286"/>
                    <a:pt x="127" y="539"/>
                    <a:pt x="0" y="761"/>
                  </a:cubicBezTo>
                  <a:cubicBezTo>
                    <a:pt x="127" y="539"/>
                    <a:pt x="253" y="286"/>
                    <a:pt x="317" y="1"/>
                  </a:cubicBezTo>
                  <a:close/>
                </a:path>
              </a:pathLst>
            </a:custGeom>
            <a:solidFill>
              <a:srgbClr val="85B7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3"/>
            <p:cNvSpPr/>
            <p:nvPr/>
          </p:nvSpPr>
          <p:spPr>
            <a:xfrm>
              <a:off x="3697950" y="3283025"/>
              <a:ext cx="1625" cy="10325"/>
            </a:xfrm>
            <a:custGeom>
              <a:avLst/>
              <a:gdLst/>
              <a:ahLst/>
              <a:cxnLst/>
              <a:rect l="l" t="t" r="r" b="b"/>
              <a:pathLst>
                <a:path w="65" h="413" extrusionOk="0">
                  <a:moveTo>
                    <a:pt x="1" y="1"/>
                  </a:moveTo>
                  <a:cubicBezTo>
                    <a:pt x="33" y="127"/>
                    <a:pt x="64" y="254"/>
                    <a:pt x="64" y="412"/>
                  </a:cubicBezTo>
                  <a:cubicBezTo>
                    <a:pt x="64" y="254"/>
                    <a:pt x="33" y="127"/>
                    <a:pt x="1" y="1"/>
                  </a:cubicBezTo>
                  <a:close/>
                </a:path>
              </a:pathLst>
            </a:custGeom>
            <a:solidFill>
              <a:srgbClr val="85B7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3"/>
            <p:cNvSpPr/>
            <p:nvPr/>
          </p:nvSpPr>
          <p:spPr>
            <a:xfrm>
              <a:off x="3481825" y="3219500"/>
              <a:ext cx="216150" cy="196550"/>
            </a:xfrm>
            <a:custGeom>
              <a:avLst/>
              <a:gdLst/>
              <a:ahLst/>
              <a:cxnLst/>
              <a:rect l="l" t="t" r="r" b="b"/>
              <a:pathLst>
                <a:path w="8646" h="7862" extrusionOk="0">
                  <a:moveTo>
                    <a:pt x="5336" y="0"/>
                  </a:moveTo>
                  <a:cubicBezTo>
                    <a:pt x="4458" y="0"/>
                    <a:pt x="3579" y="341"/>
                    <a:pt x="2914" y="1021"/>
                  </a:cubicBezTo>
                  <a:lnTo>
                    <a:pt x="0" y="3903"/>
                  </a:lnTo>
                  <a:lnTo>
                    <a:pt x="3959" y="7862"/>
                  </a:lnTo>
                  <a:lnTo>
                    <a:pt x="7759" y="4062"/>
                  </a:lnTo>
                  <a:cubicBezTo>
                    <a:pt x="8202" y="3618"/>
                    <a:pt x="8487" y="3080"/>
                    <a:pt x="8646" y="2542"/>
                  </a:cubicBezTo>
                  <a:cubicBezTo>
                    <a:pt x="8487" y="1971"/>
                    <a:pt x="8202" y="1433"/>
                    <a:pt x="7759" y="1021"/>
                  </a:cubicBezTo>
                  <a:cubicBezTo>
                    <a:pt x="7094" y="341"/>
                    <a:pt x="6215" y="0"/>
                    <a:pt x="53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a:off x="3699550" y="3294100"/>
              <a:ext cx="1600" cy="21400"/>
            </a:xfrm>
            <a:custGeom>
              <a:avLst/>
              <a:gdLst/>
              <a:ahLst/>
              <a:cxnLst/>
              <a:rect l="l" t="t" r="r" b="b"/>
              <a:pathLst>
                <a:path w="64" h="856" extrusionOk="0">
                  <a:moveTo>
                    <a:pt x="32" y="856"/>
                  </a:moveTo>
                  <a:cubicBezTo>
                    <a:pt x="64" y="571"/>
                    <a:pt x="64" y="286"/>
                    <a:pt x="0" y="1"/>
                  </a:cubicBezTo>
                  <a:cubicBezTo>
                    <a:pt x="64" y="286"/>
                    <a:pt x="64" y="571"/>
                    <a:pt x="32" y="856"/>
                  </a:cubicBezTo>
                  <a:close/>
                </a:path>
              </a:pathLst>
            </a:custGeom>
            <a:solidFill>
              <a:srgbClr val="85B7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3684500" y="3348750"/>
              <a:ext cx="3975" cy="7150"/>
            </a:xfrm>
            <a:custGeom>
              <a:avLst/>
              <a:gdLst/>
              <a:ahLst/>
              <a:cxnLst/>
              <a:rect l="l" t="t" r="r" b="b"/>
              <a:pathLst>
                <a:path w="159" h="286" extrusionOk="0">
                  <a:moveTo>
                    <a:pt x="159" y="0"/>
                  </a:moveTo>
                  <a:cubicBezTo>
                    <a:pt x="127" y="95"/>
                    <a:pt x="64" y="190"/>
                    <a:pt x="0" y="285"/>
                  </a:cubicBezTo>
                  <a:cubicBezTo>
                    <a:pt x="64" y="190"/>
                    <a:pt x="127" y="95"/>
                    <a:pt x="159" y="0"/>
                  </a:cubicBezTo>
                  <a:close/>
                </a:path>
              </a:pathLst>
            </a:custGeom>
            <a:solidFill>
              <a:srgbClr val="85B7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3"/>
            <p:cNvSpPr/>
            <p:nvPr/>
          </p:nvSpPr>
          <p:spPr>
            <a:xfrm>
              <a:off x="3675800" y="3358250"/>
              <a:ext cx="7150" cy="7925"/>
            </a:xfrm>
            <a:custGeom>
              <a:avLst/>
              <a:gdLst/>
              <a:ahLst/>
              <a:cxnLst/>
              <a:rect l="l" t="t" r="r" b="b"/>
              <a:pathLst>
                <a:path w="286" h="317" extrusionOk="0">
                  <a:moveTo>
                    <a:pt x="0" y="317"/>
                  </a:moveTo>
                  <a:cubicBezTo>
                    <a:pt x="95" y="222"/>
                    <a:pt x="190" y="95"/>
                    <a:pt x="285" y="0"/>
                  </a:cubicBezTo>
                  <a:cubicBezTo>
                    <a:pt x="190" y="95"/>
                    <a:pt x="95" y="222"/>
                    <a:pt x="0" y="317"/>
                  </a:cubicBezTo>
                  <a:close/>
                </a:path>
              </a:pathLst>
            </a:custGeom>
            <a:solidFill>
              <a:srgbClr val="85B7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3"/>
            <p:cNvSpPr/>
            <p:nvPr/>
          </p:nvSpPr>
          <p:spPr>
            <a:xfrm>
              <a:off x="3386800" y="3470675"/>
              <a:ext cx="25" cy="2400"/>
            </a:xfrm>
            <a:custGeom>
              <a:avLst/>
              <a:gdLst/>
              <a:ahLst/>
              <a:cxnLst/>
              <a:rect l="l" t="t" r="r" b="b"/>
              <a:pathLst>
                <a:path w="1" h="96" extrusionOk="0">
                  <a:moveTo>
                    <a:pt x="1" y="95"/>
                  </a:moveTo>
                  <a:cubicBezTo>
                    <a:pt x="1" y="63"/>
                    <a:pt x="1" y="32"/>
                    <a:pt x="1" y="0"/>
                  </a:cubicBezTo>
                  <a:cubicBezTo>
                    <a:pt x="1" y="32"/>
                    <a:pt x="1" y="63"/>
                    <a:pt x="1" y="95"/>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3"/>
            <p:cNvSpPr/>
            <p:nvPr/>
          </p:nvSpPr>
          <p:spPr>
            <a:xfrm>
              <a:off x="3408975" y="3511050"/>
              <a:ext cx="25" cy="25"/>
            </a:xfrm>
            <a:custGeom>
              <a:avLst/>
              <a:gdLst/>
              <a:ahLst/>
              <a:cxnLst/>
              <a:rect l="l" t="t" r="r" b="b"/>
              <a:pathLst>
                <a:path w="1" h="1" extrusionOk="0">
                  <a:moveTo>
                    <a:pt x="1" y="0"/>
                  </a:moveTo>
                  <a:lnTo>
                    <a:pt x="1" y="0"/>
                  </a:lnTo>
                  <a:lnTo>
                    <a:pt x="1" y="0"/>
                  </a:ln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3"/>
            <p:cNvSpPr/>
            <p:nvPr/>
          </p:nvSpPr>
          <p:spPr>
            <a:xfrm>
              <a:off x="3400275" y="3500750"/>
              <a:ext cx="1600" cy="2400"/>
            </a:xfrm>
            <a:custGeom>
              <a:avLst/>
              <a:gdLst/>
              <a:ahLst/>
              <a:cxnLst/>
              <a:rect l="l" t="t" r="r" b="b"/>
              <a:pathLst>
                <a:path w="64" h="96" extrusionOk="0">
                  <a:moveTo>
                    <a:pt x="64" y="95"/>
                  </a:moveTo>
                  <a:lnTo>
                    <a:pt x="0" y="0"/>
                  </a:ln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a:off x="3384425" y="3460375"/>
              <a:ext cx="25" cy="1600"/>
            </a:xfrm>
            <a:custGeom>
              <a:avLst/>
              <a:gdLst/>
              <a:ahLst/>
              <a:cxnLst/>
              <a:rect l="l" t="t" r="r" b="b"/>
              <a:pathLst>
                <a:path w="1" h="64" extrusionOk="0">
                  <a:moveTo>
                    <a:pt x="1" y="64"/>
                  </a:moveTo>
                  <a:cubicBezTo>
                    <a:pt x="1" y="32"/>
                    <a:pt x="1" y="32"/>
                    <a:pt x="1" y="0"/>
                  </a:cubicBezTo>
                  <a:cubicBezTo>
                    <a:pt x="1" y="32"/>
                    <a:pt x="1" y="32"/>
                    <a:pt x="1" y="64"/>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3"/>
            <p:cNvSpPr/>
            <p:nvPr/>
          </p:nvSpPr>
          <p:spPr>
            <a:xfrm>
              <a:off x="3394725" y="3492050"/>
              <a:ext cx="1600" cy="2400"/>
            </a:xfrm>
            <a:custGeom>
              <a:avLst/>
              <a:gdLst/>
              <a:ahLst/>
              <a:cxnLst/>
              <a:rect l="l" t="t" r="r" b="b"/>
              <a:pathLst>
                <a:path w="64" h="96" extrusionOk="0">
                  <a:moveTo>
                    <a:pt x="64" y="95"/>
                  </a:moveTo>
                  <a:cubicBezTo>
                    <a:pt x="32" y="63"/>
                    <a:pt x="1" y="32"/>
                    <a:pt x="1" y="0"/>
                  </a:cubicBezTo>
                  <a:cubicBezTo>
                    <a:pt x="1" y="32"/>
                    <a:pt x="32" y="63"/>
                    <a:pt x="64" y="95"/>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p:nvPr/>
          </p:nvSpPr>
          <p:spPr>
            <a:xfrm>
              <a:off x="3697950" y="3325775"/>
              <a:ext cx="25" cy="1600"/>
            </a:xfrm>
            <a:custGeom>
              <a:avLst/>
              <a:gdLst/>
              <a:ahLst/>
              <a:cxnLst/>
              <a:rect l="l" t="t" r="r" b="b"/>
              <a:pathLst>
                <a:path w="1" h="64" extrusionOk="0">
                  <a:moveTo>
                    <a:pt x="1" y="1"/>
                  </a:moveTo>
                  <a:cubicBezTo>
                    <a:pt x="1" y="1"/>
                    <a:pt x="1" y="32"/>
                    <a:pt x="1" y="64"/>
                  </a:cubicBezTo>
                  <a:cubicBezTo>
                    <a:pt x="1" y="32"/>
                    <a:pt x="1" y="32"/>
                    <a:pt x="1" y="1"/>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3"/>
            <p:cNvSpPr/>
            <p:nvPr/>
          </p:nvSpPr>
          <p:spPr>
            <a:xfrm>
              <a:off x="3688450" y="3346375"/>
              <a:ext cx="1625" cy="2400"/>
            </a:xfrm>
            <a:custGeom>
              <a:avLst/>
              <a:gdLst/>
              <a:ahLst/>
              <a:cxnLst/>
              <a:rect l="l" t="t" r="r" b="b"/>
              <a:pathLst>
                <a:path w="65" h="96" extrusionOk="0">
                  <a:moveTo>
                    <a:pt x="64" y="0"/>
                  </a:moveTo>
                  <a:cubicBezTo>
                    <a:pt x="64" y="32"/>
                    <a:pt x="32" y="63"/>
                    <a:pt x="1" y="95"/>
                  </a:cubicBezTo>
                  <a:cubicBezTo>
                    <a:pt x="32" y="63"/>
                    <a:pt x="64" y="32"/>
                    <a:pt x="64" y="0"/>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3"/>
            <p:cNvSpPr/>
            <p:nvPr/>
          </p:nvSpPr>
          <p:spPr>
            <a:xfrm>
              <a:off x="3682925" y="3355875"/>
              <a:ext cx="1600" cy="2400"/>
            </a:xfrm>
            <a:custGeom>
              <a:avLst/>
              <a:gdLst/>
              <a:ahLst/>
              <a:cxnLst/>
              <a:rect l="l" t="t" r="r" b="b"/>
              <a:pathLst>
                <a:path w="64" h="96" extrusionOk="0">
                  <a:moveTo>
                    <a:pt x="63" y="0"/>
                  </a:moveTo>
                  <a:lnTo>
                    <a:pt x="63" y="0"/>
                  </a:lnTo>
                  <a:cubicBezTo>
                    <a:pt x="32" y="32"/>
                    <a:pt x="0" y="63"/>
                    <a:pt x="0" y="95"/>
                  </a:cubicBezTo>
                  <a:lnTo>
                    <a:pt x="63" y="0"/>
                  </a:ln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3699550" y="3315475"/>
              <a:ext cx="800" cy="825"/>
            </a:xfrm>
            <a:custGeom>
              <a:avLst/>
              <a:gdLst/>
              <a:ahLst/>
              <a:cxnLst/>
              <a:rect l="l" t="t" r="r" b="b"/>
              <a:pathLst>
                <a:path w="32" h="33" extrusionOk="0">
                  <a:moveTo>
                    <a:pt x="32" y="1"/>
                  </a:moveTo>
                  <a:cubicBezTo>
                    <a:pt x="32" y="1"/>
                    <a:pt x="32" y="33"/>
                    <a:pt x="0" y="33"/>
                  </a:cubicBezTo>
                  <a:cubicBezTo>
                    <a:pt x="32" y="33"/>
                    <a:pt x="32" y="1"/>
                    <a:pt x="32" y="1"/>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3"/>
            <p:cNvSpPr/>
            <p:nvPr/>
          </p:nvSpPr>
          <p:spPr>
            <a:xfrm>
              <a:off x="3697950" y="3283025"/>
              <a:ext cx="25" cy="25"/>
            </a:xfrm>
            <a:custGeom>
              <a:avLst/>
              <a:gdLst/>
              <a:ahLst/>
              <a:cxnLst/>
              <a:rect l="l" t="t" r="r" b="b"/>
              <a:pathLst>
                <a:path w="1" h="1" extrusionOk="0">
                  <a:moveTo>
                    <a:pt x="1" y="1"/>
                  </a:move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3"/>
            <p:cNvSpPr/>
            <p:nvPr/>
          </p:nvSpPr>
          <p:spPr>
            <a:xfrm>
              <a:off x="3386800" y="3427900"/>
              <a:ext cx="25" cy="25"/>
            </a:xfrm>
            <a:custGeom>
              <a:avLst/>
              <a:gdLst/>
              <a:ahLst/>
              <a:cxnLst/>
              <a:rect l="l" t="t" r="r" b="b"/>
              <a:pathLst>
                <a:path w="1" h="1" extrusionOk="0">
                  <a:moveTo>
                    <a:pt x="1" y="1"/>
                  </a:moveTo>
                  <a:lnTo>
                    <a:pt x="1" y="1"/>
                  </a:ln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3"/>
            <p:cNvSpPr/>
            <p:nvPr/>
          </p:nvSpPr>
          <p:spPr>
            <a:xfrm>
              <a:off x="3699550" y="3293325"/>
              <a:ext cx="25" cy="800"/>
            </a:xfrm>
            <a:custGeom>
              <a:avLst/>
              <a:gdLst/>
              <a:ahLst/>
              <a:cxnLst/>
              <a:rect l="l" t="t" r="r" b="b"/>
              <a:pathLst>
                <a:path w="1" h="32" extrusionOk="0">
                  <a:moveTo>
                    <a:pt x="0" y="0"/>
                  </a:moveTo>
                  <a:cubicBezTo>
                    <a:pt x="0" y="0"/>
                    <a:pt x="0" y="32"/>
                    <a:pt x="0" y="32"/>
                  </a:cubicBezTo>
                  <a:cubicBezTo>
                    <a:pt x="0" y="32"/>
                    <a:pt x="0" y="0"/>
                    <a:pt x="0" y="0"/>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3"/>
            <p:cNvSpPr/>
            <p:nvPr/>
          </p:nvSpPr>
          <p:spPr>
            <a:xfrm>
              <a:off x="3384425" y="3438200"/>
              <a:ext cx="25" cy="825"/>
            </a:xfrm>
            <a:custGeom>
              <a:avLst/>
              <a:gdLst/>
              <a:ahLst/>
              <a:cxnLst/>
              <a:rect l="l" t="t" r="r" b="b"/>
              <a:pathLst>
                <a:path w="1" h="33" extrusionOk="0">
                  <a:moveTo>
                    <a:pt x="1" y="32"/>
                  </a:moveTo>
                  <a:cubicBezTo>
                    <a:pt x="1" y="32"/>
                    <a:pt x="1" y="32"/>
                    <a:pt x="1" y="1"/>
                  </a:cubicBezTo>
                  <a:cubicBezTo>
                    <a:pt x="1" y="32"/>
                    <a:pt x="1" y="32"/>
                    <a:pt x="1" y="32"/>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3"/>
            <p:cNvSpPr/>
            <p:nvPr/>
          </p:nvSpPr>
          <p:spPr>
            <a:xfrm>
              <a:off x="3383650" y="3416025"/>
              <a:ext cx="219325" cy="119975"/>
            </a:xfrm>
            <a:custGeom>
              <a:avLst/>
              <a:gdLst/>
              <a:ahLst/>
              <a:cxnLst/>
              <a:rect l="l" t="t" r="r" b="b"/>
              <a:pathLst>
                <a:path w="8773" h="4799" extrusionOk="0">
                  <a:moveTo>
                    <a:pt x="7886" y="1"/>
                  </a:moveTo>
                  <a:lnTo>
                    <a:pt x="5859" y="1996"/>
                  </a:lnTo>
                  <a:cubicBezTo>
                    <a:pt x="5194" y="2677"/>
                    <a:pt x="4315" y="3017"/>
                    <a:pt x="3436" y="3017"/>
                  </a:cubicBezTo>
                  <a:cubicBezTo>
                    <a:pt x="2557" y="3017"/>
                    <a:pt x="1679" y="2677"/>
                    <a:pt x="1014" y="1996"/>
                  </a:cubicBezTo>
                  <a:cubicBezTo>
                    <a:pt x="570" y="1553"/>
                    <a:pt x="285" y="1046"/>
                    <a:pt x="127" y="476"/>
                  </a:cubicBezTo>
                  <a:cubicBezTo>
                    <a:pt x="95" y="603"/>
                    <a:pt x="64" y="761"/>
                    <a:pt x="64" y="888"/>
                  </a:cubicBezTo>
                  <a:cubicBezTo>
                    <a:pt x="64" y="919"/>
                    <a:pt x="32" y="919"/>
                    <a:pt x="32" y="919"/>
                  </a:cubicBezTo>
                  <a:cubicBezTo>
                    <a:pt x="0" y="1204"/>
                    <a:pt x="0" y="1489"/>
                    <a:pt x="32" y="1774"/>
                  </a:cubicBezTo>
                  <a:cubicBezTo>
                    <a:pt x="32" y="1806"/>
                    <a:pt x="32" y="1806"/>
                    <a:pt x="32" y="1838"/>
                  </a:cubicBezTo>
                  <a:cubicBezTo>
                    <a:pt x="64" y="1964"/>
                    <a:pt x="95" y="2059"/>
                    <a:pt x="127" y="2186"/>
                  </a:cubicBezTo>
                  <a:cubicBezTo>
                    <a:pt x="127" y="2218"/>
                    <a:pt x="127" y="2249"/>
                    <a:pt x="127" y="2281"/>
                  </a:cubicBezTo>
                  <a:cubicBezTo>
                    <a:pt x="190" y="2534"/>
                    <a:pt x="317" y="2788"/>
                    <a:pt x="444" y="3041"/>
                  </a:cubicBezTo>
                  <a:cubicBezTo>
                    <a:pt x="444" y="3073"/>
                    <a:pt x="475" y="3104"/>
                    <a:pt x="507" y="3136"/>
                  </a:cubicBezTo>
                  <a:cubicBezTo>
                    <a:pt x="539" y="3231"/>
                    <a:pt x="602" y="3294"/>
                    <a:pt x="665" y="3389"/>
                  </a:cubicBezTo>
                  <a:lnTo>
                    <a:pt x="729" y="3484"/>
                  </a:lnTo>
                  <a:cubicBezTo>
                    <a:pt x="824" y="3611"/>
                    <a:pt x="919" y="3706"/>
                    <a:pt x="1014" y="3801"/>
                  </a:cubicBezTo>
                  <a:cubicBezTo>
                    <a:pt x="1679" y="4466"/>
                    <a:pt x="2557" y="4799"/>
                    <a:pt x="3436" y="4799"/>
                  </a:cubicBezTo>
                  <a:cubicBezTo>
                    <a:pt x="4315" y="4799"/>
                    <a:pt x="5194" y="4466"/>
                    <a:pt x="5859" y="3801"/>
                  </a:cubicBezTo>
                  <a:lnTo>
                    <a:pt x="8773" y="888"/>
                  </a:lnTo>
                  <a:lnTo>
                    <a:pt x="7886" y="1"/>
                  </a:ln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3"/>
            <p:cNvSpPr/>
            <p:nvPr/>
          </p:nvSpPr>
          <p:spPr>
            <a:xfrm>
              <a:off x="3383650" y="3416025"/>
              <a:ext cx="219325" cy="119975"/>
            </a:xfrm>
            <a:custGeom>
              <a:avLst/>
              <a:gdLst/>
              <a:ahLst/>
              <a:cxnLst/>
              <a:rect l="l" t="t" r="r" b="b"/>
              <a:pathLst>
                <a:path w="8773" h="4799" extrusionOk="0">
                  <a:moveTo>
                    <a:pt x="7886" y="1"/>
                  </a:moveTo>
                  <a:lnTo>
                    <a:pt x="5859" y="1996"/>
                  </a:lnTo>
                  <a:cubicBezTo>
                    <a:pt x="5194" y="2677"/>
                    <a:pt x="4315" y="3017"/>
                    <a:pt x="3436" y="3017"/>
                  </a:cubicBezTo>
                  <a:cubicBezTo>
                    <a:pt x="2557" y="3017"/>
                    <a:pt x="1679" y="2677"/>
                    <a:pt x="1014" y="1996"/>
                  </a:cubicBezTo>
                  <a:cubicBezTo>
                    <a:pt x="570" y="1553"/>
                    <a:pt x="285" y="1046"/>
                    <a:pt x="127" y="476"/>
                  </a:cubicBezTo>
                  <a:cubicBezTo>
                    <a:pt x="95" y="603"/>
                    <a:pt x="64" y="761"/>
                    <a:pt x="64" y="888"/>
                  </a:cubicBezTo>
                  <a:cubicBezTo>
                    <a:pt x="64" y="919"/>
                    <a:pt x="32" y="919"/>
                    <a:pt x="32" y="919"/>
                  </a:cubicBezTo>
                  <a:cubicBezTo>
                    <a:pt x="0" y="1204"/>
                    <a:pt x="0" y="1489"/>
                    <a:pt x="32" y="1774"/>
                  </a:cubicBezTo>
                  <a:cubicBezTo>
                    <a:pt x="32" y="1806"/>
                    <a:pt x="32" y="1806"/>
                    <a:pt x="32" y="1838"/>
                  </a:cubicBezTo>
                  <a:cubicBezTo>
                    <a:pt x="64" y="1964"/>
                    <a:pt x="95" y="2059"/>
                    <a:pt x="127" y="2186"/>
                  </a:cubicBezTo>
                  <a:cubicBezTo>
                    <a:pt x="127" y="2218"/>
                    <a:pt x="127" y="2249"/>
                    <a:pt x="127" y="2281"/>
                  </a:cubicBezTo>
                  <a:cubicBezTo>
                    <a:pt x="190" y="2534"/>
                    <a:pt x="317" y="2788"/>
                    <a:pt x="444" y="3041"/>
                  </a:cubicBezTo>
                  <a:cubicBezTo>
                    <a:pt x="444" y="3073"/>
                    <a:pt x="475" y="3104"/>
                    <a:pt x="507" y="3136"/>
                  </a:cubicBezTo>
                  <a:cubicBezTo>
                    <a:pt x="539" y="3231"/>
                    <a:pt x="602" y="3294"/>
                    <a:pt x="665" y="3389"/>
                  </a:cubicBezTo>
                  <a:lnTo>
                    <a:pt x="729" y="3484"/>
                  </a:lnTo>
                  <a:cubicBezTo>
                    <a:pt x="824" y="3611"/>
                    <a:pt x="919" y="3706"/>
                    <a:pt x="1014" y="3801"/>
                  </a:cubicBezTo>
                  <a:cubicBezTo>
                    <a:pt x="1679" y="4466"/>
                    <a:pt x="2557" y="4799"/>
                    <a:pt x="3436" y="4799"/>
                  </a:cubicBezTo>
                  <a:cubicBezTo>
                    <a:pt x="4315" y="4799"/>
                    <a:pt x="5194" y="4466"/>
                    <a:pt x="5859" y="3801"/>
                  </a:cubicBezTo>
                  <a:lnTo>
                    <a:pt x="8773" y="888"/>
                  </a:lnTo>
                  <a:lnTo>
                    <a:pt x="7886" y="1"/>
                  </a:ln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3"/>
            <p:cNvSpPr/>
            <p:nvPr/>
          </p:nvSpPr>
          <p:spPr>
            <a:xfrm>
              <a:off x="3580775" y="3283025"/>
              <a:ext cx="120375" cy="156000"/>
            </a:xfrm>
            <a:custGeom>
              <a:avLst/>
              <a:gdLst/>
              <a:ahLst/>
              <a:cxnLst/>
              <a:rect l="l" t="t" r="r" b="b"/>
              <a:pathLst>
                <a:path w="4815" h="6240" extrusionOk="0">
                  <a:moveTo>
                    <a:pt x="4688" y="1"/>
                  </a:moveTo>
                  <a:cubicBezTo>
                    <a:pt x="4529" y="539"/>
                    <a:pt x="4244" y="1077"/>
                    <a:pt x="3801" y="1521"/>
                  </a:cubicBezTo>
                  <a:lnTo>
                    <a:pt x="1" y="5321"/>
                  </a:lnTo>
                  <a:lnTo>
                    <a:pt x="888" y="6239"/>
                  </a:lnTo>
                  <a:lnTo>
                    <a:pt x="3801" y="3326"/>
                  </a:lnTo>
                  <a:cubicBezTo>
                    <a:pt x="3896" y="3231"/>
                    <a:pt x="3991" y="3104"/>
                    <a:pt x="4086" y="3009"/>
                  </a:cubicBezTo>
                  <a:cubicBezTo>
                    <a:pt x="4086" y="2977"/>
                    <a:pt x="4118" y="2946"/>
                    <a:pt x="4149" y="2914"/>
                  </a:cubicBezTo>
                  <a:cubicBezTo>
                    <a:pt x="4213" y="2819"/>
                    <a:pt x="4276" y="2724"/>
                    <a:pt x="4308" y="2629"/>
                  </a:cubicBezTo>
                  <a:cubicBezTo>
                    <a:pt x="4339" y="2597"/>
                    <a:pt x="4339" y="2566"/>
                    <a:pt x="4371" y="2534"/>
                  </a:cubicBezTo>
                  <a:cubicBezTo>
                    <a:pt x="4498" y="2312"/>
                    <a:pt x="4624" y="2059"/>
                    <a:pt x="4688" y="1774"/>
                  </a:cubicBezTo>
                  <a:cubicBezTo>
                    <a:pt x="4688" y="1742"/>
                    <a:pt x="4688" y="1742"/>
                    <a:pt x="4688" y="1711"/>
                  </a:cubicBezTo>
                  <a:cubicBezTo>
                    <a:pt x="4720" y="1584"/>
                    <a:pt x="4751" y="1457"/>
                    <a:pt x="4783" y="1331"/>
                  </a:cubicBezTo>
                  <a:cubicBezTo>
                    <a:pt x="4783" y="1331"/>
                    <a:pt x="4783" y="1299"/>
                    <a:pt x="4783" y="1299"/>
                  </a:cubicBezTo>
                  <a:cubicBezTo>
                    <a:pt x="4815" y="1014"/>
                    <a:pt x="4815" y="729"/>
                    <a:pt x="4783" y="444"/>
                  </a:cubicBezTo>
                  <a:cubicBezTo>
                    <a:pt x="4783" y="444"/>
                    <a:pt x="4751" y="412"/>
                    <a:pt x="4751" y="412"/>
                  </a:cubicBezTo>
                  <a:cubicBezTo>
                    <a:pt x="4751" y="286"/>
                    <a:pt x="4720" y="127"/>
                    <a:pt x="4688" y="1"/>
                  </a:cubicBezTo>
                  <a:close/>
                </a:path>
              </a:pathLst>
            </a:custGeom>
            <a:solidFill>
              <a:srgbClr val="85B7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3"/>
            <p:cNvSpPr/>
            <p:nvPr/>
          </p:nvSpPr>
          <p:spPr>
            <a:xfrm>
              <a:off x="3580775" y="3283025"/>
              <a:ext cx="120375" cy="156000"/>
            </a:xfrm>
            <a:custGeom>
              <a:avLst/>
              <a:gdLst/>
              <a:ahLst/>
              <a:cxnLst/>
              <a:rect l="l" t="t" r="r" b="b"/>
              <a:pathLst>
                <a:path w="4815" h="6240" extrusionOk="0">
                  <a:moveTo>
                    <a:pt x="4688" y="1"/>
                  </a:moveTo>
                  <a:cubicBezTo>
                    <a:pt x="4529" y="539"/>
                    <a:pt x="4244" y="1077"/>
                    <a:pt x="3801" y="1521"/>
                  </a:cubicBezTo>
                  <a:lnTo>
                    <a:pt x="1" y="5321"/>
                  </a:lnTo>
                  <a:lnTo>
                    <a:pt x="888" y="6239"/>
                  </a:lnTo>
                  <a:lnTo>
                    <a:pt x="3801" y="3326"/>
                  </a:lnTo>
                  <a:cubicBezTo>
                    <a:pt x="3896" y="3231"/>
                    <a:pt x="3991" y="3104"/>
                    <a:pt x="4086" y="3009"/>
                  </a:cubicBezTo>
                  <a:cubicBezTo>
                    <a:pt x="4086" y="2977"/>
                    <a:pt x="4118" y="2946"/>
                    <a:pt x="4149" y="2914"/>
                  </a:cubicBezTo>
                  <a:cubicBezTo>
                    <a:pt x="4213" y="2819"/>
                    <a:pt x="4276" y="2724"/>
                    <a:pt x="4308" y="2629"/>
                  </a:cubicBezTo>
                  <a:cubicBezTo>
                    <a:pt x="4339" y="2597"/>
                    <a:pt x="4339" y="2566"/>
                    <a:pt x="4371" y="2534"/>
                  </a:cubicBezTo>
                  <a:cubicBezTo>
                    <a:pt x="4498" y="2312"/>
                    <a:pt x="4624" y="2059"/>
                    <a:pt x="4688" y="1774"/>
                  </a:cubicBezTo>
                  <a:cubicBezTo>
                    <a:pt x="4688" y="1742"/>
                    <a:pt x="4688" y="1742"/>
                    <a:pt x="4688" y="1711"/>
                  </a:cubicBezTo>
                  <a:cubicBezTo>
                    <a:pt x="4720" y="1584"/>
                    <a:pt x="4751" y="1457"/>
                    <a:pt x="4783" y="1331"/>
                  </a:cubicBezTo>
                  <a:cubicBezTo>
                    <a:pt x="4783" y="1331"/>
                    <a:pt x="4783" y="1299"/>
                    <a:pt x="4783" y="1299"/>
                  </a:cubicBezTo>
                  <a:cubicBezTo>
                    <a:pt x="4815" y="1014"/>
                    <a:pt x="4815" y="729"/>
                    <a:pt x="4783" y="444"/>
                  </a:cubicBezTo>
                  <a:cubicBezTo>
                    <a:pt x="4783" y="444"/>
                    <a:pt x="4751" y="412"/>
                    <a:pt x="4751" y="412"/>
                  </a:cubicBezTo>
                  <a:cubicBezTo>
                    <a:pt x="4751" y="286"/>
                    <a:pt x="4720" y="127"/>
                    <a:pt x="4688"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3"/>
            <p:cNvSpPr/>
            <p:nvPr/>
          </p:nvSpPr>
          <p:spPr>
            <a:xfrm>
              <a:off x="3520600" y="3231575"/>
              <a:ext cx="116425" cy="66525"/>
            </a:xfrm>
            <a:custGeom>
              <a:avLst/>
              <a:gdLst/>
              <a:ahLst/>
              <a:cxnLst/>
              <a:rect l="l" t="t" r="r" b="b"/>
              <a:pathLst>
                <a:path w="4657" h="2661" extrusionOk="0">
                  <a:moveTo>
                    <a:pt x="856" y="1679"/>
                  </a:moveTo>
                  <a:cubicBezTo>
                    <a:pt x="856" y="1679"/>
                    <a:pt x="2693" y="0"/>
                    <a:pt x="4245" y="285"/>
                  </a:cubicBezTo>
                  <a:cubicBezTo>
                    <a:pt x="4656" y="602"/>
                    <a:pt x="4150" y="1393"/>
                    <a:pt x="3073" y="1869"/>
                  </a:cubicBezTo>
                  <a:cubicBezTo>
                    <a:pt x="2028" y="2344"/>
                    <a:pt x="1" y="2660"/>
                    <a:pt x="856" y="1679"/>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p:nvPr/>
          </p:nvSpPr>
          <p:spPr>
            <a:xfrm>
              <a:off x="1231725" y="2331375"/>
              <a:ext cx="1625" cy="10325"/>
            </a:xfrm>
            <a:custGeom>
              <a:avLst/>
              <a:gdLst/>
              <a:ahLst/>
              <a:cxnLst/>
              <a:rect l="l" t="t" r="r" b="b"/>
              <a:pathLst>
                <a:path w="65" h="413" extrusionOk="0">
                  <a:moveTo>
                    <a:pt x="64" y="1"/>
                  </a:moveTo>
                  <a:lnTo>
                    <a:pt x="64" y="1"/>
                  </a:lnTo>
                  <a:cubicBezTo>
                    <a:pt x="32" y="127"/>
                    <a:pt x="1" y="254"/>
                    <a:pt x="1" y="412"/>
                  </a:cubicBezTo>
                  <a:lnTo>
                    <a:pt x="1" y="412"/>
                  </a:lnTo>
                  <a:cubicBezTo>
                    <a:pt x="1" y="254"/>
                    <a:pt x="32" y="127"/>
                    <a:pt x="64" y="1"/>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3"/>
            <p:cNvSpPr/>
            <p:nvPr/>
          </p:nvSpPr>
          <p:spPr>
            <a:xfrm>
              <a:off x="1233325" y="2329000"/>
              <a:ext cx="800" cy="2400"/>
            </a:xfrm>
            <a:custGeom>
              <a:avLst/>
              <a:gdLst/>
              <a:ahLst/>
              <a:cxnLst/>
              <a:rect l="l" t="t" r="r" b="b"/>
              <a:pathLst>
                <a:path w="32" h="96" extrusionOk="0">
                  <a:moveTo>
                    <a:pt x="32" y="1"/>
                  </a:moveTo>
                  <a:cubicBezTo>
                    <a:pt x="32" y="32"/>
                    <a:pt x="32" y="64"/>
                    <a:pt x="0" y="96"/>
                  </a:cubicBezTo>
                  <a:lnTo>
                    <a:pt x="0" y="96"/>
                  </a:lnTo>
                  <a:cubicBezTo>
                    <a:pt x="32" y="64"/>
                    <a:pt x="32" y="32"/>
                    <a:pt x="32" y="1"/>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p:nvPr/>
          </p:nvSpPr>
          <p:spPr>
            <a:xfrm>
              <a:off x="1350500" y="2365425"/>
              <a:ext cx="193975" cy="173800"/>
            </a:xfrm>
            <a:custGeom>
              <a:avLst/>
              <a:gdLst/>
              <a:ahLst/>
              <a:cxnLst/>
              <a:rect l="l" t="t" r="r" b="b"/>
              <a:pathLst>
                <a:path w="7759" h="6952" extrusionOk="0">
                  <a:moveTo>
                    <a:pt x="3959" y="0"/>
                  </a:moveTo>
                  <a:lnTo>
                    <a:pt x="3959" y="0"/>
                  </a:lnTo>
                  <a:lnTo>
                    <a:pt x="3959" y="0"/>
                  </a:lnTo>
                  <a:lnTo>
                    <a:pt x="3959" y="0"/>
                  </a:lnTo>
                  <a:close/>
                  <a:moveTo>
                    <a:pt x="3959" y="0"/>
                  </a:moveTo>
                  <a:lnTo>
                    <a:pt x="0" y="3959"/>
                  </a:lnTo>
                  <a:lnTo>
                    <a:pt x="2027" y="5954"/>
                  </a:lnTo>
                  <a:cubicBezTo>
                    <a:pt x="2692" y="6619"/>
                    <a:pt x="3571" y="6952"/>
                    <a:pt x="4450" y="6952"/>
                  </a:cubicBezTo>
                  <a:cubicBezTo>
                    <a:pt x="5328" y="6952"/>
                    <a:pt x="6207" y="6619"/>
                    <a:pt x="6872" y="5954"/>
                  </a:cubicBezTo>
                  <a:cubicBezTo>
                    <a:pt x="7316" y="5511"/>
                    <a:pt x="7601" y="5004"/>
                    <a:pt x="7759" y="4434"/>
                  </a:cubicBezTo>
                  <a:cubicBezTo>
                    <a:pt x="7601" y="3864"/>
                    <a:pt x="7316" y="3357"/>
                    <a:pt x="6872" y="2914"/>
                  </a:cubicBezTo>
                  <a:lnTo>
                    <a:pt x="3959" y="0"/>
                  </a:ln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3"/>
            <p:cNvSpPr/>
            <p:nvPr/>
          </p:nvSpPr>
          <p:spPr>
            <a:xfrm>
              <a:off x="1240450" y="2292575"/>
              <a:ext cx="15050" cy="21400"/>
            </a:xfrm>
            <a:custGeom>
              <a:avLst/>
              <a:gdLst/>
              <a:ahLst/>
              <a:cxnLst/>
              <a:rect l="l" t="t" r="r" b="b"/>
              <a:pathLst>
                <a:path w="602" h="856" extrusionOk="0">
                  <a:moveTo>
                    <a:pt x="0" y="856"/>
                  </a:moveTo>
                  <a:cubicBezTo>
                    <a:pt x="158" y="539"/>
                    <a:pt x="348" y="254"/>
                    <a:pt x="602" y="1"/>
                  </a:cubicBezTo>
                  <a:cubicBezTo>
                    <a:pt x="348" y="254"/>
                    <a:pt x="158" y="539"/>
                    <a:pt x="0" y="856"/>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3"/>
            <p:cNvSpPr/>
            <p:nvPr/>
          </p:nvSpPr>
          <p:spPr>
            <a:xfrm>
              <a:off x="1230950" y="2342450"/>
              <a:ext cx="25" cy="3200"/>
            </a:xfrm>
            <a:custGeom>
              <a:avLst/>
              <a:gdLst/>
              <a:ahLst/>
              <a:cxnLst/>
              <a:rect l="l" t="t" r="r" b="b"/>
              <a:pathLst>
                <a:path w="1" h="128" extrusionOk="0">
                  <a:moveTo>
                    <a:pt x="0" y="1"/>
                  </a:moveTo>
                  <a:cubicBezTo>
                    <a:pt x="0" y="33"/>
                    <a:pt x="0" y="64"/>
                    <a:pt x="0" y="128"/>
                  </a:cubicBezTo>
                  <a:cubicBezTo>
                    <a:pt x="0" y="64"/>
                    <a:pt x="0" y="33"/>
                    <a:pt x="0" y="1"/>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3"/>
            <p:cNvSpPr/>
            <p:nvPr/>
          </p:nvSpPr>
          <p:spPr>
            <a:xfrm>
              <a:off x="1242825" y="2397100"/>
              <a:ext cx="3975" cy="6350"/>
            </a:xfrm>
            <a:custGeom>
              <a:avLst/>
              <a:gdLst/>
              <a:ahLst/>
              <a:cxnLst/>
              <a:rect l="l" t="t" r="r" b="b"/>
              <a:pathLst>
                <a:path w="159" h="254" extrusionOk="0">
                  <a:moveTo>
                    <a:pt x="158" y="253"/>
                  </a:moveTo>
                  <a:cubicBezTo>
                    <a:pt x="95" y="190"/>
                    <a:pt x="32" y="95"/>
                    <a:pt x="0" y="0"/>
                  </a:cubicBezTo>
                  <a:cubicBezTo>
                    <a:pt x="32" y="95"/>
                    <a:pt x="95" y="190"/>
                    <a:pt x="158" y="2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3"/>
            <p:cNvSpPr/>
            <p:nvPr/>
          </p:nvSpPr>
          <p:spPr>
            <a:xfrm>
              <a:off x="1230950" y="2364625"/>
              <a:ext cx="2400" cy="9525"/>
            </a:xfrm>
            <a:custGeom>
              <a:avLst/>
              <a:gdLst/>
              <a:ahLst/>
              <a:cxnLst/>
              <a:rect l="l" t="t" r="r" b="b"/>
              <a:pathLst>
                <a:path w="96" h="381" extrusionOk="0">
                  <a:moveTo>
                    <a:pt x="95" y="381"/>
                  </a:moveTo>
                  <a:cubicBezTo>
                    <a:pt x="63" y="254"/>
                    <a:pt x="32" y="127"/>
                    <a:pt x="0" y="1"/>
                  </a:cubicBezTo>
                  <a:cubicBezTo>
                    <a:pt x="32" y="127"/>
                    <a:pt x="63" y="254"/>
                    <a:pt x="95" y="38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3"/>
            <p:cNvSpPr/>
            <p:nvPr/>
          </p:nvSpPr>
          <p:spPr>
            <a:xfrm>
              <a:off x="1233325" y="2375700"/>
              <a:ext cx="7925" cy="19050"/>
            </a:xfrm>
            <a:custGeom>
              <a:avLst/>
              <a:gdLst/>
              <a:ahLst/>
              <a:cxnLst/>
              <a:rect l="l" t="t" r="r" b="b"/>
              <a:pathLst>
                <a:path w="317" h="762" extrusionOk="0">
                  <a:moveTo>
                    <a:pt x="317" y="761"/>
                  </a:moveTo>
                  <a:cubicBezTo>
                    <a:pt x="190" y="539"/>
                    <a:pt x="63" y="254"/>
                    <a:pt x="0" y="1"/>
                  </a:cubicBezTo>
                  <a:cubicBezTo>
                    <a:pt x="63" y="254"/>
                    <a:pt x="190" y="539"/>
                    <a:pt x="317" y="76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3"/>
            <p:cNvSpPr/>
            <p:nvPr/>
          </p:nvSpPr>
          <p:spPr>
            <a:xfrm>
              <a:off x="1233325" y="2267850"/>
              <a:ext cx="216150" cy="196550"/>
            </a:xfrm>
            <a:custGeom>
              <a:avLst/>
              <a:gdLst/>
              <a:ahLst/>
              <a:cxnLst/>
              <a:rect l="l" t="t" r="r" b="b"/>
              <a:pathLst>
                <a:path w="8646" h="7862" extrusionOk="0">
                  <a:moveTo>
                    <a:pt x="3309" y="0"/>
                  </a:moveTo>
                  <a:cubicBezTo>
                    <a:pt x="2431" y="0"/>
                    <a:pt x="1552" y="341"/>
                    <a:pt x="887" y="1021"/>
                  </a:cubicBezTo>
                  <a:cubicBezTo>
                    <a:pt x="633" y="1243"/>
                    <a:pt x="443" y="1528"/>
                    <a:pt x="285" y="1845"/>
                  </a:cubicBezTo>
                  <a:cubicBezTo>
                    <a:pt x="158" y="2035"/>
                    <a:pt x="95" y="2257"/>
                    <a:pt x="32" y="2447"/>
                  </a:cubicBezTo>
                  <a:cubicBezTo>
                    <a:pt x="32" y="2478"/>
                    <a:pt x="0" y="2510"/>
                    <a:pt x="0" y="2542"/>
                  </a:cubicBezTo>
                  <a:cubicBezTo>
                    <a:pt x="158" y="3080"/>
                    <a:pt x="443" y="3618"/>
                    <a:pt x="887" y="4062"/>
                  </a:cubicBezTo>
                  <a:lnTo>
                    <a:pt x="4687" y="7862"/>
                  </a:lnTo>
                  <a:lnTo>
                    <a:pt x="8646" y="3903"/>
                  </a:lnTo>
                  <a:lnTo>
                    <a:pt x="5732" y="1021"/>
                  </a:lnTo>
                  <a:cubicBezTo>
                    <a:pt x="5067" y="341"/>
                    <a:pt x="4188" y="0"/>
                    <a:pt x="33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3"/>
            <p:cNvSpPr/>
            <p:nvPr/>
          </p:nvSpPr>
          <p:spPr>
            <a:xfrm>
              <a:off x="1248350" y="2406600"/>
              <a:ext cx="80000" cy="79975"/>
            </a:xfrm>
            <a:custGeom>
              <a:avLst/>
              <a:gdLst/>
              <a:ahLst/>
              <a:cxnLst/>
              <a:rect l="l" t="t" r="r" b="b"/>
              <a:pathLst>
                <a:path w="3200" h="3199" extrusionOk="0">
                  <a:moveTo>
                    <a:pt x="3199" y="3199"/>
                  </a:moveTo>
                  <a:lnTo>
                    <a:pt x="286" y="317"/>
                  </a:lnTo>
                  <a:cubicBezTo>
                    <a:pt x="191" y="190"/>
                    <a:pt x="96" y="95"/>
                    <a:pt x="1" y="0"/>
                  </a:cubicBezTo>
                  <a:cubicBezTo>
                    <a:pt x="96" y="95"/>
                    <a:pt x="191" y="190"/>
                    <a:pt x="286" y="31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3"/>
            <p:cNvSpPr/>
            <p:nvPr/>
          </p:nvSpPr>
          <p:spPr>
            <a:xfrm>
              <a:off x="1231725" y="2331375"/>
              <a:ext cx="1625" cy="10325"/>
            </a:xfrm>
            <a:custGeom>
              <a:avLst/>
              <a:gdLst/>
              <a:ahLst/>
              <a:cxnLst/>
              <a:rect l="l" t="t" r="r" b="b"/>
              <a:pathLst>
                <a:path w="65" h="413" extrusionOk="0">
                  <a:moveTo>
                    <a:pt x="64" y="1"/>
                  </a:moveTo>
                  <a:cubicBezTo>
                    <a:pt x="32" y="127"/>
                    <a:pt x="1" y="254"/>
                    <a:pt x="1" y="412"/>
                  </a:cubicBezTo>
                  <a:cubicBezTo>
                    <a:pt x="1" y="254"/>
                    <a:pt x="32" y="127"/>
                    <a:pt x="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3"/>
            <p:cNvSpPr/>
            <p:nvPr/>
          </p:nvSpPr>
          <p:spPr>
            <a:xfrm>
              <a:off x="1230325" y="2342450"/>
              <a:ext cx="650" cy="21400"/>
            </a:xfrm>
            <a:custGeom>
              <a:avLst/>
              <a:gdLst/>
              <a:ahLst/>
              <a:cxnLst/>
              <a:rect l="l" t="t" r="r" b="b"/>
              <a:pathLst>
                <a:path w="26" h="856" extrusionOk="0">
                  <a:moveTo>
                    <a:pt x="25" y="1"/>
                  </a:moveTo>
                  <a:cubicBezTo>
                    <a:pt x="8" y="153"/>
                    <a:pt x="0" y="304"/>
                    <a:pt x="1" y="456"/>
                  </a:cubicBezTo>
                  <a:lnTo>
                    <a:pt x="1" y="456"/>
                  </a:lnTo>
                  <a:cubicBezTo>
                    <a:pt x="2" y="342"/>
                    <a:pt x="10" y="231"/>
                    <a:pt x="25" y="128"/>
                  </a:cubicBezTo>
                  <a:cubicBezTo>
                    <a:pt x="25" y="64"/>
                    <a:pt x="25" y="33"/>
                    <a:pt x="25" y="1"/>
                  </a:cubicBezTo>
                  <a:close/>
                  <a:moveTo>
                    <a:pt x="1" y="456"/>
                  </a:moveTo>
                  <a:cubicBezTo>
                    <a:pt x="0" y="586"/>
                    <a:pt x="8" y="721"/>
                    <a:pt x="25" y="856"/>
                  </a:cubicBezTo>
                  <a:cubicBezTo>
                    <a:pt x="10" y="723"/>
                    <a:pt x="2" y="589"/>
                    <a:pt x="1" y="45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3"/>
            <p:cNvSpPr/>
            <p:nvPr/>
          </p:nvSpPr>
          <p:spPr>
            <a:xfrm>
              <a:off x="1233325" y="2331375"/>
              <a:ext cx="25" cy="25"/>
            </a:xfrm>
            <a:custGeom>
              <a:avLst/>
              <a:gdLst/>
              <a:ahLst/>
              <a:cxnLst/>
              <a:rect l="l" t="t" r="r" b="b"/>
              <a:pathLst>
                <a:path w="1" h="1" extrusionOk="0">
                  <a:moveTo>
                    <a:pt x="0" y="1"/>
                  </a:move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3"/>
            <p:cNvSpPr/>
            <p:nvPr/>
          </p:nvSpPr>
          <p:spPr>
            <a:xfrm>
              <a:off x="1233325" y="2374125"/>
              <a:ext cx="25" cy="1600"/>
            </a:xfrm>
            <a:custGeom>
              <a:avLst/>
              <a:gdLst/>
              <a:ahLst/>
              <a:cxnLst/>
              <a:rect l="l" t="t" r="r" b="b"/>
              <a:pathLst>
                <a:path w="1" h="64" extrusionOk="0">
                  <a:moveTo>
                    <a:pt x="0" y="64"/>
                  </a:moveTo>
                  <a:cubicBezTo>
                    <a:pt x="0" y="32"/>
                    <a:pt x="0" y="1"/>
                    <a:pt x="0" y="1"/>
                  </a:cubicBezTo>
                  <a:cubicBezTo>
                    <a:pt x="0" y="1"/>
                    <a:pt x="0" y="32"/>
                    <a:pt x="0" y="64"/>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3"/>
            <p:cNvSpPr/>
            <p:nvPr/>
          </p:nvSpPr>
          <p:spPr>
            <a:xfrm>
              <a:off x="1230950" y="2363825"/>
              <a:ext cx="25" cy="825"/>
            </a:xfrm>
            <a:custGeom>
              <a:avLst/>
              <a:gdLst/>
              <a:ahLst/>
              <a:cxnLst/>
              <a:rect l="l" t="t" r="r" b="b"/>
              <a:pathLst>
                <a:path w="1" h="33" extrusionOk="0">
                  <a:moveTo>
                    <a:pt x="0" y="33"/>
                  </a:moveTo>
                  <a:cubicBezTo>
                    <a:pt x="0" y="33"/>
                    <a:pt x="0" y="1"/>
                    <a:pt x="0" y="1"/>
                  </a:cubicBezTo>
                  <a:cubicBezTo>
                    <a:pt x="0" y="1"/>
                    <a:pt x="0" y="33"/>
                    <a:pt x="0" y="33"/>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3"/>
            <p:cNvSpPr/>
            <p:nvPr/>
          </p:nvSpPr>
          <p:spPr>
            <a:xfrm>
              <a:off x="1230950" y="2341675"/>
              <a:ext cx="800" cy="800"/>
            </a:xfrm>
            <a:custGeom>
              <a:avLst/>
              <a:gdLst/>
              <a:ahLst/>
              <a:cxnLst/>
              <a:rect l="l" t="t" r="r" b="b"/>
              <a:pathLst>
                <a:path w="32" h="32" extrusionOk="0">
                  <a:moveTo>
                    <a:pt x="32" y="0"/>
                  </a:moveTo>
                  <a:cubicBezTo>
                    <a:pt x="32" y="0"/>
                    <a:pt x="0" y="0"/>
                    <a:pt x="0" y="32"/>
                  </a:cubicBezTo>
                  <a:cubicBezTo>
                    <a:pt x="32" y="0"/>
                    <a:pt x="32" y="0"/>
                    <a:pt x="32" y="0"/>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3"/>
            <p:cNvSpPr/>
            <p:nvPr/>
          </p:nvSpPr>
          <p:spPr>
            <a:xfrm>
              <a:off x="1241225" y="2394725"/>
              <a:ext cx="1625" cy="2400"/>
            </a:xfrm>
            <a:custGeom>
              <a:avLst/>
              <a:gdLst/>
              <a:ahLst/>
              <a:cxnLst/>
              <a:rect l="l" t="t" r="r" b="b"/>
              <a:pathLst>
                <a:path w="65" h="96" extrusionOk="0">
                  <a:moveTo>
                    <a:pt x="64" y="95"/>
                  </a:moveTo>
                  <a:cubicBezTo>
                    <a:pt x="32" y="63"/>
                    <a:pt x="1" y="32"/>
                    <a:pt x="1" y="0"/>
                  </a:cubicBezTo>
                  <a:cubicBezTo>
                    <a:pt x="1" y="32"/>
                    <a:pt x="32" y="63"/>
                    <a:pt x="64" y="95"/>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3"/>
            <p:cNvSpPr/>
            <p:nvPr/>
          </p:nvSpPr>
          <p:spPr>
            <a:xfrm>
              <a:off x="1246775" y="2403425"/>
              <a:ext cx="1600" cy="3200"/>
            </a:xfrm>
            <a:custGeom>
              <a:avLst/>
              <a:gdLst/>
              <a:ahLst/>
              <a:cxnLst/>
              <a:rect l="l" t="t" r="r" b="b"/>
              <a:pathLst>
                <a:path w="64" h="128" extrusionOk="0">
                  <a:moveTo>
                    <a:pt x="64" y="127"/>
                  </a:moveTo>
                  <a:lnTo>
                    <a:pt x="0" y="0"/>
                  </a:ln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3"/>
            <p:cNvSpPr/>
            <p:nvPr/>
          </p:nvSpPr>
          <p:spPr>
            <a:xfrm>
              <a:off x="1233325" y="2331375"/>
              <a:ext cx="25" cy="25"/>
            </a:xfrm>
            <a:custGeom>
              <a:avLst/>
              <a:gdLst/>
              <a:ahLst/>
              <a:cxnLst/>
              <a:rect l="l" t="t" r="r" b="b"/>
              <a:pathLst>
                <a:path w="1" h="1" extrusionOk="0">
                  <a:moveTo>
                    <a:pt x="0" y="1"/>
                  </a:moveTo>
                  <a:lnTo>
                    <a:pt x="0" y="1"/>
                  </a:ln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3"/>
            <p:cNvSpPr/>
            <p:nvPr/>
          </p:nvSpPr>
          <p:spPr>
            <a:xfrm>
              <a:off x="1233325" y="2331375"/>
              <a:ext cx="25" cy="25"/>
            </a:xfrm>
            <a:custGeom>
              <a:avLst/>
              <a:gdLst/>
              <a:ahLst/>
              <a:cxnLst/>
              <a:rect l="l" t="t" r="r" b="b"/>
              <a:pathLst>
                <a:path w="1" h="1" extrusionOk="0">
                  <a:moveTo>
                    <a:pt x="0" y="1"/>
                  </a:moveTo>
                  <a:lnTo>
                    <a:pt x="0" y="1"/>
                  </a:ln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3"/>
            <p:cNvSpPr/>
            <p:nvPr/>
          </p:nvSpPr>
          <p:spPr>
            <a:xfrm>
              <a:off x="1328325" y="2464375"/>
              <a:ext cx="219325" cy="119975"/>
            </a:xfrm>
            <a:custGeom>
              <a:avLst/>
              <a:gdLst/>
              <a:ahLst/>
              <a:cxnLst/>
              <a:rect l="l" t="t" r="r" b="b"/>
              <a:pathLst>
                <a:path w="8773" h="4799" extrusionOk="0">
                  <a:moveTo>
                    <a:pt x="887" y="1"/>
                  </a:moveTo>
                  <a:lnTo>
                    <a:pt x="0" y="888"/>
                  </a:lnTo>
                  <a:lnTo>
                    <a:pt x="2914" y="3801"/>
                  </a:lnTo>
                  <a:cubicBezTo>
                    <a:pt x="3579" y="4466"/>
                    <a:pt x="4458" y="4799"/>
                    <a:pt x="5337" y="4799"/>
                  </a:cubicBezTo>
                  <a:cubicBezTo>
                    <a:pt x="6215" y="4799"/>
                    <a:pt x="7094" y="4466"/>
                    <a:pt x="7759" y="3801"/>
                  </a:cubicBezTo>
                  <a:cubicBezTo>
                    <a:pt x="7854" y="3706"/>
                    <a:pt x="7949" y="3611"/>
                    <a:pt x="8044" y="3484"/>
                  </a:cubicBezTo>
                  <a:lnTo>
                    <a:pt x="8108" y="3389"/>
                  </a:lnTo>
                  <a:cubicBezTo>
                    <a:pt x="8171" y="3294"/>
                    <a:pt x="8234" y="3231"/>
                    <a:pt x="8266" y="3136"/>
                  </a:cubicBezTo>
                  <a:cubicBezTo>
                    <a:pt x="8298" y="3104"/>
                    <a:pt x="8329" y="3073"/>
                    <a:pt x="8329" y="3041"/>
                  </a:cubicBezTo>
                  <a:cubicBezTo>
                    <a:pt x="8456" y="2788"/>
                    <a:pt x="8583" y="2534"/>
                    <a:pt x="8646" y="2281"/>
                  </a:cubicBezTo>
                  <a:cubicBezTo>
                    <a:pt x="8646" y="2249"/>
                    <a:pt x="8646" y="2218"/>
                    <a:pt x="8678" y="2186"/>
                  </a:cubicBezTo>
                  <a:cubicBezTo>
                    <a:pt x="8678" y="2059"/>
                    <a:pt x="8709" y="1964"/>
                    <a:pt x="8741" y="1838"/>
                  </a:cubicBezTo>
                  <a:cubicBezTo>
                    <a:pt x="8741" y="1806"/>
                    <a:pt x="8741" y="1806"/>
                    <a:pt x="8741" y="1774"/>
                  </a:cubicBezTo>
                  <a:cubicBezTo>
                    <a:pt x="8773" y="1489"/>
                    <a:pt x="8773" y="1204"/>
                    <a:pt x="8741" y="919"/>
                  </a:cubicBezTo>
                  <a:cubicBezTo>
                    <a:pt x="8741" y="919"/>
                    <a:pt x="8709" y="919"/>
                    <a:pt x="8709" y="888"/>
                  </a:cubicBezTo>
                  <a:cubicBezTo>
                    <a:pt x="8709" y="761"/>
                    <a:pt x="8678" y="603"/>
                    <a:pt x="8646" y="476"/>
                  </a:cubicBezTo>
                  <a:cubicBezTo>
                    <a:pt x="8488" y="1046"/>
                    <a:pt x="8203" y="1553"/>
                    <a:pt x="7759" y="1996"/>
                  </a:cubicBezTo>
                  <a:cubicBezTo>
                    <a:pt x="7094" y="2661"/>
                    <a:pt x="6215" y="2994"/>
                    <a:pt x="5337" y="2994"/>
                  </a:cubicBezTo>
                  <a:cubicBezTo>
                    <a:pt x="4458" y="2994"/>
                    <a:pt x="3579" y="2661"/>
                    <a:pt x="2914" y="1996"/>
                  </a:cubicBezTo>
                  <a:lnTo>
                    <a:pt x="887" y="1"/>
                  </a:ln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p:cNvSpPr/>
            <p:nvPr/>
          </p:nvSpPr>
          <p:spPr>
            <a:xfrm>
              <a:off x="1231725" y="2341675"/>
              <a:ext cx="25" cy="800"/>
            </a:xfrm>
            <a:custGeom>
              <a:avLst/>
              <a:gdLst/>
              <a:ahLst/>
              <a:cxnLst/>
              <a:rect l="l" t="t" r="r" b="b"/>
              <a:pathLst>
                <a:path w="1" h="32" extrusionOk="0">
                  <a:moveTo>
                    <a:pt x="1" y="0"/>
                  </a:moveTo>
                  <a:lnTo>
                    <a:pt x="1" y="0"/>
                  </a:lnTo>
                  <a:cubicBezTo>
                    <a:pt x="1" y="0"/>
                    <a:pt x="1" y="0"/>
                    <a:pt x="1" y="32"/>
                  </a:cubicBezTo>
                  <a:lnTo>
                    <a:pt x="1" y="32"/>
                  </a:lnTo>
                  <a:cubicBezTo>
                    <a:pt x="1" y="0"/>
                    <a:pt x="1" y="0"/>
                    <a:pt x="1" y="0"/>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3"/>
            <p:cNvSpPr/>
            <p:nvPr/>
          </p:nvSpPr>
          <p:spPr>
            <a:xfrm>
              <a:off x="1231725" y="2341675"/>
              <a:ext cx="25" cy="800"/>
            </a:xfrm>
            <a:custGeom>
              <a:avLst/>
              <a:gdLst/>
              <a:ahLst/>
              <a:cxnLst/>
              <a:rect l="l" t="t" r="r" b="b"/>
              <a:pathLst>
                <a:path w="1" h="32" extrusionOk="0">
                  <a:moveTo>
                    <a:pt x="1" y="0"/>
                  </a:moveTo>
                  <a:lnTo>
                    <a:pt x="1" y="0"/>
                  </a:lnTo>
                  <a:cubicBezTo>
                    <a:pt x="1" y="0"/>
                    <a:pt x="1" y="0"/>
                    <a:pt x="1" y="32"/>
                  </a:cubicBezTo>
                  <a:lnTo>
                    <a:pt x="1" y="32"/>
                  </a:lnTo>
                  <a:cubicBezTo>
                    <a:pt x="1" y="0"/>
                    <a:pt x="1" y="0"/>
                    <a:pt x="1" y="0"/>
                  </a:cubicBezTo>
                  <a:close/>
                </a:path>
              </a:pathLst>
            </a:custGeom>
            <a:solidFill>
              <a:srgbClr val="C64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3"/>
            <p:cNvSpPr/>
            <p:nvPr/>
          </p:nvSpPr>
          <p:spPr>
            <a:xfrm>
              <a:off x="1230150" y="2331375"/>
              <a:ext cx="120375" cy="155200"/>
            </a:xfrm>
            <a:custGeom>
              <a:avLst/>
              <a:gdLst/>
              <a:ahLst/>
              <a:cxnLst/>
              <a:rect l="l" t="t" r="r" b="b"/>
              <a:pathLst>
                <a:path w="4815" h="6208" extrusionOk="0">
                  <a:moveTo>
                    <a:pt x="127" y="1"/>
                  </a:moveTo>
                  <a:cubicBezTo>
                    <a:pt x="95" y="127"/>
                    <a:pt x="64" y="254"/>
                    <a:pt x="64" y="412"/>
                  </a:cubicBezTo>
                  <a:cubicBezTo>
                    <a:pt x="64" y="412"/>
                    <a:pt x="64" y="412"/>
                    <a:pt x="64" y="444"/>
                  </a:cubicBezTo>
                  <a:cubicBezTo>
                    <a:pt x="0" y="729"/>
                    <a:pt x="0" y="1014"/>
                    <a:pt x="32" y="1299"/>
                  </a:cubicBezTo>
                  <a:cubicBezTo>
                    <a:pt x="32" y="1299"/>
                    <a:pt x="32" y="1331"/>
                    <a:pt x="64" y="1331"/>
                  </a:cubicBezTo>
                  <a:cubicBezTo>
                    <a:pt x="64" y="1457"/>
                    <a:pt x="95" y="1584"/>
                    <a:pt x="127" y="1711"/>
                  </a:cubicBezTo>
                  <a:cubicBezTo>
                    <a:pt x="127" y="1711"/>
                    <a:pt x="127" y="1742"/>
                    <a:pt x="127" y="1774"/>
                  </a:cubicBezTo>
                  <a:cubicBezTo>
                    <a:pt x="222" y="2027"/>
                    <a:pt x="317" y="2281"/>
                    <a:pt x="444" y="2534"/>
                  </a:cubicBezTo>
                  <a:cubicBezTo>
                    <a:pt x="475" y="2566"/>
                    <a:pt x="475" y="2597"/>
                    <a:pt x="507" y="2629"/>
                  </a:cubicBezTo>
                  <a:cubicBezTo>
                    <a:pt x="570" y="2724"/>
                    <a:pt x="602" y="2819"/>
                    <a:pt x="665" y="2882"/>
                  </a:cubicBezTo>
                  <a:lnTo>
                    <a:pt x="760" y="2977"/>
                  </a:lnTo>
                  <a:cubicBezTo>
                    <a:pt x="824" y="3104"/>
                    <a:pt x="919" y="3199"/>
                    <a:pt x="1014" y="3326"/>
                  </a:cubicBezTo>
                  <a:lnTo>
                    <a:pt x="3927" y="6208"/>
                  </a:lnTo>
                  <a:lnTo>
                    <a:pt x="4814" y="5321"/>
                  </a:lnTo>
                  <a:lnTo>
                    <a:pt x="1014" y="1521"/>
                  </a:lnTo>
                  <a:cubicBezTo>
                    <a:pt x="570" y="1077"/>
                    <a:pt x="285" y="539"/>
                    <a:pt x="1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3"/>
            <p:cNvSpPr/>
            <p:nvPr/>
          </p:nvSpPr>
          <p:spPr>
            <a:xfrm>
              <a:off x="1230150" y="2331375"/>
              <a:ext cx="120375" cy="155200"/>
            </a:xfrm>
            <a:custGeom>
              <a:avLst/>
              <a:gdLst/>
              <a:ahLst/>
              <a:cxnLst/>
              <a:rect l="l" t="t" r="r" b="b"/>
              <a:pathLst>
                <a:path w="4815" h="6208" extrusionOk="0">
                  <a:moveTo>
                    <a:pt x="127" y="1"/>
                  </a:moveTo>
                  <a:cubicBezTo>
                    <a:pt x="95" y="127"/>
                    <a:pt x="64" y="254"/>
                    <a:pt x="64" y="412"/>
                  </a:cubicBezTo>
                  <a:cubicBezTo>
                    <a:pt x="64" y="412"/>
                    <a:pt x="64" y="412"/>
                    <a:pt x="64" y="444"/>
                  </a:cubicBezTo>
                  <a:cubicBezTo>
                    <a:pt x="0" y="729"/>
                    <a:pt x="0" y="1014"/>
                    <a:pt x="32" y="1299"/>
                  </a:cubicBezTo>
                  <a:cubicBezTo>
                    <a:pt x="32" y="1299"/>
                    <a:pt x="32" y="1331"/>
                    <a:pt x="64" y="1331"/>
                  </a:cubicBezTo>
                  <a:cubicBezTo>
                    <a:pt x="64" y="1457"/>
                    <a:pt x="95" y="1584"/>
                    <a:pt x="127" y="1711"/>
                  </a:cubicBezTo>
                  <a:cubicBezTo>
                    <a:pt x="127" y="1711"/>
                    <a:pt x="127" y="1742"/>
                    <a:pt x="127" y="1774"/>
                  </a:cubicBezTo>
                  <a:cubicBezTo>
                    <a:pt x="222" y="2027"/>
                    <a:pt x="317" y="2281"/>
                    <a:pt x="444" y="2534"/>
                  </a:cubicBezTo>
                  <a:cubicBezTo>
                    <a:pt x="475" y="2566"/>
                    <a:pt x="475" y="2597"/>
                    <a:pt x="507" y="2629"/>
                  </a:cubicBezTo>
                  <a:cubicBezTo>
                    <a:pt x="570" y="2724"/>
                    <a:pt x="602" y="2819"/>
                    <a:pt x="665" y="2882"/>
                  </a:cubicBezTo>
                  <a:lnTo>
                    <a:pt x="760" y="2977"/>
                  </a:lnTo>
                  <a:cubicBezTo>
                    <a:pt x="824" y="3104"/>
                    <a:pt x="919" y="3199"/>
                    <a:pt x="1014" y="3326"/>
                  </a:cubicBezTo>
                  <a:lnTo>
                    <a:pt x="3927" y="6208"/>
                  </a:lnTo>
                  <a:lnTo>
                    <a:pt x="4814" y="5321"/>
                  </a:lnTo>
                  <a:lnTo>
                    <a:pt x="1014" y="1521"/>
                  </a:lnTo>
                  <a:cubicBezTo>
                    <a:pt x="570" y="1077"/>
                    <a:pt x="285" y="539"/>
                    <a:pt x="127"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3"/>
            <p:cNvSpPr/>
            <p:nvPr/>
          </p:nvSpPr>
          <p:spPr>
            <a:xfrm>
              <a:off x="1294275" y="2279125"/>
              <a:ext cx="116400" cy="67325"/>
            </a:xfrm>
            <a:custGeom>
              <a:avLst/>
              <a:gdLst/>
              <a:ahLst/>
              <a:cxnLst/>
              <a:rect l="l" t="t" r="r" b="b"/>
              <a:pathLst>
                <a:path w="4656" h="2693" extrusionOk="0">
                  <a:moveTo>
                    <a:pt x="3801" y="1711"/>
                  </a:moveTo>
                  <a:cubicBezTo>
                    <a:pt x="3801" y="1711"/>
                    <a:pt x="1964" y="0"/>
                    <a:pt x="412" y="317"/>
                  </a:cubicBezTo>
                  <a:cubicBezTo>
                    <a:pt x="1" y="634"/>
                    <a:pt x="507" y="1425"/>
                    <a:pt x="1584" y="1901"/>
                  </a:cubicBezTo>
                  <a:cubicBezTo>
                    <a:pt x="2629" y="2376"/>
                    <a:pt x="4656" y="2692"/>
                    <a:pt x="3801" y="171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7" name="Google Shape;187;p13"/>
          <p:cNvSpPr txBox="1"/>
          <p:nvPr/>
        </p:nvSpPr>
        <p:spPr>
          <a:xfrm>
            <a:off x="3951775" y="457200"/>
            <a:ext cx="4734600" cy="1710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None/>
            </a:pPr>
            <a:r>
              <a:rPr lang="en" sz="4900" b="1">
                <a:solidFill>
                  <a:schemeClr val="accent5"/>
                </a:solidFill>
                <a:latin typeface="Fira Sans Extra Condensed"/>
                <a:ea typeface="Fira Sans Extra Condensed"/>
                <a:cs typeface="Fira Sans Extra Condensed"/>
                <a:sym typeface="Fira Sans Extra Condensed"/>
              </a:rPr>
              <a:t>Exploratory Data Analysis:</a:t>
            </a:r>
            <a:endParaRPr sz="4900" b="1">
              <a:solidFill>
                <a:schemeClr val="accent5"/>
              </a:solidFill>
              <a:latin typeface="Fira Sans Extra Condensed"/>
              <a:ea typeface="Fira Sans Extra Condensed"/>
              <a:cs typeface="Fira Sans Extra Condensed"/>
              <a:sym typeface="Fira Sans Extra Condensed"/>
            </a:endParaRPr>
          </a:p>
          <a:p>
            <a:pPr marL="0" lvl="0" indent="0" algn="r" rtl="0">
              <a:lnSpc>
                <a:spcPct val="100000"/>
              </a:lnSpc>
              <a:spcBef>
                <a:spcPts val="0"/>
              </a:spcBef>
              <a:spcAft>
                <a:spcPts val="0"/>
              </a:spcAft>
              <a:buNone/>
            </a:pPr>
            <a:r>
              <a:rPr lang="en" sz="4900" b="1">
                <a:latin typeface="Fira Sans Extra Condensed"/>
                <a:ea typeface="Fira Sans Extra Condensed"/>
                <a:cs typeface="Fira Sans Extra Condensed"/>
                <a:sym typeface="Fira Sans Extra Condensed"/>
              </a:rPr>
              <a:t>Diabetes Prediction Set</a:t>
            </a:r>
            <a:endParaRPr sz="4800" b="1">
              <a:solidFill>
                <a:srgbClr val="00002A"/>
              </a:solidFill>
              <a:highlight>
                <a:srgbClr val="FFFFFF"/>
              </a:highlight>
              <a:latin typeface="Fira Sans Extra Condensed"/>
              <a:ea typeface="Fira Sans Extra Condensed"/>
              <a:cs typeface="Fira Sans Extra Condensed"/>
              <a:sym typeface="Fira Sans Extra Condensed"/>
            </a:endParaRPr>
          </a:p>
        </p:txBody>
      </p:sp>
      <p:sp>
        <p:nvSpPr>
          <p:cNvPr id="188" name="Google Shape;188;p13"/>
          <p:cNvSpPr txBox="1"/>
          <p:nvPr/>
        </p:nvSpPr>
        <p:spPr>
          <a:xfrm>
            <a:off x="5139075" y="4187075"/>
            <a:ext cx="3724800" cy="815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400" b="1">
                <a:solidFill>
                  <a:schemeClr val="lt1"/>
                </a:solidFill>
                <a:latin typeface="Roboto"/>
                <a:ea typeface="Roboto"/>
                <a:cs typeface="Roboto"/>
                <a:sym typeface="Roboto"/>
              </a:rPr>
              <a:t>By M. Ashura Langford</a:t>
            </a:r>
            <a:endParaRPr sz="2000" b="1">
              <a:solidFill>
                <a:schemeClr val="lt1"/>
              </a:solidFill>
              <a:latin typeface="Roboto"/>
              <a:ea typeface="Roboto"/>
              <a:cs typeface="Roboto"/>
              <a:sym typeface="Roboto"/>
            </a:endParaRPr>
          </a:p>
        </p:txBody>
      </p:sp>
    </p:spTree>
  </p:cSld>
  <p:clrMapOvr>
    <a:masterClrMapping/>
  </p:clrMapOvr>
  <mc:AlternateContent xmlns:mc="http://schemas.openxmlformats.org/markup-compatibility/2006">
    <mc:Choice xmlns:p14="http://schemas.microsoft.com/office/powerpoint/2010/main" Requires="p14">
      <p:transition spd="slow" p14:dur="2000" advTm="4173"/>
    </mc:Choice>
    <mc:Fallback>
      <p:transition spd="slow" advTm="417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grpSp>
        <p:nvGrpSpPr>
          <p:cNvPr id="193" name="Google Shape;193;p14"/>
          <p:cNvGrpSpPr/>
          <p:nvPr/>
        </p:nvGrpSpPr>
        <p:grpSpPr>
          <a:xfrm>
            <a:off x="730164" y="1077283"/>
            <a:ext cx="1162290" cy="3634344"/>
            <a:chOff x="730164" y="1077283"/>
            <a:chExt cx="1162290" cy="3634344"/>
          </a:xfrm>
        </p:grpSpPr>
        <p:sp>
          <p:nvSpPr>
            <p:cNvPr id="194" name="Google Shape;194;p14"/>
            <p:cNvSpPr/>
            <p:nvPr/>
          </p:nvSpPr>
          <p:spPr>
            <a:xfrm>
              <a:off x="730164" y="4402820"/>
              <a:ext cx="1162290" cy="308808"/>
            </a:xfrm>
            <a:custGeom>
              <a:avLst/>
              <a:gdLst/>
              <a:ahLst/>
              <a:cxnLst/>
              <a:rect l="l" t="t" r="r" b="b"/>
              <a:pathLst>
                <a:path w="37909" h="10072" extrusionOk="0">
                  <a:moveTo>
                    <a:pt x="18971" y="1"/>
                  </a:moveTo>
                  <a:cubicBezTo>
                    <a:pt x="8488" y="1"/>
                    <a:pt x="1" y="2249"/>
                    <a:pt x="1" y="5036"/>
                  </a:cubicBezTo>
                  <a:cubicBezTo>
                    <a:pt x="1" y="7823"/>
                    <a:pt x="8488" y="10072"/>
                    <a:pt x="18971" y="10072"/>
                  </a:cubicBezTo>
                  <a:cubicBezTo>
                    <a:pt x="29421" y="10072"/>
                    <a:pt x="37909" y="7823"/>
                    <a:pt x="37909" y="5036"/>
                  </a:cubicBezTo>
                  <a:cubicBezTo>
                    <a:pt x="37909" y="2249"/>
                    <a:pt x="29421" y="1"/>
                    <a:pt x="18971"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4"/>
            <p:cNvSpPr/>
            <p:nvPr/>
          </p:nvSpPr>
          <p:spPr>
            <a:xfrm>
              <a:off x="1432186" y="4405610"/>
              <a:ext cx="292312" cy="152074"/>
            </a:xfrm>
            <a:custGeom>
              <a:avLst/>
              <a:gdLst/>
              <a:ahLst/>
              <a:cxnLst/>
              <a:rect l="l" t="t" r="r" b="b"/>
              <a:pathLst>
                <a:path w="9534" h="4960" extrusionOk="0">
                  <a:moveTo>
                    <a:pt x="1658" y="1"/>
                  </a:moveTo>
                  <a:cubicBezTo>
                    <a:pt x="1653" y="1"/>
                    <a:pt x="1649" y="2"/>
                    <a:pt x="1647" y="5"/>
                  </a:cubicBezTo>
                  <a:cubicBezTo>
                    <a:pt x="1616" y="100"/>
                    <a:pt x="951" y="1462"/>
                    <a:pt x="951" y="1462"/>
                  </a:cubicBezTo>
                  <a:cubicBezTo>
                    <a:pt x="951" y="1462"/>
                    <a:pt x="1" y="4027"/>
                    <a:pt x="761" y="4565"/>
                  </a:cubicBezTo>
                  <a:cubicBezTo>
                    <a:pt x="1246" y="4903"/>
                    <a:pt x="4857" y="4959"/>
                    <a:pt x="7209" y="4959"/>
                  </a:cubicBezTo>
                  <a:cubicBezTo>
                    <a:pt x="8386" y="4959"/>
                    <a:pt x="9248" y="4945"/>
                    <a:pt x="9248" y="4945"/>
                  </a:cubicBezTo>
                  <a:cubicBezTo>
                    <a:pt x="9248" y="4945"/>
                    <a:pt x="9533" y="3045"/>
                    <a:pt x="8108" y="2919"/>
                  </a:cubicBezTo>
                  <a:cubicBezTo>
                    <a:pt x="7475" y="2887"/>
                    <a:pt x="6524" y="2760"/>
                    <a:pt x="5638" y="2602"/>
                  </a:cubicBezTo>
                  <a:cubicBezTo>
                    <a:pt x="4656" y="2412"/>
                    <a:pt x="3769" y="2190"/>
                    <a:pt x="3674" y="1905"/>
                  </a:cubicBezTo>
                  <a:cubicBezTo>
                    <a:pt x="3459" y="1444"/>
                    <a:pt x="1814" y="1"/>
                    <a:pt x="1658"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4"/>
            <p:cNvSpPr/>
            <p:nvPr/>
          </p:nvSpPr>
          <p:spPr>
            <a:xfrm>
              <a:off x="918539" y="4405610"/>
              <a:ext cx="291331" cy="152074"/>
            </a:xfrm>
            <a:custGeom>
              <a:avLst/>
              <a:gdLst/>
              <a:ahLst/>
              <a:cxnLst/>
              <a:rect l="l" t="t" r="r" b="b"/>
              <a:pathLst>
                <a:path w="9502" h="4960" extrusionOk="0">
                  <a:moveTo>
                    <a:pt x="7847" y="1"/>
                  </a:moveTo>
                  <a:cubicBezTo>
                    <a:pt x="7717" y="1"/>
                    <a:pt x="6044" y="1444"/>
                    <a:pt x="5859" y="1905"/>
                  </a:cubicBezTo>
                  <a:cubicBezTo>
                    <a:pt x="5733" y="2190"/>
                    <a:pt x="4846" y="2412"/>
                    <a:pt x="3864" y="2602"/>
                  </a:cubicBezTo>
                  <a:cubicBezTo>
                    <a:pt x="3009" y="2760"/>
                    <a:pt x="2028" y="2887"/>
                    <a:pt x="1394" y="2919"/>
                  </a:cubicBezTo>
                  <a:cubicBezTo>
                    <a:pt x="1" y="3045"/>
                    <a:pt x="254" y="4945"/>
                    <a:pt x="254" y="4945"/>
                  </a:cubicBezTo>
                  <a:cubicBezTo>
                    <a:pt x="254" y="4945"/>
                    <a:pt x="1116" y="4959"/>
                    <a:pt x="2294" y="4959"/>
                  </a:cubicBezTo>
                  <a:cubicBezTo>
                    <a:pt x="4649" y="4959"/>
                    <a:pt x="8266" y="4903"/>
                    <a:pt x="8773" y="4565"/>
                  </a:cubicBezTo>
                  <a:cubicBezTo>
                    <a:pt x="9501" y="4027"/>
                    <a:pt x="8551" y="1462"/>
                    <a:pt x="8551" y="1462"/>
                  </a:cubicBezTo>
                  <a:cubicBezTo>
                    <a:pt x="8551" y="1462"/>
                    <a:pt x="7886" y="100"/>
                    <a:pt x="7855" y="5"/>
                  </a:cubicBezTo>
                  <a:cubicBezTo>
                    <a:pt x="7854" y="2"/>
                    <a:pt x="7851" y="1"/>
                    <a:pt x="7847"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4"/>
            <p:cNvSpPr/>
            <p:nvPr/>
          </p:nvSpPr>
          <p:spPr>
            <a:xfrm>
              <a:off x="965142" y="2584774"/>
              <a:ext cx="720510" cy="1877312"/>
            </a:xfrm>
            <a:custGeom>
              <a:avLst/>
              <a:gdLst/>
              <a:ahLst/>
              <a:cxnLst/>
              <a:rect l="l" t="t" r="r" b="b"/>
              <a:pathLst>
                <a:path w="23500" h="61230" extrusionOk="0">
                  <a:moveTo>
                    <a:pt x="15110" y="1"/>
                  </a:moveTo>
                  <a:cubicBezTo>
                    <a:pt x="8587" y="1"/>
                    <a:pt x="1" y="6823"/>
                    <a:pt x="1" y="6823"/>
                  </a:cubicBezTo>
                  <a:cubicBezTo>
                    <a:pt x="1" y="6823"/>
                    <a:pt x="413" y="44382"/>
                    <a:pt x="3484" y="61230"/>
                  </a:cubicBezTo>
                  <a:lnTo>
                    <a:pt x="7570" y="61230"/>
                  </a:lnTo>
                  <a:cubicBezTo>
                    <a:pt x="7570" y="61230"/>
                    <a:pt x="10768" y="34375"/>
                    <a:pt x="11528" y="21802"/>
                  </a:cubicBezTo>
                  <a:cubicBezTo>
                    <a:pt x="11528" y="21770"/>
                    <a:pt x="11528" y="21770"/>
                    <a:pt x="11528" y="21770"/>
                  </a:cubicBezTo>
                  <a:cubicBezTo>
                    <a:pt x="11528" y="21770"/>
                    <a:pt x="12415" y="34343"/>
                    <a:pt x="13777" y="46535"/>
                  </a:cubicBezTo>
                  <a:cubicBezTo>
                    <a:pt x="14379" y="51887"/>
                    <a:pt x="15075" y="57144"/>
                    <a:pt x="15835" y="61230"/>
                  </a:cubicBezTo>
                  <a:lnTo>
                    <a:pt x="19192" y="61230"/>
                  </a:lnTo>
                  <a:cubicBezTo>
                    <a:pt x="19192" y="61230"/>
                    <a:pt x="23499" y="28199"/>
                    <a:pt x="22296" y="9388"/>
                  </a:cubicBezTo>
                  <a:cubicBezTo>
                    <a:pt x="22296" y="9229"/>
                    <a:pt x="22264" y="9071"/>
                    <a:pt x="22264" y="8913"/>
                  </a:cubicBezTo>
                  <a:cubicBezTo>
                    <a:pt x="22169" y="7773"/>
                    <a:pt x="22042" y="6759"/>
                    <a:pt x="21821" y="5873"/>
                  </a:cubicBezTo>
                  <a:cubicBezTo>
                    <a:pt x="20761" y="1493"/>
                    <a:pt x="18161" y="1"/>
                    <a:pt x="15110" y="1"/>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4"/>
            <p:cNvSpPr/>
            <p:nvPr/>
          </p:nvSpPr>
          <p:spPr>
            <a:xfrm>
              <a:off x="1450643" y="2872579"/>
              <a:ext cx="235009" cy="1589506"/>
            </a:xfrm>
            <a:custGeom>
              <a:avLst/>
              <a:gdLst/>
              <a:ahLst/>
              <a:cxnLst/>
              <a:rect l="l" t="t" r="r" b="b"/>
              <a:pathLst>
                <a:path w="7665" h="51843" extrusionOk="0">
                  <a:moveTo>
                    <a:pt x="6461" y="1"/>
                  </a:moveTo>
                  <a:lnTo>
                    <a:pt x="4276" y="1679"/>
                  </a:lnTo>
                  <a:cubicBezTo>
                    <a:pt x="4276" y="1679"/>
                    <a:pt x="4276" y="1964"/>
                    <a:pt x="4307" y="2471"/>
                  </a:cubicBezTo>
                  <a:cubicBezTo>
                    <a:pt x="4497" y="7855"/>
                    <a:pt x="5352" y="39397"/>
                    <a:pt x="0" y="51843"/>
                  </a:cubicBezTo>
                  <a:lnTo>
                    <a:pt x="3357" y="51843"/>
                  </a:lnTo>
                  <a:cubicBezTo>
                    <a:pt x="3357" y="51843"/>
                    <a:pt x="7664" y="18812"/>
                    <a:pt x="6461" y="1"/>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4"/>
            <p:cNvSpPr/>
            <p:nvPr/>
          </p:nvSpPr>
          <p:spPr>
            <a:xfrm>
              <a:off x="1071962" y="3253192"/>
              <a:ext cx="246660" cy="1208893"/>
            </a:xfrm>
            <a:custGeom>
              <a:avLst/>
              <a:gdLst/>
              <a:ahLst/>
              <a:cxnLst/>
              <a:rect l="l" t="t" r="r" b="b"/>
              <a:pathLst>
                <a:path w="8045" h="39429" extrusionOk="0">
                  <a:moveTo>
                    <a:pt x="8044" y="1"/>
                  </a:moveTo>
                  <a:lnTo>
                    <a:pt x="8044" y="1"/>
                  </a:lnTo>
                  <a:cubicBezTo>
                    <a:pt x="7854" y="1584"/>
                    <a:pt x="4022" y="35217"/>
                    <a:pt x="0" y="39429"/>
                  </a:cubicBezTo>
                  <a:lnTo>
                    <a:pt x="4086" y="39429"/>
                  </a:lnTo>
                  <a:cubicBezTo>
                    <a:pt x="4086" y="39429"/>
                    <a:pt x="7284" y="12574"/>
                    <a:pt x="8044" y="1"/>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4"/>
            <p:cNvSpPr/>
            <p:nvPr/>
          </p:nvSpPr>
          <p:spPr>
            <a:xfrm>
              <a:off x="791361" y="2456400"/>
              <a:ext cx="185125" cy="708461"/>
            </a:xfrm>
            <a:custGeom>
              <a:avLst/>
              <a:gdLst/>
              <a:ahLst/>
              <a:cxnLst/>
              <a:rect l="l" t="t" r="r" b="b"/>
              <a:pathLst>
                <a:path w="6038" h="23107" extrusionOk="0">
                  <a:moveTo>
                    <a:pt x="4840" y="1"/>
                  </a:moveTo>
                  <a:cubicBezTo>
                    <a:pt x="3599" y="1"/>
                    <a:pt x="1425" y="939"/>
                    <a:pt x="1425" y="939"/>
                  </a:cubicBezTo>
                  <a:cubicBezTo>
                    <a:pt x="1425" y="939"/>
                    <a:pt x="0" y="8476"/>
                    <a:pt x="823" y="15570"/>
                  </a:cubicBezTo>
                  <a:cubicBezTo>
                    <a:pt x="728" y="17375"/>
                    <a:pt x="285" y="19085"/>
                    <a:pt x="570" y="20479"/>
                  </a:cubicBezTo>
                  <a:cubicBezTo>
                    <a:pt x="855" y="21872"/>
                    <a:pt x="2090" y="22822"/>
                    <a:pt x="2755" y="23044"/>
                  </a:cubicBezTo>
                  <a:cubicBezTo>
                    <a:pt x="2863" y="23087"/>
                    <a:pt x="2961" y="23106"/>
                    <a:pt x="3048" y="23106"/>
                  </a:cubicBezTo>
                  <a:cubicBezTo>
                    <a:pt x="3467" y="23106"/>
                    <a:pt x="3614" y="22651"/>
                    <a:pt x="3325" y="22284"/>
                  </a:cubicBezTo>
                  <a:cubicBezTo>
                    <a:pt x="3009" y="21840"/>
                    <a:pt x="2090" y="20669"/>
                    <a:pt x="2534" y="19212"/>
                  </a:cubicBezTo>
                  <a:lnTo>
                    <a:pt x="2534" y="19212"/>
                  </a:lnTo>
                  <a:cubicBezTo>
                    <a:pt x="2534" y="19212"/>
                    <a:pt x="2952" y="20221"/>
                    <a:pt x="3464" y="20221"/>
                  </a:cubicBezTo>
                  <a:cubicBezTo>
                    <a:pt x="3532" y="20221"/>
                    <a:pt x="3602" y="20203"/>
                    <a:pt x="3674" y="20162"/>
                  </a:cubicBezTo>
                  <a:cubicBezTo>
                    <a:pt x="4117" y="19877"/>
                    <a:pt x="3040" y="16805"/>
                    <a:pt x="2819" y="15982"/>
                  </a:cubicBezTo>
                  <a:cubicBezTo>
                    <a:pt x="2597" y="15158"/>
                    <a:pt x="3357" y="4803"/>
                    <a:pt x="5289" y="1604"/>
                  </a:cubicBezTo>
                  <a:cubicBezTo>
                    <a:pt x="6038" y="376"/>
                    <a:pt x="5625" y="1"/>
                    <a:pt x="4840" y="1"/>
                  </a:cubicBezTo>
                  <a:close/>
                </a:path>
              </a:pathLst>
            </a:custGeom>
            <a:solidFill>
              <a:srgbClr val="FCE2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4"/>
            <p:cNvSpPr/>
            <p:nvPr/>
          </p:nvSpPr>
          <p:spPr>
            <a:xfrm>
              <a:off x="1636443" y="2456400"/>
              <a:ext cx="185125" cy="708461"/>
            </a:xfrm>
            <a:custGeom>
              <a:avLst/>
              <a:gdLst/>
              <a:ahLst/>
              <a:cxnLst/>
              <a:rect l="l" t="t" r="r" b="b"/>
              <a:pathLst>
                <a:path w="6038" h="23107" extrusionOk="0">
                  <a:moveTo>
                    <a:pt x="1209" y="1"/>
                  </a:moveTo>
                  <a:cubicBezTo>
                    <a:pt x="417" y="1"/>
                    <a:pt x="0" y="376"/>
                    <a:pt x="749" y="1604"/>
                  </a:cubicBezTo>
                  <a:cubicBezTo>
                    <a:pt x="2713" y="4803"/>
                    <a:pt x="3441" y="15158"/>
                    <a:pt x="3219" y="15982"/>
                  </a:cubicBezTo>
                  <a:cubicBezTo>
                    <a:pt x="3029" y="16805"/>
                    <a:pt x="1921" y="19877"/>
                    <a:pt x="2396" y="20162"/>
                  </a:cubicBezTo>
                  <a:cubicBezTo>
                    <a:pt x="2463" y="20203"/>
                    <a:pt x="2530" y="20221"/>
                    <a:pt x="2596" y="20221"/>
                  </a:cubicBezTo>
                  <a:cubicBezTo>
                    <a:pt x="3086" y="20221"/>
                    <a:pt x="3504" y="19212"/>
                    <a:pt x="3504" y="19212"/>
                  </a:cubicBezTo>
                  <a:lnTo>
                    <a:pt x="3504" y="19212"/>
                  </a:lnTo>
                  <a:cubicBezTo>
                    <a:pt x="3979" y="20669"/>
                    <a:pt x="3029" y="21840"/>
                    <a:pt x="2713" y="22284"/>
                  </a:cubicBezTo>
                  <a:cubicBezTo>
                    <a:pt x="2450" y="22651"/>
                    <a:pt x="2601" y="23106"/>
                    <a:pt x="3022" y="23106"/>
                  </a:cubicBezTo>
                  <a:cubicBezTo>
                    <a:pt x="3108" y="23106"/>
                    <a:pt x="3206" y="23087"/>
                    <a:pt x="3314" y="23044"/>
                  </a:cubicBezTo>
                  <a:cubicBezTo>
                    <a:pt x="3948" y="22822"/>
                    <a:pt x="5183" y="21872"/>
                    <a:pt x="5500" y="20479"/>
                  </a:cubicBezTo>
                  <a:cubicBezTo>
                    <a:pt x="5785" y="19085"/>
                    <a:pt x="5310" y="17375"/>
                    <a:pt x="5246" y="15570"/>
                  </a:cubicBezTo>
                  <a:cubicBezTo>
                    <a:pt x="6038" y="8476"/>
                    <a:pt x="4644" y="939"/>
                    <a:pt x="4644" y="939"/>
                  </a:cubicBezTo>
                  <a:cubicBezTo>
                    <a:pt x="4644" y="939"/>
                    <a:pt x="2459" y="1"/>
                    <a:pt x="1209" y="1"/>
                  </a:cubicBezTo>
                  <a:close/>
                </a:path>
              </a:pathLst>
            </a:custGeom>
            <a:solidFill>
              <a:srgbClr val="FCE2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4"/>
            <p:cNvSpPr/>
            <p:nvPr/>
          </p:nvSpPr>
          <p:spPr>
            <a:xfrm>
              <a:off x="1183625" y="1803557"/>
              <a:ext cx="246660" cy="233108"/>
            </a:xfrm>
            <a:custGeom>
              <a:avLst/>
              <a:gdLst/>
              <a:ahLst/>
              <a:cxnLst/>
              <a:rect l="l" t="t" r="r" b="b"/>
              <a:pathLst>
                <a:path w="8045" h="7603" extrusionOk="0">
                  <a:moveTo>
                    <a:pt x="4022" y="0"/>
                  </a:moveTo>
                  <a:lnTo>
                    <a:pt x="919" y="824"/>
                  </a:lnTo>
                  <a:cubicBezTo>
                    <a:pt x="1964" y="2312"/>
                    <a:pt x="0" y="5669"/>
                    <a:pt x="0" y="5669"/>
                  </a:cubicBezTo>
                  <a:cubicBezTo>
                    <a:pt x="0" y="5669"/>
                    <a:pt x="1780" y="7602"/>
                    <a:pt x="3920" y="7602"/>
                  </a:cubicBezTo>
                  <a:cubicBezTo>
                    <a:pt x="3954" y="7602"/>
                    <a:pt x="3988" y="7602"/>
                    <a:pt x="4022" y="7601"/>
                  </a:cubicBezTo>
                  <a:cubicBezTo>
                    <a:pt x="4056" y="7602"/>
                    <a:pt x="4090" y="7602"/>
                    <a:pt x="4123" y="7602"/>
                  </a:cubicBezTo>
                  <a:cubicBezTo>
                    <a:pt x="6234" y="7602"/>
                    <a:pt x="8044" y="5669"/>
                    <a:pt x="8044" y="5669"/>
                  </a:cubicBezTo>
                  <a:cubicBezTo>
                    <a:pt x="8044" y="5669"/>
                    <a:pt x="6081" y="2312"/>
                    <a:pt x="7126" y="824"/>
                  </a:cubicBezTo>
                  <a:lnTo>
                    <a:pt x="4022" y="0"/>
                  </a:lnTo>
                  <a:close/>
                </a:path>
              </a:pathLst>
            </a:custGeom>
            <a:solidFill>
              <a:srgbClr val="EFC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4"/>
            <p:cNvSpPr/>
            <p:nvPr/>
          </p:nvSpPr>
          <p:spPr>
            <a:xfrm>
              <a:off x="997182" y="1275346"/>
              <a:ext cx="622429" cy="569019"/>
            </a:xfrm>
            <a:custGeom>
              <a:avLst/>
              <a:gdLst/>
              <a:ahLst/>
              <a:cxnLst/>
              <a:rect l="l" t="t" r="r" b="b"/>
              <a:pathLst>
                <a:path w="20301" h="18559" extrusionOk="0">
                  <a:moveTo>
                    <a:pt x="6715" y="0"/>
                  </a:moveTo>
                  <a:lnTo>
                    <a:pt x="1553" y="2851"/>
                  </a:lnTo>
                  <a:cubicBezTo>
                    <a:pt x="1553" y="2851"/>
                    <a:pt x="1" y="14251"/>
                    <a:pt x="6176" y="17608"/>
                  </a:cubicBezTo>
                  <a:lnTo>
                    <a:pt x="6208" y="17608"/>
                  </a:lnTo>
                  <a:cubicBezTo>
                    <a:pt x="7253" y="18210"/>
                    <a:pt x="8552" y="18558"/>
                    <a:pt x="10135" y="18558"/>
                  </a:cubicBezTo>
                  <a:cubicBezTo>
                    <a:pt x="20301" y="18558"/>
                    <a:pt x="18907" y="4371"/>
                    <a:pt x="18749" y="2977"/>
                  </a:cubicBezTo>
                  <a:cubicBezTo>
                    <a:pt x="18717" y="2882"/>
                    <a:pt x="18717" y="2851"/>
                    <a:pt x="18717" y="2851"/>
                  </a:cubicBezTo>
                  <a:lnTo>
                    <a:pt x="18654" y="2787"/>
                  </a:lnTo>
                  <a:lnTo>
                    <a:pt x="16374" y="1299"/>
                  </a:lnTo>
                  <a:lnTo>
                    <a:pt x="14379" y="0"/>
                  </a:lnTo>
                  <a:close/>
                </a:path>
              </a:pathLst>
            </a:custGeom>
            <a:solidFill>
              <a:srgbClr val="FCE2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4"/>
            <p:cNvSpPr/>
            <p:nvPr/>
          </p:nvSpPr>
          <p:spPr>
            <a:xfrm>
              <a:off x="1187519" y="1315143"/>
              <a:ext cx="432091" cy="529222"/>
            </a:xfrm>
            <a:custGeom>
              <a:avLst/>
              <a:gdLst/>
              <a:ahLst/>
              <a:cxnLst/>
              <a:rect l="l" t="t" r="r" b="b"/>
              <a:pathLst>
                <a:path w="14093" h="17261" extrusionOk="0">
                  <a:moveTo>
                    <a:pt x="10166" y="1"/>
                  </a:moveTo>
                  <a:lnTo>
                    <a:pt x="9722" y="824"/>
                  </a:lnTo>
                  <a:cubicBezTo>
                    <a:pt x="9722" y="824"/>
                    <a:pt x="11401" y="11275"/>
                    <a:pt x="8234" y="14094"/>
                  </a:cubicBezTo>
                  <a:cubicBezTo>
                    <a:pt x="6093" y="16018"/>
                    <a:pt x="4189" y="16673"/>
                    <a:pt x="2410" y="16673"/>
                  </a:cubicBezTo>
                  <a:cubicBezTo>
                    <a:pt x="1583" y="16673"/>
                    <a:pt x="784" y="16531"/>
                    <a:pt x="0" y="16310"/>
                  </a:cubicBezTo>
                  <a:lnTo>
                    <a:pt x="0" y="16310"/>
                  </a:lnTo>
                  <a:cubicBezTo>
                    <a:pt x="1045" y="16912"/>
                    <a:pt x="2344" y="17260"/>
                    <a:pt x="3927" y="17260"/>
                  </a:cubicBezTo>
                  <a:cubicBezTo>
                    <a:pt x="14093" y="17260"/>
                    <a:pt x="12699" y="3073"/>
                    <a:pt x="12541" y="1648"/>
                  </a:cubicBezTo>
                  <a:lnTo>
                    <a:pt x="12446" y="1489"/>
                  </a:lnTo>
                  <a:lnTo>
                    <a:pt x="10166" y="1"/>
                  </a:lnTo>
                  <a:close/>
                </a:path>
              </a:pathLst>
            </a:custGeom>
            <a:solidFill>
              <a:srgbClr val="EFC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4"/>
            <p:cNvSpPr/>
            <p:nvPr/>
          </p:nvSpPr>
          <p:spPr>
            <a:xfrm>
              <a:off x="968055" y="1264677"/>
              <a:ext cx="151522" cy="288388"/>
            </a:xfrm>
            <a:custGeom>
              <a:avLst/>
              <a:gdLst/>
              <a:ahLst/>
              <a:cxnLst/>
              <a:rect l="l" t="t" r="r" b="b"/>
              <a:pathLst>
                <a:path w="4942" h="9406" extrusionOk="0">
                  <a:moveTo>
                    <a:pt x="3421" y="0"/>
                  </a:moveTo>
                  <a:lnTo>
                    <a:pt x="2059" y="507"/>
                  </a:lnTo>
                  <a:cubicBezTo>
                    <a:pt x="2059" y="507"/>
                    <a:pt x="1" y="2185"/>
                    <a:pt x="2503" y="9406"/>
                  </a:cubicBezTo>
                  <a:cubicBezTo>
                    <a:pt x="2503" y="9406"/>
                    <a:pt x="2756" y="6492"/>
                    <a:pt x="3199" y="5827"/>
                  </a:cubicBezTo>
                  <a:cubicBezTo>
                    <a:pt x="3674" y="5194"/>
                    <a:pt x="4941" y="3230"/>
                    <a:pt x="4941" y="3230"/>
                  </a:cubicBezTo>
                  <a:lnTo>
                    <a:pt x="3421" y="0"/>
                  </a:ln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4"/>
            <p:cNvSpPr/>
            <p:nvPr/>
          </p:nvSpPr>
          <p:spPr>
            <a:xfrm>
              <a:off x="1338980" y="1474360"/>
              <a:ext cx="164123" cy="154496"/>
            </a:xfrm>
            <a:custGeom>
              <a:avLst/>
              <a:gdLst/>
              <a:ahLst/>
              <a:cxnLst/>
              <a:rect l="l" t="t" r="r" b="b"/>
              <a:pathLst>
                <a:path w="5353" h="5039" extrusionOk="0">
                  <a:moveTo>
                    <a:pt x="2682" y="0"/>
                  </a:moveTo>
                  <a:cubicBezTo>
                    <a:pt x="1873" y="0"/>
                    <a:pt x="904" y="506"/>
                    <a:pt x="412" y="1458"/>
                  </a:cubicBezTo>
                  <a:cubicBezTo>
                    <a:pt x="254" y="1775"/>
                    <a:pt x="127" y="2187"/>
                    <a:pt x="95" y="2662"/>
                  </a:cubicBezTo>
                  <a:cubicBezTo>
                    <a:pt x="0" y="4404"/>
                    <a:pt x="1299" y="4974"/>
                    <a:pt x="2756" y="5037"/>
                  </a:cubicBezTo>
                  <a:cubicBezTo>
                    <a:pt x="2779" y="5038"/>
                    <a:pt x="2803" y="5038"/>
                    <a:pt x="2826" y="5038"/>
                  </a:cubicBezTo>
                  <a:cubicBezTo>
                    <a:pt x="3777" y="5038"/>
                    <a:pt x="4571" y="4415"/>
                    <a:pt x="5004" y="3612"/>
                  </a:cubicBezTo>
                  <a:cubicBezTo>
                    <a:pt x="5226" y="3168"/>
                    <a:pt x="5352" y="2725"/>
                    <a:pt x="5352" y="2250"/>
                  </a:cubicBezTo>
                  <a:cubicBezTo>
                    <a:pt x="5352" y="888"/>
                    <a:pt x="3832" y="65"/>
                    <a:pt x="2756" y="2"/>
                  </a:cubicBezTo>
                  <a:cubicBezTo>
                    <a:pt x="2731" y="1"/>
                    <a:pt x="2707"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4"/>
            <p:cNvSpPr/>
            <p:nvPr/>
          </p:nvSpPr>
          <p:spPr>
            <a:xfrm>
              <a:off x="1351612" y="1474360"/>
              <a:ext cx="151491" cy="110744"/>
            </a:xfrm>
            <a:custGeom>
              <a:avLst/>
              <a:gdLst/>
              <a:ahLst/>
              <a:cxnLst/>
              <a:rect l="l" t="t" r="r" b="b"/>
              <a:pathLst>
                <a:path w="4941" h="3612" extrusionOk="0">
                  <a:moveTo>
                    <a:pt x="2266" y="0"/>
                  </a:moveTo>
                  <a:cubicBezTo>
                    <a:pt x="1457" y="0"/>
                    <a:pt x="491" y="477"/>
                    <a:pt x="0" y="1458"/>
                  </a:cubicBezTo>
                  <a:cubicBezTo>
                    <a:pt x="602" y="1490"/>
                    <a:pt x="3484" y="1838"/>
                    <a:pt x="4592" y="3612"/>
                  </a:cubicBezTo>
                  <a:cubicBezTo>
                    <a:pt x="4814" y="3168"/>
                    <a:pt x="4940" y="2693"/>
                    <a:pt x="4940" y="2250"/>
                  </a:cubicBezTo>
                  <a:cubicBezTo>
                    <a:pt x="4940" y="888"/>
                    <a:pt x="3420" y="65"/>
                    <a:pt x="2344" y="2"/>
                  </a:cubicBezTo>
                  <a:cubicBezTo>
                    <a:pt x="2318" y="1"/>
                    <a:pt x="2292" y="0"/>
                    <a:pt x="2266" y="0"/>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4"/>
            <p:cNvSpPr/>
            <p:nvPr/>
          </p:nvSpPr>
          <p:spPr>
            <a:xfrm>
              <a:off x="1396253" y="1569560"/>
              <a:ext cx="31120" cy="31089"/>
            </a:xfrm>
            <a:custGeom>
              <a:avLst/>
              <a:gdLst/>
              <a:ahLst/>
              <a:cxnLst/>
              <a:rect l="l" t="t" r="r" b="b"/>
              <a:pathLst>
                <a:path w="1015" h="1014" extrusionOk="0">
                  <a:moveTo>
                    <a:pt x="508" y="0"/>
                  </a:moveTo>
                  <a:cubicBezTo>
                    <a:pt x="223" y="0"/>
                    <a:pt x="1" y="222"/>
                    <a:pt x="1" y="507"/>
                  </a:cubicBezTo>
                  <a:cubicBezTo>
                    <a:pt x="1" y="760"/>
                    <a:pt x="223" y="1014"/>
                    <a:pt x="508" y="1014"/>
                  </a:cubicBezTo>
                  <a:cubicBezTo>
                    <a:pt x="793" y="1014"/>
                    <a:pt x="1014" y="760"/>
                    <a:pt x="1014" y="507"/>
                  </a:cubicBezTo>
                  <a:cubicBezTo>
                    <a:pt x="1014" y="222"/>
                    <a:pt x="793" y="0"/>
                    <a:pt x="508" y="0"/>
                  </a:cubicBez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4"/>
            <p:cNvSpPr/>
            <p:nvPr/>
          </p:nvSpPr>
          <p:spPr>
            <a:xfrm>
              <a:off x="1348699" y="1591880"/>
              <a:ext cx="139840" cy="53440"/>
            </a:xfrm>
            <a:custGeom>
              <a:avLst/>
              <a:gdLst/>
              <a:ahLst/>
              <a:cxnLst/>
              <a:rect l="l" t="t" r="r" b="b"/>
              <a:pathLst>
                <a:path w="4561" h="1743" extrusionOk="0">
                  <a:moveTo>
                    <a:pt x="0" y="1"/>
                  </a:moveTo>
                  <a:lnTo>
                    <a:pt x="0" y="1"/>
                  </a:lnTo>
                  <a:cubicBezTo>
                    <a:pt x="0" y="1"/>
                    <a:pt x="405" y="1743"/>
                    <a:pt x="2138" y="1743"/>
                  </a:cubicBezTo>
                  <a:cubicBezTo>
                    <a:pt x="2154" y="1743"/>
                    <a:pt x="2170" y="1743"/>
                    <a:pt x="2185" y="1742"/>
                  </a:cubicBezTo>
                  <a:cubicBezTo>
                    <a:pt x="3959" y="1679"/>
                    <a:pt x="4560" y="1"/>
                    <a:pt x="4560" y="1"/>
                  </a:cubicBezTo>
                  <a:lnTo>
                    <a:pt x="4560" y="1"/>
                  </a:lnTo>
                  <a:cubicBezTo>
                    <a:pt x="4099" y="707"/>
                    <a:pt x="3370" y="1205"/>
                    <a:pt x="2517" y="1205"/>
                  </a:cubicBezTo>
                  <a:cubicBezTo>
                    <a:pt x="2491" y="1205"/>
                    <a:pt x="2465" y="1205"/>
                    <a:pt x="2439" y="1204"/>
                  </a:cubicBezTo>
                  <a:cubicBezTo>
                    <a:pt x="1362" y="1141"/>
                    <a:pt x="412" y="824"/>
                    <a:pt x="0" y="1"/>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4"/>
            <p:cNvSpPr/>
            <p:nvPr/>
          </p:nvSpPr>
          <p:spPr>
            <a:xfrm>
              <a:off x="1390213" y="1488679"/>
              <a:ext cx="73093" cy="35044"/>
            </a:xfrm>
            <a:custGeom>
              <a:avLst/>
              <a:gdLst/>
              <a:ahLst/>
              <a:cxnLst/>
              <a:rect l="l" t="t" r="r" b="b"/>
              <a:pathLst>
                <a:path w="2384" h="1143" extrusionOk="0">
                  <a:moveTo>
                    <a:pt x="983" y="0"/>
                  </a:moveTo>
                  <a:cubicBezTo>
                    <a:pt x="531" y="0"/>
                    <a:pt x="125" y="140"/>
                    <a:pt x="71" y="390"/>
                  </a:cubicBezTo>
                  <a:cubicBezTo>
                    <a:pt x="1" y="696"/>
                    <a:pt x="1122" y="1142"/>
                    <a:pt x="1779" y="1142"/>
                  </a:cubicBezTo>
                  <a:cubicBezTo>
                    <a:pt x="2005" y="1142"/>
                    <a:pt x="2176" y="1089"/>
                    <a:pt x="2225" y="960"/>
                  </a:cubicBezTo>
                  <a:cubicBezTo>
                    <a:pt x="2383" y="485"/>
                    <a:pt x="1971" y="263"/>
                    <a:pt x="1971" y="263"/>
                  </a:cubicBezTo>
                  <a:cubicBezTo>
                    <a:pt x="1709" y="83"/>
                    <a:pt x="1332" y="0"/>
                    <a:pt x="983" y="0"/>
                  </a:cubicBezTo>
                  <a:close/>
                </a:path>
              </a:pathLst>
            </a:custGeom>
            <a:solidFill>
              <a:srgbClr val="E2AF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4"/>
            <p:cNvSpPr/>
            <p:nvPr/>
          </p:nvSpPr>
          <p:spPr>
            <a:xfrm>
              <a:off x="1111758" y="1474330"/>
              <a:ext cx="163173" cy="154526"/>
            </a:xfrm>
            <a:custGeom>
              <a:avLst/>
              <a:gdLst/>
              <a:ahLst/>
              <a:cxnLst/>
              <a:rect l="l" t="t" r="r" b="b"/>
              <a:pathLst>
                <a:path w="5322" h="5040" extrusionOk="0">
                  <a:moveTo>
                    <a:pt x="2693" y="0"/>
                  </a:moveTo>
                  <a:cubicBezTo>
                    <a:pt x="2661" y="0"/>
                    <a:pt x="2629" y="1"/>
                    <a:pt x="2598" y="3"/>
                  </a:cubicBezTo>
                  <a:cubicBezTo>
                    <a:pt x="1521" y="66"/>
                    <a:pt x="1" y="889"/>
                    <a:pt x="1" y="2251"/>
                  </a:cubicBezTo>
                  <a:cubicBezTo>
                    <a:pt x="1" y="2694"/>
                    <a:pt x="128" y="3169"/>
                    <a:pt x="349" y="3581"/>
                  </a:cubicBezTo>
                  <a:cubicBezTo>
                    <a:pt x="782" y="4416"/>
                    <a:pt x="1577" y="5039"/>
                    <a:pt x="2527" y="5039"/>
                  </a:cubicBezTo>
                  <a:cubicBezTo>
                    <a:pt x="2551" y="5039"/>
                    <a:pt x="2574" y="5039"/>
                    <a:pt x="2598" y="5038"/>
                  </a:cubicBezTo>
                  <a:cubicBezTo>
                    <a:pt x="2914" y="5006"/>
                    <a:pt x="3263" y="4975"/>
                    <a:pt x="3548" y="4911"/>
                  </a:cubicBezTo>
                  <a:cubicBezTo>
                    <a:pt x="4561" y="4658"/>
                    <a:pt x="5321" y="3993"/>
                    <a:pt x="5258" y="2631"/>
                  </a:cubicBezTo>
                  <a:cubicBezTo>
                    <a:pt x="5226" y="2188"/>
                    <a:pt x="5100" y="1776"/>
                    <a:pt x="4941" y="1428"/>
                  </a:cubicBezTo>
                  <a:cubicBezTo>
                    <a:pt x="4846" y="1269"/>
                    <a:pt x="4751" y="1111"/>
                    <a:pt x="4625" y="984"/>
                  </a:cubicBezTo>
                  <a:cubicBezTo>
                    <a:pt x="4111" y="319"/>
                    <a:pt x="3366" y="0"/>
                    <a:pt x="26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4"/>
            <p:cNvSpPr/>
            <p:nvPr/>
          </p:nvSpPr>
          <p:spPr>
            <a:xfrm>
              <a:off x="1180713" y="1569560"/>
              <a:ext cx="31089" cy="31089"/>
            </a:xfrm>
            <a:custGeom>
              <a:avLst/>
              <a:gdLst/>
              <a:ahLst/>
              <a:cxnLst/>
              <a:rect l="l" t="t" r="r" b="b"/>
              <a:pathLst>
                <a:path w="1014" h="1014" extrusionOk="0">
                  <a:moveTo>
                    <a:pt x="507" y="0"/>
                  </a:moveTo>
                  <a:cubicBezTo>
                    <a:pt x="222" y="0"/>
                    <a:pt x="0" y="222"/>
                    <a:pt x="0" y="507"/>
                  </a:cubicBezTo>
                  <a:cubicBezTo>
                    <a:pt x="0" y="760"/>
                    <a:pt x="222" y="1014"/>
                    <a:pt x="507" y="1014"/>
                  </a:cubicBezTo>
                  <a:cubicBezTo>
                    <a:pt x="792" y="1014"/>
                    <a:pt x="1014" y="760"/>
                    <a:pt x="1014" y="507"/>
                  </a:cubicBezTo>
                  <a:cubicBezTo>
                    <a:pt x="1014" y="222"/>
                    <a:pt x="792" y="0"/>
                    <a:pt x="507" y="0"/>
                  </a:cubicBez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4"/>
            <p:cNvSpPr/>
            <p:nvPr/>
          </p:nvSpPr>
          <p:spPr>
            <a:xfrm>
              <a:off x="1126322" y="1591880"/>
              <a:ext cx="139871" cy="53440"/>
            </a:xfrm>
            <a:custGeom>
              <a:avLst/>
              <a:gdLst/>
              <a:ahLst/>
              <a:cxnLst/>
              <a:rect l="l" t="t" r="r" b="b"/>
              <a:pathLst>
                <a:path w="4562" h="1743" extrusionOk="0">
                  <a:moveTo>
                    <a:pt x="1" y="1"/>
                  </a:moveTo>
                  <a:cubicBezTo>
                    <a:pt x="1" y="1"/>
                    <a:pt x="603" y="1679"/>
                    <a:pt x="2376" y="1742"/>
                  </a:cubicBezTo>
                  <a:cubicBezTo>
                    <a:pt x="2391" y="1743"/>
                    <a:pt x="2407" y="1743"/>
                    <a:pt x="2422" y="1743"/>
                  </a:cubicBezTo>
                  <a:cubicBezTo>
                    <a:pt x="4126" y="1743"/>
                    <a:pt x="4561" y="1"/>
                    <a:pt x="4561" y="1"/>
                  </a:cubicBezTo>
                  <a:lnTo>
                    <a:pt x="4561" y="1"/>
                  </a:lnTo>
                  <a:cubicBezTo>
                    <a:pt x="4150" y="824"/>
                    <a:pt x="3168" y="1141"/>
                    <a:pt x="2123" y="1204"/>
                  </a:cubicBezTo>
                  <a:cubicBezTo>
                    <a:pt x="2096" y="1205"/>
                    <a:pt x="2070" y="1205"/>
                    <a:pt x="2044" y="1205"/>
                  </a:cubicBezTo>
                  <a:cubicBezTo>
                    <a:pt x="1191" y="1205"/>
                    <a:pt x="462" y="707"/>
                    <a:pt x="1" y="1"/>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4"/>
            <p:cNvSpPr/>
            <p:nvPr/>
          </p:nvSpPr>
          <p:spPr>
            <a:xfrm>
              <a:off x="1272938" y="1618094"/>
              <a:ext cx="63160" cy="68157"/>
            </a:xfrm>
            <a:custGeom>
              <a:avLst/>
              <a:gdLst/>
              <a:ahLst/>
              <a:cxnLst/>
              <a:rect l="l" t="t" r="r" b="b"/>
              <a:pathLst>
                <a:path w="2060" h="2223" extrusionOk="0">
                  <a:moveTo>
                    <a:pt x="1204" y="1"/>
                  </a:moveTo>
                  <a:cubicBezTo>
                    <a:pt x="1204" y="1"/>
                    <a:pt x="1" y="1742"/>
                    <a:pt x="919" y="2122"/>
                  </a:cubicBezTo>
                  <a:cubicBezTo>
                    <a:pt x="1086" y="2194"/>
                    <a:pt x="1224" y="2223"/>
                    <a:pt x="1339" y="2223"/>
                  </a:cubicBezTo>
                  <a:cubicBezTo>
                    <a:pt x="1838" y="2223"/>
                    <a:pt x="1901" y="1679"/>
                    <a:pt x="1901" y="1679"/>
                  </a:cubicBezTo>
                  <a:cubicBezTo>
                    <a:pt x="1901" y="1679"/>
                    <a:pt x="2059" y="1014"/>
                    <a:pt x="1204" y="1"/>
                  </a:cubicBezTo>
                  <a:close/>
                </a:path>
              </a:pathLst>
            </a:custGeom>
            <a:solidFill>
              <a:srgbClr val="EFC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4"/>
            <p:cNvSpPr/>
            <p:nvPr/>
          </p:nvSpPr>
          <p:spPr>
            <a:xfrm>
              <a:off x="1266162" y="1723994"/>
              <a:ext cx="91305" cy="34922"/>
            </a:xfrm>
            <a:custGeom>
              <a:avLst/>
              <a:gdLst/>
              <a:ahLst/>
              <a:cxnLst/>
              <a:rect l="l" t="t" r="r" b="b"/>
              <a:pathLst>
                <a:path w="2978" h="1139" extrusionOk="0">
                  <a:moveTo>
                    <a:pt x="2008" y="1"/>
                  </a:moveTo>
                  <a:cubicBezTo>
                    <a:pt x="1794" y="1"/>
                    <a:pt x="1580" y="63"/>
                    <a:pt x="1394" y="125"/>
                  </a:cubicBezTo>
                  <a:cubicBezTo>
                    <a:pt x="1109" y="220"/>
                    <a:pt x="855" y="347"/>
                    <a:pt x="602" y="505"/>
                  </a:cubicBezTo>
                  <a:cubicBezTo>
                    <a:pt x="380" y="695"/>
                    <a:pt x="159" y="854"/>
                    <a:pt x="0" y="1075"/>
                  </a:cubicBezTo>
                  <a:lnTo>
                    <a:pt x="32" y="1139"/>
                  </a:lnTo>
                  <a:cubicBezTo>
                    <a:pt x="285" y="1012"/>
                    <a:pt x="539" y="917"/>
                    <a:pt x="792" y="854"/>
                  </a:cubicBezTo>
                  <a:cubicBezTo>
                    <a:pt x="1045" y="790"/>
                    <a:pt x="1267" y="759"/>
                    <a:pt x="1520" y="727"/>
                  </a:cubicBezTo>
                  <a:cubicBezTo>
                    <a:pt x="1717" y="727"/>
                    <a:pt x="1914" y="827"/>
                    <a:pt x="2089" y="827"/>
                  </a:cubicBezTo>
                  <a:cubicBezTo>
                    <a:pt x="2111" y="827"/>
                    <a:pt x="2133" y="825"/>
                    <a:pt x="2154" y="822"/>
                  </a:cubicBezTo>
                  <a:cubicBezTo>
                    <a:pt x="2375" y="822"/>
                    <a:pt x="2597" y="854"/>
                    <a:pt x="2945" y="854"/>
                  </a:cubicBezTo>
                  <a:lnTo>
                    <a:pt x="2977" y="790"/>
                  </a:lnTo>
                  <a:cubicBezTo>
                    <a:pt x="2914" y="442"/>
                    <a:pt x="2660" y="189"/>
                    <a:pt x="2344" y="62"/>
                  </a:cubicBezTo>
                  <a:cubicBezTo>
                    <a:pt x="2234" y="18"/>
                    <a:pt x="2121" y="1"/>
                    <a:pt x="2008" y="1"/>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4"/>
            <p:cNvSpPr/>
            <p:nvPr/>
          </p:nvSpPr>
          <p:spPr>
            <a:xfrm>
              <a:off x="1433167" y="1430149"/>
              <a:ext cx="112645" cy="65643"/>
            </a:xfrm>
            <a:custGeom>
              <a:avLst/>
              <a:gdLst/>
              <a:ahLst/>
              <a:cxnLst/>
              <a:rect l="l" t="t" r="r" b="b"/>
              <a:pathLst>
                <a:path w="3674" h="2141" extrusionOk="0">
                  <a:moveTo>
                    <a:pt x="703" y="1"/>
                  </a:moveTo>
                  <a:cubicBezTo>
                    <a:pt x="597" y="1"/>
                    <a:pt x="467" y="63"/>
                    <a:pt x="285" y="208"/>
                  </a:cubicBezTo>
                  <a:cubicBezTo>
                    <a:pt x="0" y="462"/>
                    <a:pt x="792" y="1887"/>
                    <a:pt x="3041" y="2140"/>
                  </a:cubicBezTo>
                  <a:cubicBezTo>
                    <a:pt x="3674" y="2140"/>
                    <a:pt x="2027" y="1412"/>
                    <a:pt x="1489" y="810"/>
                  </a:cubicBezTo>
                  <a:cubicBezTo>
                    <a:pt x="1083" y="381"/>
                    <a:pt x="966" y="1"/>
                    <a:pt x="703" y="1"/>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4"/>
            <p:cNvSpPr/>
            <p:nvPr/>
          </p:nvSpPr>
          <p:spPr>
            <a:xfrm>
              <a:off x="1066136" y="1430149"/>
              <a:ext cx="111694" cy="65643"/>
            </a:xfrm>
            <a:custGeom>
              <a:avLst/>
              <a:gdLst/>
              <a:ahLst/>
              <a:cxnLst/>
              <a:rect l="l" t="t" r="r" b="b"/>
              <a:pathLst>
                <a:path w="3643" h="2141" extrusionOk="0">
                  <a:moveTo>
                    <a:pt x="2940" y="1"/>
                  </a:moveTo>
                  <a:cubicBezTo>
                    <a:pt x="2679" y="1"/>
                    <a:pt x="2569" y="381"/>
                    <a:pt x="2186" y="810"/>
                  </a:cubicBezTo>
                  <a:cubicBezTo>
                    <a:pt x="1647" y="1412"/>
                    <a:pt x="0" y="2140"/>
                    <a:pt x="634" y="2140"/>
                  </a:cubicBezTo>
                  <a:cubicBezTo>
                    <a:pt x="2851" y="1887"/>
                    <a:pt x="3642" y="462"/>
                    <a:pt x="3357" y="208"/>
                  </a:cubicBezTo>
                  <a:cubicBezTo>
                    <a:pt x="3175" y="63"/>
                    <a:pt x="3046" y="1"/>
                    <a:pt x="2940" y="1"/>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4"/>
            <p:cNvSpPr/>
            <p:nvPr/>
          </p:nvSpPr>
          <p:spPr>
            <a:xfrm>
              <a:off x="1119546" y="1492848"/>
              <a:ext cx="155385" cy="132083"/>
            </a:xfrm>
            <a:custGeom>
              <a:avLst/>
              <a:gdLst/>
              <a:ahLst/>
              <a:cxnLst/>
              <a:rect l="l" t="t" r="r" b="b"/>
              <a:pathLst>
                <a:path w="5068" h="4308" extrusionOk="0">
                  <a:moveTo>
                    <a:pt x="3262" y="0"/>
                  </a:moveTo>
                  <a:lnTo>
                    <a:pt x="0" y="2090"/>
                  </a:lnTo>
                  <a:lnTo>
                    <a:pt x="95" y="3009"/>
                  </a:lnTo>
                  <a:cubicBezTo>
                    <a:pt x="95" y="3009"/>
                    <a:pt x="2612" y="1626"/>
                    <a:pt x="4002" y="1626"/>
                  </a:cubicBezTo>
                  <a:cubicBezTo>
                    <a:pt x="4099" y="1626"/>
                    <a:pt x="4191" y="1633"/>
                    <a:pt x="4276" y="1647"/>
                  </a:cubicBezTo>
                  <a:cubicBezTo>
                    <a:pt x="4276" y="1647"/>
                    <a:pt x="4529" y="3579"/>
                    <a:pt x="3294" y="4307"/>
                  </a:cubicBezTo>
                  <a:cubicBezTo>
                    <a:pt x="4307" y="4054"/>
                    <a:pt x="5067" y="3389"/>
                    <a:pt x="5004" y="2059"/>
                  </a:cubicBezTo>
                  <a:cubicBezTo>
                    <a:pt x="4972" y="1584"/>
                    <a:pt x="4846" y="1172"/>
                    <a:pt x="4687" y="855"/>
                  </a:cubicBezTo>
                  <a:cubicBezTo>
                    <a:pt x="4592" y="665"/>
                    <a:pt x="4497" y="507"/>
                    <a:pt x="4371" y="380"/>
                  </a:cubicBezTo>
                  <a:cubicBezTo>
                    <a:pt x="3769" y="190"/>
                    <a:pt x="3262" y="0"/>
                    <a:pt x="3262"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4"/>
            <p:cNvSpPr/>
            <p:nvPr/>
          </p:nvSpPr>
          <p:spPr>
            <a:xfrm>
              <a:off x="1111758" y="1474360"/>
              <a:ext cx="151522" cy="110744"/>
            </a:xfrm>
            <a:custGeom>
              <a:avLst/>
              <a:gdLst/>
              <a:ahLst/>
              <a:cxnLst/>
              <a:rect l="l" t="t" r="r" b="b"/>
              <a:pathLst>
                <a:path w="4942" h="3612" extrusionOk="0">
                  <a:moveTo>
                    <a:pt x="2675" y="0"/>
                  </a:moveTo>
                  <a:cubicBezTo>
                    <a:pt x="2649" y="0"/>
                    <a:pt x="2623" y="1"/>
                    <a:pt x="2598" y="2"/>
                  </a:cubicBezTo>
                  <a:cubicBezTo>
                    <a:pt x="1521" y="65"/>
                    <a:pt x="1" y="888"/>
                    <a:pt x="1" y="2250"/>
                  </a:cubicBezTo>
                  <a:cubicBezTo>
                    <a:pt x="1" y="2693"/>
                    <a:pt x="96" y="3168"/>
                    <a:pt x="349" y="3612"/>
                  </a:cubicBezTo>
                  <a:cubicBezTo>
                    <a:pt x="1458" y="1838"/>
                    <a:pt x="4339" y="1490"/>
                    <a:pt x="4941" y="1458"/>
                  </a:cubicBezTo>
                  <a:cubicBezTo>
                    <a:pt x="4450" y="477"/>
                    <a:pt x="3484" y="0"/>
                    <a:pt x="2675" y="0"/>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4"/>
            <p:cNvSpPr/>
            <p:nvPr/>
          </p:nvSpPr>
          <p:spPr>
            <a:xfrm>
              <a:off x="1121478" y="1493002"/>
              <a:ext cx="66256" cy="54513"/>
            </a:xfrm>
            <a:custGeom>
              <a:avLst/>
              <a:gdLst/>
              <a:ahLst/>
              <a:cxnLst/>
              <a:rect l="l" t="t" r="r" b="b"/>
              <a:pathLst>
                <a:path w="2161" h="1778" extrusionOk="0">
                  <a:moveTo>
                    <a:pt x="1639" y="0"/>
                  </a:moveTo>
                  <a:cubicBezTo>
                    <a:pt x="1193" y="0"/>
                    <a:pt x="451" y="474"/>
                    <a:pt x="222" y="1009"/>
                  </a:cubicBezTo>
                  <a:cubicBezTo>
                    <a:pt x="222" y="1009"/>
                    <a:pt x="1" y="1452"/>
                    <a:pt x="381" y="1737"/>
                  </a:cubicBezTo>
                  <a:cubicBezTo>
                    <a:pt x="419" y="1765"/>
                    <a:pt x="465" y="1777"/>
                    <a:pt x="515" y="1777"/>
                  </a:cubicBezTo>
                  <a:cubicBezTo>
                    <a:pt x="1048" y="1777"/>
                    <a:pt x="2161" y="379"/>
                    <a:pt x="1901" y="90"/>
                  </a:cubicBezTo>
                  <a:cubicBezTo>
                    <a:pt x="1839" y="28"/>
                    <a:pt x="1748" y="0"/>
                    <a:pt x="1639" y="0"/>
                  </a:cubicBezTo>
                  <a:close/>
                </a:path>
              </a:pathLst>
            </a:custGeom>
            <a:solidFill>
              <a:srgbClr val="E2AF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4"/>
            <p:cNvSpPr/>
            <p:nvPr/>
          </p:nvSpPr>
          <p:spPr>
            <a:xfrm>
              <a:off x="989425" y="1077283"/>
              <a:ext cx="697178" cy="552493"/>
            </a:xfrm>
            <a:custGeom>
              <a:avLst/>
              <a:gdLst/>
              <a:ahLst/>
              <a:cxnLst/>
              <a:rect l="l" t="t" r="r" b="b"/>
              <a:pathLst>
                <a:path w="22739" h="18020" extrusionOk="0">
                  <a:moveTo>
                    <a:pt x="13365" y="0"/>
                  </a:moveTo>
                  <a:cubicBezTo>
                    <a:pt x="9769" y="0"/>
                    <a:pt x="5661" y="2166"/>
                    <a:pt x="2454" y="2166"/>
                  </a:cubicBezTo>
                  <a:cubicBezTo>
                    <a:pt x="1594" y="2166"/>
                    <a:pt x="799" y="2010"/>
                    <a:pt x="96" y="1615"/>
                  </a:cubicBezTo>
                  <a:lnTo>
                    <a:pt x="96" y="1615"/>
                  </a:lnTo>
                  <a:cubicBezTo>
                    <a:pt x="96" y="1615"/>
                    <a:pt x="1" y="2660"/>
                    <a:pt x="254" y="4085"/>
                  </a:cubicBezTo>
                  <a:lnTo>
                    <a:pt x="286" y="4085"/>
                  </a:lnTo>
                  <a:cubicBezTo>
                    <a:pt x="792" y="6904"/>
                    <a:pt x="2851" y="11274"/>
                    <a:pt x="10388" y="11749"/>
                  </a:cubicBezTo>
                  <a:cubicBezTo>
                    <a:pt x="14157" y="11749"/>
                    <a:pt x="16785" y="9817"/>
                    <a:pt x="16785" y="9817"/>
                  </a:cubicBezTo>
                  <a:cubicBezTo>
                    <a:pt x="16785" y="9817"/>
                    <a:pt x="17799" y="12826"/>
                    <a:pt x="18464" y="13966"/>
                  </a:cubicBezTo>
                  <a:cubicBezTo>
                    <a:pt x="19097" y="15106"/>
                    <a:pt x="18495" y="18020"/>
                    <a:pt x="18495" y="18020"/>
                  </a:cubicBezTo>
                  <a:cubicBezTo>
                    <a:pt x="18495" y="18020"/>
                    <a:pt x="22739" y="11686"/>
                    <a:pt x="21504" y="5510"/>
                  </a:cubicBezTo>
                  <a:cubicBezTo>
                    <a:pt x="21030" y="3290"/>
                    <a:pt x="19515" y="3055"/>
                    <a:pt x="18893" y="3055"/>
                  </a:cubicBezTo>
                  <a:cubicBezTo>
                    <a:pt x="18725" y="3055"/>
                    <a:pt x="18622" y="3072"/>
                    <a:pt x="18622" y="3072"/>
                  </a:cubicBezTo>
                  <a:cubicBezTo>
                    <a:pt x="18622" y="3072"/>
                    <a:pt x="18400" y="2122"/>
                    <a:pt x="17450" y="1298"/>
                  </a:cubicBezTo>
                  <a:cubicBezTo>
                    <a:pt x="16690" y="602"/>
                    <a:pt x="15423" y="0"/>
                    <a:pt x="13365"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4"/>
            <p:cNvSpPr/>
            <p:nvPr/>
          </p:nvSpPr>
          <p:spPr>
            <a:xfrm>
              <a:off x="998163" y="1117079"/>
              <a:ext cx="688440" cy="512697"/>
            </a:xfrm>
            <a:custGeom>
              <a:avLst/>
              <a:gdLst/>
              <a:ahLst/>
              <a:cxnLst/>
              <a:rect l="l" t="t" r="r" b="b"/>
              <a:pathLst>
                <a:path w="22454" h="16722" extrusionOk="0">
                  <a:moveTo>
                    <a:pt x="17165" y="0"/>
                  </a:moveTo>
                  <a:cubicBezTo>
                    <a:pt x="17577" y="1774"/>
                    <a:pt x="16785" y="5828"/>
                    <a:pt x="11211" y="6208"/>
                  </a:cubicBezTo>
                  <a:cubicBezTo>
                    <a:pt x="10944" y="6226"/>
                    <a:pt x="10677" y="6235"/>
                    <a:pt x="10410" y="6235"/>
                  </a:cubicBezTo>
                  <a:cubicBezTo>
                    <a:pt x="5202" y="6235"/>
                    <a:pt x="151" y="2878"/>
                    <a:pt x="1" y="2787"/>
                  </a:cubicBezTo>
                  <a:lnTo>
                    <a:pt x="1" y="2787"/>
                  </a:lnTo>
                  <a:cubicBezTo>
                    <a:pt x="507" y="5606"/>
                    <a:pt x="2566" y="9976"/>
                    <a:pt x="10103" y="10451"/>
                  </a:cubicBezTo>
                  <a:cubicBezTo>
                    <a:pt x="13872" y="10451"/>
                    <a:pt x="16500" y="8519"/>
                    <a:pt x="16500" y="8519"/>
                  </a:cubicBezTo>
                  <a:cubicBezTo>
                    <a:pt x="16500" y="8519"/>
                    <a:pt x="17514" y="11528"/>
                    <a:pt x="18179" y="12668"/>
                  </a:cubicBezTo>
                  <a:cubicBezTo>
                    <a:pt x="18812" y="13808"/>
                    <a:pt x="18210" y="16722"/>
                    <a:pt x="18210" y="16722"/>
                  </a:cubicBezTo>
                  <a:cubicBezTo>
                    <a:pt x="18210" y="16722"/>
                    <a:pt x="22454" y="10388"/>
                    <a:pt x="21219" y="4212"/>
                  </a:cubicBezTo>
                  <a:cubicBezTo>
                    <a:pt x="20745" y="1992"/>
                    <a:pt x="19230" y="1757"/>
                    <a:pt x="18608" y="1757"/>
                  </a:cubicBezTo>
                  <a:cubicBezTo>
                    <a:pt x="18440" y="1757"/>
                    <a:pt x="18337" y="1774"/>
                    <a:pt x="18337" y="1774"/>
                  </a:cubicBezTo>
                  <a:cubicBezTo>
                    <a:pt x="18337" y="1774"/>
                    <a:pt x="18115" y="824"/>
                    <a:pt x="17165" y="0"/>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4"/>
            <p:cNvSpPr/>
            <p:nvPr/>
          </p:nvSpPr>
          <p:spPr>
            <a:xfrm>
              <a:off x="792312" y="1902221"/>
              <a:ext cx="1031218" cy="1071598"/>
            </a:xfrm>
            <a:custGeom>
              <a:avLst/>
              <a:gdLst/>
              <a:ahLst/>
              <a:cxnLst/>
              <a:rect l="l" t="t" r="r" b="b"/>
              <a:pathLst>
                <a:path w="33634" h="34951" extrusionOk="0">
                  <a:moveTo>
                    <a:pt x="13156" y="1"/>
                  </a:moveTo>
                  <a:cubicBezTo>
                    <a:pt x="13045" y="1"/>
                    <a:pt x="12935" y="15"/>
                    <a:pt x="12827" y="44"/>
                  </a:cubicBezTo>
                  <a:cubicBezTo>
                    <a:pt x="12700" y="76"/>
                    <a:pt x="12605" y="108"/>
                    <a:pt x="12478" y="139"/>
                  </a:cubicBezTo>
                  <a:cubicBezTo>
                    <a:pt x="12288" y="203"/>
                    <a:pt x="12067" y="266"/>
                    <a:pt x="11813" y="361"/>
                  </a:cubicBezTo>
                  <a:cubicBezTo>
                    <a:pt x="8805" y="1501"/>
                    <a:pt x="2376" y="5428"/>
                    <a:pt x="1" y="18571"/>
                  </a:cubicBezTo>
                  <a:cubicBezTo>
                    <a:pt x="951" y="18919"/>
                    <a:pt x="2566" y="19426"/>
                    <a:pt x="4276" y="19616"/>
                  </a:cubicBezTo>
                  <a:cubicBezTo>
                    <a:pt x="4593" y="19647"/>
                    <a:pt x="4941" y="19679"/>
                    <a:pt x="5258" y="19679"/>
                  </a:cubicBezTo>
                  <a:cubicBezTo>
                    <a:pt x="5068" y="21927"/>
                    <a:pt x="4846" y="24493"/>
                    <a:pt x="4751" y="26424"/>
                  </a:cubicBezTo>
                  <a:cubicBezTo>
                    <a:pt x="4498" y="30795"/>
                    <a:pt x="4688" y="33455"/>
                    <a:pt x="4688" y="33455"/>
                  </a:cubicBezTo>
                  <a:cubicBezTo>
                    <a:pt x="4688" y="33455"/>
                    <a:pt x="7538" y="34373"/>
                    <a:pt x="12320" y="34785"/>
                  </a:cubicBezTo>
                  <a:cubicBezTo>
                    <a:pt x="13560" y="34887"/>
                    <a:pt x="14933" y="34951"/>
                    <a:pt x="16421" y="34951"/>
                  </a:cubicBezTo>
                  <a:cubicBezTo>
                    <a:pt x="20026" y="34951"/>
                    <a:pt x="24312" y="34576"/>
                    <a:pt x="29041" y="33455"/>
                  </a:cubicBezTo>
                  <a:cubicBezTo>
                    <a:pt x="29041" y="33455"/>
                    <a:pt x="29010" y="31491"/>
                    <a:pt x="28946" y="28420"/>
                  </a:cubicBezTo>
                  <a:cubicBezTo>
                    <a:pt x="28946" y="27786"/>
                    <a:pt x="28820" y="27343"/>
                    <a:pt x="28788" y="26646"/>
                  </a:cubicBezTo>
                  <a:cubicBezTo>
                    <a:pt x="28788" y="26361"/>
                    <a:pt x="28725" y="25696"/>
                    <a:pt x="28725" y="25696"/>
                  </a:cubicBezTo>
                  <a:cubicBezTo>
                    <a:pt x="28725" y="25696"/>
                    <a:pt x="28661" y="24778"/>
                    <a:pt x="28535" y="23574"/>
                  </a:cubicBezTo>
                  <a:cubicBezTo>
                    <a:pt x="28535" y="23511"/>
                    <a:pt x="28535" y="23448"/>
                    <a:pt x="28535" y="23353"/>
                  </a:cubicBezTo>
                  <a:cubicBezTo>
                    <a:pt x="28440" y="22212"/>
                    <a:pt x="28313" y="20851"/>
                    <a:pt x="28186" y="19742"/>
                  </a:cubicBezTo>
                  <a:lnTo>
                    <a:pt x="28186" y="19742"/>
                  </a:lnTo>
                  <a:cubicBezTo>
                    <a:pt x="28519" y="19774"/>
                    <a:pt x="28962" y="19798"/>
                    <a:pt x="29465" y="19798"/>
                  </a:cubicBezTo>
                  <a:cubicBezTo>
                    <a:pt x="29968" y="19798"/>
                    <a:pt x="30530" y="19774"/>
                    <a:pt x="31100" y="19711"/>
                  </a:cubicBezTo>
                  <a:cubicBezTo>
                    <a:pt x="31986" y="19616"/>
                    <a:pt x="32905" y="19426"/>
                    <a:pt x="33633" y="19046"/>
                  </a:cubicBezTo>
                  <a:cubicBezTo>
                    <a:pt x="31290" y="5301"/>
                    <a:pt x="24576" y="1374"/>
                    <a:pt x="21599" y="298"/>
                  </a:cubicBezTo>
                  <a:cubicBezTo>
                    <a:pt x="21377" y="234"/>
                    <a:pt x="21156" y="139"/>
                    <a:pt x="20966" y="108"/>
                  </a:cubicBezTo>
                  <a:cubicBezTo>
                    <a:pt x="20803" y="53"/>
                    <a:pt x="20637" y="29"/>
                    <a:pt x="20473" y="29"/>
                  </a:cubicBezTo>
                  <a:cubicBezTo>
                    <a:pt x="20155" y="29"/>
                    <a:pt x="19843" y="120"/>
                    <a:pt x="19572" y="266"/>
                  </a:cubicBezTo>
                  <a:cubicBezTo>
                    <a:pt x="19541" y="298"/>
                    <a:pt x="19477" y="329"/>
                    <a:pt x="19446" y="361"/>
                  </a:cubicBezTo>
                  <a:cubicBezTo>
                    <a:pt x="18685" y="773"/>
                    <a:pt x="17767" y="1121"/>
                    <a:pt x="16785" y="1121"/>
                  </a:cubicBezTo>
                  <a:cubicBezTo>
                    <a:pt x="15772" y="1121"/>
                    <a:pt x="14854" y="773"/>
                    <a:pt x="14093" y="361"/>
                  </a:cubicBezTo>
                  <a:cubicBezTo>
                    <a:pt x="14030" y="298"/>
                    <a:pt x="13935" y="266"/>
                    <a:pt x="13840" y="203"/>
                  </a:cubicBezTo>
                  <a:cubicBezTo>
                    <a:pt x="13643" y="71"/>
                    <a:pt x="13401" y="1"/>
                    <a:pt x="13156" y="1"/>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4"/>
            <p:cNvSpPr/>
            <p:nvPr/>
          </p:nvSpPr>
          <p:spPr>
            <a:xfrm>
              <a:off x="1154498" y="1902221"/>
              <a:ext cx="300069" cy="73523"/>
            </a:xfrm>
            <a:custGeom>
              <a:avLst/>
              <a:gdLst/>
              <a:ahLst/>
              <a:cxnLst/>
              <a:rect l="l" t="t" r="r" b="b"/>
              <a:pathLst>
                <a:path w="9787" h="2398" extrusionOk="0">
                  <a:moveTo>
                    <a:pt x="1333" y="1"/>
                  </a:moveTo>
                  <a:cubicBezTo>
                    <a:pt x="1217" y="1"/>
                    <a:pt x="1100" y="15"/>
                    <a:pt x="982" y="44"/>
                  </a:cubicBezTo>
                  <a:cubicBezTo>
                    <a:pt x="729" y="108"/>
                    <a:pt x="380" y="203"/>
                    <a:pt x="0" y="361"/>
                  </a:cubicBezTo>
                  <a:cubicBezTo>
                    <a:pt x="0" y="361"/>
                    <a:pt x="2357" y="2397"/>
                    <a:pt x="5239" y="2397"/>
                  </a:cubicBezTo>
                  <a:cubicBezTo>
                    <a:pt x="6699" y="2397"/>
                    <a:pt x="8295" y="1874"/>
                    <a:pt x="9786" y="298"/>
                  </a:cubicBezTo>
                  <a:cubicBezTo>
                    <a:pt x="9564" y="234"/>
                    <a:pt x="9343" y="139"/>
                    <a:pt x="9153" y="108"/>
                  </a:cubicBezTo>
                  <a:cubicBezTo>
                    <a:pt x="8990" y="53"/>
                    <a:pt x="8824" y="29"/>
                    <a:pt x="8660" y="29"/>
                  </a:cubicBezTo>
                  <a:cubicBezTo>
                    <a:pt x="8342" y="29"/>
                    <a:pt x="8030" y="120"/>
                    <a:pt x="7759" y="266"/>
                  </a:cubicBezTo>
                  <a:cubicBezTo>
                    <a:pt x="6999" y="741"/>
                    <a:pt x="6017" y="1121"/>
                    <a:pt x="4972" y="1121"/>
                  </a:cubicBezTo>
                  <a:cubicBezTo>
                    <a:pt x="3864" y="1121"/>
                    <a:pt x="2850" y="678"/>
                    <a:pt x="2059" y="203"/>
                  </a:cubicBezTo>
                  <a:cubicBezTo>
                    <a:pt x="1840" y="71"/>
                    <a:pt x="1591" y="1"/>
                    <a:pt x="1333"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4"/>
            <p:cNvSpPr/>
            <p:nvPr/>
          </p:nvSpPr>
          <p:spPr>
            <a:xfrm>
              <a:off x="923414" y="2345350"/>
              <a:ext cx="44672" cy="160229"/>
            </a:xfrm>
            <a:custGeom>
              <a:avLst/>
              <a:gdLst/>
              <a:ahLst/>
              <a:cxnLst/>
              <a:rect l="l" t="t" r="r" b="b"/>
              <a:pathLst>
                <a:path w="1457" h="5226" extrusionOk="0">
                  <a:moveTo>
                    <a:pt x="1457" y="1"/>
                  </a:moveTo>
                  <a:cubicBezTo>
                    <a:pt x="1457" y="1"/>
                    <a:pt x="792" y="2249"/>
                    <a:pt x="32" y="4973"/>
                  </a:cubicBezTo>
                  <a:cubicBezTo>
                    <a:pt x="32" y="5036"/>
                    <a:pt x="0" y="5099"/>
                    <a:pt x="0" y="5163"/>
                  </a:cubicBezTo>
                  <a:cubicBezTo>
                    <a:pt x="317" y="5194"/>
                    <a:pt x="633" y="5226"/>
                    <a:pt x="982" y="5226"/>
                  </a:cubicBezTo>
                  <a:cubicBezTo>
                    <a:pt x="982" y="5226"/>
                    <a:pt x="982" y="5226"/>
                    <a:pt x="982" y="5194"/>
                  </a:cubicBezTo>
                  <a:cubicBezTo>
                    <a:pt x="1235" y="2376"/>
                    <a:pt x="1457" y="1"/>
                    <a:pt x="1457"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4"/>
            <p:cNvSpPr/>
            <p:nvPr/>
          </p:nvSpPr>
          <p:spPr>
            <a:xfrm>
              <a:off x="1454537" y="1911327"/>
              <a:ext cx="368993" cy="595233"/>
            </a:xfrm>
            <a:custGeom>
              <a:avLst/>
              <a:gdLst/>
              <a:ahLst/>
              <a:cxnLst/>
              <a:rect l="l" t="t" r="r" b="b"/>
              <a:pathLst>
                <a:path w="12035" h="19414" extrusionOk="0">
                  <a:moveTo>
                    <a:pt x="0" y="1"/>
                  </a:moveTo>
                  <a:cubicBezTo>
                    <a:pt x="0" y="1"/>
                    <a:pt x="7442" y="5543"/>
                    <a:pt x="9501" y="19414"/>
                  </a:cubicBezTo>
                  <a:cubicBezTo>
                    <a:pt x="10387" y="19319"/>
                    <a:pt x="11306" y="19129"/>
                    <a:pt x="12034" y="18749"/>
                  </a:cubicBezTo>
                  <a:cubicBezTo>
                    <a:pt x="9691" y="5004"/>
                    <a:pt x="2977" y="1077"/>
                    <a:pt x="0"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4"/>
            <p:cNvSpPr/>
            <p:nvPr/>
          </p:nvSpPr>
          <p:spPr>
            <a:xfrm>
              <a:off x="1170012" y="2289027"/>
              <a:ext cx="559330" cy="684791"/>
            </a:xfrm>
            <a:custGeom>
              <a:avLst/>
              <a:gdLst/>
              <a:ahLst/>
              <a:cxnLst/>
              <a:rect l="l" t="t" r="r" b="b"/>
              <a:pathLst>
                <a:path w="18243" h="22335" extrusionOk="0">
                  <a:moveTo>
                    <a:pt x="14315" y="1"/>
                  </a:moveTo>
                  <a:cubicBezTo>
                    <a:pt x="18242" y="16057"/>
                    <a:pt x="6620" y="20776"/>
                    <a:pt x="1" y="22169"/>
                  </a:cubicBezTo>
                  <a:cubicBezTo>
                    <a:pt x="1241" y="22271"/>
                    <a:pt x="2614" y="22335"/>
                    <a:pt x="4102" y="22335"/>
                  </a:cubicBezTo>
                  <a:cubicBezTo>
                    <a:pt x="7707" y="22335"/>
                    <a:pt x="11993" y="21960"/>
                    <a:pt x="16722" y="20839"/>
                  </a:cubicBezTo>
                  <a:cubicBezTo>
                    <a:pt x="16722" y="20839"/>
                    <a:pt x="16691" y="18875"/>
                    <a:pt x="16627" y="15804"/>
                  </a:cubicBezTo>
                  <a:cubicBezTo>
                    <a:pt x="16596" y="15170"/>
                    <a:pt x="16501" y="14727"/>
                    <a:pt x="16469" y="14030"/>
                  </a:cubicBezTo>
                  <a:cubicBezTo>
                    <a:pt x="16469" y="13745"/>
                    <a:pt x="16406" y="13080"/>
                    <a:pt x="16406" y="13080"/>
                  </a:cubicBezTo>
                  <a:cubicBezTo>
                    <a:pt x="16406" y="13080"/>
                    <a:pt x="16311" y="12162"/>
                    <a:pt x="16216" y="10958"/>
                  </a:cubicBezTo>
                  <a:cubicBezTo>
                    <a:pt x="16216" y="10895"/>
                    <a:pt x="16216" y="10832"/>
                    <a:pt x="16216" y="10737"/>
                  </a:cubicBezTo>
                  <a:cubicBezTo>
                    <a:pt x="16057" y="9090"/>
                    <a:pt x="15931" y="7728"/>
                    <a:pt x="15867" y="7126"/>
                  </a:cubicBezTo>
                  <a:cubicBezTo>
                    <a:pt x="15677" y="5416"/>
                    <a:pt x="14664" y="1331"/>
                    <a:pt x="14315"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14"/>
          <p:cNvSpPr txBox="1"/>
          <p:nvPr/>
        </p:nvSpPr>
        <p:spPr>
          <a:xfrm>
            <a:off x="710250" y="457200"/>
            <a:ext cx="77235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400">
                <a:latin typeface="Fira Sans Extra Condensed Medium"/>
                <a:ea typeface="Fira Sans Extra Condensed Medium"/>
                <a:cs typeface="Fira Sans Extra Condensed Medium"/>
                <a:sym typeface="Fira Sans Extra Condensed Medium"/>
              </a:rPr>
              <a:t>Introduction</a:t>
            </a:r>
            <a:endParaRPr sz="3400">
              <a:latin typeface="Fira Sans Extra Condensed Medium"/>
              <a:ea typeface="Fira Sans Extra Condensed Medium"/>
              <a:cs typeface="Fira Sans Extra Condensed Medium"/>
              <a:sym typeface="Fira Sans Extra Condensed Medium"/>
            </a:endParaRPr>
          </a:p>
        </p:txBody>
      </p:sp>
      <p:sp>
        <p:nvSpPr>
          <p:cNvPr id="229" name="Google Shape;229;p14"/>
          <p:cNvSpPr txBox="1"/>
          <p:nvPr/>
        </p:nvSpPr>
        <p:spPr>
          <a:xfrm>
            <a:off x="2197350" y="1311350"/>
            <a:ext cx="6236400" cy="1630200"/>
          </a:xfrm>
          <a:prstGeom prst="rect">
            <a:avLst/>
          </a:prstGeom>
          <a:noFill/>
          <a:ln w="114300" cap="flat" cmpd="sng">
            <a:solidFill>
              <a:srgbClr val="416E97"/>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1"/>
                </a:solidFill>
                <a:latin typeface="Albert Sans"/>
                <a:ea typeface="Albert Sans"/>
                <a:cs typeface="Albert Sans"/>
                <a:sym typeface="Albert Sans"/>
              </a:rPr>
              <a:t>What is Diabetes?</a:t>
            </a:r>
            <a:endParaRPr sz="2000" b="1">
              <a:solidFill>
                <a:schemeClr val="dk1"/>
              </a:solidFill>
              <a:latin typeface="Albert Sans"/>
              <a:ea typeface="Albert Sans"/>
              <a:cs typeface="Albert Sans"/>
              <a:sym typeface="Albert Sans"/>
            </a:endParaRPr>
          </a:p>
          <a:p>
            <a:pPr marL="457200" lvl="0" indent="-342900" algn="l" rtl="0">
              <a:spcBef>
                <a:spcPts val="0"/>
              </a:spcBef>
              <a:spcAft>
                <a:spcPts val="0"/>
              </a:spcAft>
              <a:buClr>
                <a:schemeClr val="dk2"/>
              </a:buClr>
              <a:buSzPts val="1800"/>
              <a:buChar char="●"/>
            </a:pPr>
            <a:r>
              <a:rPr lang="en" sz="1800">
                <a:solidFill>
                  <a:schemeClr val="dk2"/>
                </a:solidFill>
              </a:rPr>
              <a:t>A chronic disease that occurs when the pancreas does not produce enough insulin or when the body can no longer effectively use the insulin that is produces (WHO)</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230" name="Google Shape;230;p14"/>
          <p:cNvSpPr txBox="1"/>
          <p:nvPr/>
        </p:nvSpPr>
        <p:spPr>
          <a:xfrm>
            <a:off x="2197350" y="3218125"/>
            <a:ext cx="6236400" cy="1630200"/>
          </a:xfrm>
          <a:prstGeom prst="rect">
            <a:avLst/>
          </a:prstGeom>
          <a:noFill/>
          <a:ln w="114300" cap="flat" cmpd="sng">
            <a:solidFill>
              <a:srgbClr val="30637F"/>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1"/>
                </a:solidFill>
                <a:latin typeface="Albert Sans"/>
                <a:ea typeface="Albert Sans"/>
                <a:cs typeface="Albert Sans"/>
                <a:sym typeface="Albert Sans"/>
              </a:rPr>
              <a:t>Why should you care?</a:t>
            </a:r>
            <a:endParaRPr sz="2000" b="1">
              <a:solidFill>
                <a:schemeClr val="dk1"/>
              </a:solidFill>
              <a:latin typeface="Albert Sans"/>
              <a:ea typeface="Albert Sans"/>
              <a:cs typeface="Albert Sans"/>
              <a:sym typeface="Albert Sans"/>
            </a:endParaRPr>
          </a:p>
          <a:p>
            <a:pPr marL="457200" lvl="0" indent="-342900" algn="l" rtl="0">
              <a:spcBef>
                <a:spcPts val="0"/>
              </a:spcBef>
              <a:spcAft>
                <a:spcPts val="0"/>
              </a:spcAft>
              <a:buClr>
                <a:schemeClr val="dk2"/>
              </a:buClr>
              <a:buSzPts val="1800"/>
              <a:buChar char="●"/>
            </a:pPr>
            <a:r>
              <a:rPr lang="en" sz="1800">
                <a:solidFill>
                  <a:schemeClr val="dk2"/>
                </a:solidFill>
              </a:rPr>
              <a:t>It is estimated that 240 million people live with undiagnosed diabetes, with nearly half being adults(NIH).</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This disease has a significant mortality rate worldwide.</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grpSp>
        <p:nvGrpSpPr>
          <p:cNvPr id="235" name="Google Shape;235;p15"/>
          <p:cNvGrpSpPr/>
          <p:nvPr/>
        </p:nvGrpSpPr>
        <p:grpSpPr>
          <a:xfrm>
            <a:off x="458914" y="1178678"/>
            <a:ext cx="985703" cy="985224"/>
            <a:chOff x="458914" y="1178678"/>
            <a:chExt cx="985703" cy="985224"/>
          </a:xfrm>
        </p:grpSpPr>
        <p:sp>
          <p:nvSpPr>
            <p:cNvPr id="236" name="Google Shape;236;p15"/>
            <p:cNvSpPr/>
            <p:nvPr/>
          </p:nvSpPr>
          <p:spPr>
            <a:xfrm>
              <a:off x="458914" y="1178678"/>
              <a:ext cx="985703" cy="974594"/>
            </a:xfrm>
            <a:custGeom>
              <a:avLst/>
              <a:gdLst/>
              <a:ahLst/>
              <a:cxnLst/>
              <a:rect l="l" t="t" r="r" b="b"/>
              <a:pathLst>
                <a:path w="30878" h="30530" extrusionOk="0">
                  <a:moveTo>
                    <a:pt x="15455" y="1"/>
                  </a:moveTo>
                  <a:cubicBezTo>
                    <a:pt x="6904" y="1"/>
                    <a:pt x="0" y="6841"/>
                    <a:pt x="0" y="15265"/>
                  </a:cubicBezTo>
                  <a:cubicBezTo>
                    <a:pt x="0" y="23689"/>
                    <a:pt x="6904" y="30530"/>
                    <a:pt x="15455" y="30530"/>
                  </a:cubicBezTo>
                  <a:cubicBezTo>
                    <a:pt x="23974" y="30530"/>
                    <a:pt x="30877" y="23689"/>
                    <a:pt x="30877" y="15265"/>
                  </a:cubicBezTo>
                  <a:cubicBezTo>
                    <a:pt x="30877" y="6841"/>
                    <a:pt x="23974" y="1"/>
                    <a:pt x="15455"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5"/>
            <p:cNvSpPr/>
            <p:nvPr/>
          </p:nvSpPr>
          <p:spPr>
            <a:xfrm>
              <a:off x="768243" y="1193426"/>
              <a:ext cx="546960" cy="469995"/>
            </a:xfrm>
            <a:custGeom>
              <a:avLst/>
              <a:gdLst/>
              <a:ahLst/>
              <a:cxnLst/>
              <a:rect l="l" t="t" r="r" b="b"/>
              <a:pathLst>
                <a:path w="17134" h="14723" extrusionOk="0">
                  <a:moveTo>
                    <a:pt x="10213" y="1"/>
                  </a:moveTo>
                  <a:cubicBezTo>
                    <a:pt x="9880" y="1"/>
                    <a:pt x="9547" y="26"/>
                    <a:pt x="9217" y="77"/>
                  </a:cubicBezTo>
                  <a:cubicBezTo>
                    <a:pt x="8235" y="204"/>
                    <a:pt x="7285" y="584"/>
                    <a:pt x="6525" y="1217"/>
                  </a:cubicBezTo>
                  <a:cubicBezTo>
                    <a:pt x="6493" y="1281"/>
                    <a:pt x="6430" y="1312"/>
                    <a:pt x="6398" y="1344"/>
                  </a:cubicBezTo>
                  <a:cubicBezTo>
                    <a:pt x="5733" y="1914"/>
                    <a:pt x="5100" y="2516"/>
                    <a:pt x="4529" y="3086"/>
                  </a:cubicBezTo>
                  <a:cubicBezTo>
                    <a:pt x="4529" y="3117"/>
                    <a:pt x="4529" y="3117"/>
                    <a:pt x="4498" y="3149"/>
                  </a:cubicBezTo>
                  <a:cubicBezTo>
                    <a:pt x="3358" y="4321"/>
                    <a:pt x="2503" y="5398"/>
                    <a:pt x="2281" y="5683"/>
                  </a:cubicBezTo>
                  <a:lnTo>
                    <a:pt x="2218" y="5746"/>
                  </a:lnTo>
                  <a:cubicBezTo>
                    <a:pt x="2218" y="5746"/>
                    <a:pt x="2214" y="5740"/>
                    <a:pt x="2204" y="5740"/>
                  </a:cubicBezTo>
                  <a:cubicBezTo>
                    <a:pt x="2176" y="5740"/>
                    <a:pt x="2099" y="5793"/>
                    <a:pt x="1933" y="6221"/>
                  </a:cubicBezTo>
                  <a:cubicBezTo>
                    <a:pt x="1933" y="6221"/>
                    <a:pt x="3579" y="6918"/>
                    <a:pt x="2978" y="8628"/>
                  </a:cubicBezTo>
                  <a:cubicBezTo>
                    <a:pt x="2670" y="9551"/>
                    <a:pt x="1919" y="9764"/>
                    <a:pt x="1293" y="9764"/>
                  </a:cubicBezTo>
                  <a:cubicBezTo>
                    <a:pt x="760" y="9764"/>
                    <a:pt x="318" y="9610"/>
                    <a:pt x="318" y="9610"/>
                  </a:cubicBezTo>
                  <a:cubicBezTo>
                    <a:pt x="318" y="9610"/>
                    <a:pt x="1" y="10306"/>
                    <a:pt x="254" y="10908"/>
                  </a:cubicBezTo>
                  <a:cubicBezTo>
                    <a:pt x="381" y="11225"/>
                    <a:pt x="634" y="11478"/>
                    <a:pt x="1109" y="11668"/>
                  </a:cubicBezTo>
                  <a:cubicBezTo>
                    <a:pt x="1743" y="11921"/>
                    <a:pt x="2376" y="12206"/>
                    <a:pt x="2851" y="12555"/>
                  </a:cubicBezTo>
                  <a:cubicBezTo>
                    <a:pt x="3484" y="12998"/>
                    <a:pt x="3896" y="13505"/>
                    <a:pt x="3896" y="14012"/>
                  </a:cubicBezTo>
                  <a:lnTo>
                    <a:pt x="3896" y="14075"/>
                  </a:lnTo>
                  <a:cubicBezTo>
                    <a:pt x="3896" y="14075"/>
                    <a:pt x="5092" y="14722"/>
                    <a:pt x="6613" y="14722"/>
                  </a:cubicBezTo>
                  <a:cubicBezTo>
                    <a:pt x="7373" y="14722"/>
                    <a:pt x="8214" y="14560"/>
                    <a:pt x="9027" y="14075"/>
                  </a:cubicBezTo>
                  <a:cubicBezTo>
                    <a:pt x="9027" y="14075"/>
                    <a:pt x="8844" y="13377"/>
                    <a:pt x="9490" y="13377"/>
                  </a:cubicBezTo>
                  <a:cubicBezTo>
                    <a:pt x="9504" y="13377"/>
                    <a:pt x="9518" y="13378"/>
                    <a:pt x="9533" y="13378"/>
                  </a:cubicBezTo>
                  <a:cubicBezTo>
                    <a:pt x="9693" y="13393"/>
                    <a:pt x="9950" y="13424"/>
                    <a:pt x="10277" y="13424"/>
                  </a:cubicBezTo>
                  <a:cubicBezTo>
                    <a:pt x="11375" y="13424"/>
                    <a:pt x="13265" y="13072"/>
                    <a:pt x="14949" y="10560"/>
                  </a:cubicBezTo>
                  <a:cubicBezTo>
                    <a:pt x="17134" y="7329"/>
                    <a:pt x="16184" y="3276"/>
                    <a:pt x="14505" y="1566"/>
                  </a:cubicBezTo>
                  <a:cubicBezTo>
                    <a:pt x="13935" y="996"/>
                    <a:pt x="13143" y="552"/>
                    <a:pt x="12225" y="299"/>
                  </a:cubicBezTo>
                  <a:cubicBezTo>
                    <a:pt x="11585" y="107"/>
                    <a:pt x="10901" y="1"/>
                    <a:pt x="10213" y="1"/>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5"/>
            <p:cNvSpPr/>
            <p:nvPr/>
          </p:nvSpPr>
          <p:spPr>
            <a:xfrm>
              <a:off x="859254" y="1202939"/>
              <a:ext cx="455949" cy="460482"/>
            </a:xfrm>
            <a:custGeom>
              <a:avLst/>
              <a:gdLst/>
              <a:ahLst/>
              <a:cxnLst/>
              <a:rect l="l" t="t" r="r" b="b"/>
              <a:pathLst>
                <a:path w="14283" h="14425" extrusionOk="0">
                  <a:moveTo>
                    <a:pt x="9374" y="1"/>
                  </a:moveTo>
                  <a:cubicBezTo>
                    <a:pt x="9374" y="1"/>
                    <a:pt x="11876" y="3548"/>
                    <a:pt x="9374" y="6968"/>
                  </a:cubicBezTo>
                  <a:cubicBezTo>
                    <a:pt x="6936" y="10293"/>
                    <a:pt x="8171" y="11212"/>
                    <a:pt x="4972" y="12003"/>
                  </a:cubicBezTo>
                  <a:cubicBezTo>
                    <a:pt x="4134" y="12208"/>
                    <a:pt x="3395" y="12282"/>
                    <a:pt x="2567" y="12282"/>
                  </a:cubicBezTo>
                  <a:cubicBezTo>
                    <a:pt x="1987" y="12282"/>
                    <a:pt x="1364" y="12246"/>
                    <a:pt x="633" y="12193"/>
                  </a:cubicBezTo>
                  <a:cubicBezTo>
                    <a:pt x="253" y="12193"/>
                    <a:pt x="63" y="12193"/>
                    <a:pt x="0" y="12257"/>
                  </a:cubicBezTo>
                  <a:cubicBezTo>
                    <a:pt x="633" y="12700"/>
                    <a:pt x="1045" y="13207"/>
                    <a:pt x="1045" y="13714"/>
                  </a:cubicBezTo>
                  <a:lnTo>
                    <a:pt x="1045" y="13777"/>
                  </a:lnTo>
                  <a:cubicBezTo>
                    <a:pt x="1045" y="13777"/>
                    <a:pt x="2241" y="14424"/>
                    <a:pt x="3762" y="14424"/>
                  </a:cubicBezTo>
                  <a:cubicBezTo>
                    <a:pt x="4522" y="14424"/>
                    <a:pt x="5363" y="14262"/>
                    <a:pt x="6176" y="13777"/>
                  </a:cubicBezTo>
                  <a:cubicBezTo>
                    <a:pt x="6176" y="13777"/>
                    <a:pt x="5993" y="13079"/>
                    <a:pt x="6639" y="13079"/>
                  </a:cubicBezTo>
                  <a:cubicBezTo>
                    <a:pt x="6653" y="13079"/>
                    <a:pt x="6667" y="13080"/>
                    <a:pt x="6682" y="13080"/>
                  </a:cubicBezTo>
                  <a:cubicBezTo>
                    <a:pt x="6842" y="13095"/>
                    <a:pt x="7099" y="13126"/>
                    <a:pt x="7426" y="13126"/>
                  </a:cubicBezTo>
                  <a:cubicBezTo>
                    <a:pt x="8524" y="13126"/>
                    <a:pt x="10414" y="12774"/>
                    <a:pt x="12098" y="10262"/>
                  </a:cubicBezTo>
                  <a:cubicBezTo>
                    <a:pt x="14283" y="7031"/>
                    <a:pt x="13333" y="2978"/>
                    <a:pt x="11654" y="1268"/>
                  </a:cubicBezTo>
                  <a:cubicBezTo>
                    <a:pt x="11084" y="698"/>
                    <a:pt x="10292" y="254"/>
                    <a:pt x="9374" y="1"/>
                  </a:cubicBezTo>
                  <a:close/>
                </a:path>
              </a:pathLst>
            </a:custGeom>
            <a:solidFill>
              <a:srgbClr val="E5A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5"/>
            <p:cNvSpPr/>
            <p:nvPr/>
          </p:nvSpPr>
          <p:spPr>
            <a:xfrm>
              <a:off x="814754" y="1229946"/>
              <a:ext cx="167849" cy="147322"/>
            </a:xfrm>
            <a:custGeom>
              <a:avLst/>
              <a:gdLst/>
              <a:ahLst/>
              <a:cxnLst/>
              <a:rect l="l" t="t" r="r" b="b"/>
              <a:pathLst>
                <a:path w="5258" h="4615" extrusionOk="0">
                  <a:moveTo>
                    <a:pt x="4622" y="0"/>
                  </a:moveTo>
                  <a:cubicBezTo>
                    <a:pt x="4355" y="0"/>
                    <a:pt x="3969" y="233"/>
                    <a:pt x="3516" y="707"/>
                  </a:cubicBezTo>
                  <a:cubicBezTo>
                    <a:pt x="2756" y="1498"/>
                    <a:pt x="1426" y="2480"/>
                    <a:pt x="792" y="2702"/>
                  </a:cubicBezTo>
                  <a:cubicBezTo>
                    <a:pt x="254" y="2924"/>
                    <a:pt x="1" y="4095"/>
                    <a:pt x="729" y="4475"/>
                  </a:cubicBezTo>
                  <a:cubicBezTo>
                    <a:pt x="761" y="4507"/>
                    <a:pt x="792" y="4507"/>
                    <a:pt x="824" y="4539"/>
                  </a:cubicBezTo>
                  <a:cubicBezTo>
                    <a:pt x="940" y="4585"/>
                    <a:pt x="1090" y="4614"/>
                    <a:pt x="1261" y="4614"/>
                  </a:cubicBezTo>
                  <a:cubicBezTo>
                    <a:pt x="1324" y="4614"/>
                    <a:pt x="1389" y="4610"/>
                    <a:pt x="1457" y="4602"/>
                  </a:cubicBezTo>
                  <a:cubicBezTo>
                    <a:pt x="3072" y="4444"/>
                    <a:pt x="5258" y="1657"/>
                    <a:pt x="5004" y="327"/>
                  </a:cubicBezTo>
                  <a:cubicBezTo>
                    <a:pt x="4973" y="295"/>
                    <a:pt x="4973" y="232"/>
                    <a:pt x="4941" y="200"/>
                  </a:cubicBezTo>
                  <a:cubicBezTo>
                    <a:pt x="4875" y="67"/>
                    <a:pt x="4766" y="0"/>
                    <a:pt x="4622" y="0"/>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5"/>
            <p:cNvSpPr/>
            <p:nvPr/>
          </p:nvSpPr>
          <p:spPr>
            <a:xfrm>
              <a:off x="1048299" y="1343430"/>
              <a:ext cx="298252" cy="207432"/>
            </a:xfrm>
            <a:custGeom>
              <a:avLst/>
              <a:gdLst/>
              <a:ahLst/>
              <a:cxnLst/>
              <a:rect l="l" t="t" r="r" b="b"/>
              <a:pathLst>
                <a:path w="9343" h="6498" extrusionOk="0">
                  <a:moveTo>
                    <a:pt x="1990" y="1"/>
                  </a:moveTo>
                  <a:cubicBezTo>
                    <a:pt x="1379" y="1"/>
                    <a:pt x="1014" y="762"/>
                    <a:pt x="1014" y="762"/>
                  </a:cubicBezTo>
                  <a:cubicBezTo>
                    <a:pt x="1014" y="762"/>
                    <a:pt x="940" y="744"/>
                    <a:pt x="834" y="744"/>
                  </a:cubicBezTo>
                  <a:cubicBezTo>
                    <a:pt x="623" y="744"/>
                    <a:pt x="285" y="815"/>
                    <a:pt x="158" y="1237"/>
                  </a:cubicBezTo>
                  <a:cubicBezTo>
                    <a:pt x="0" y="1902"/>
                    <a:pt x="444" y="2219"/>
                    <a:pt x="444" y="2219"/>
                  </a:cubicBezTo>
                  <a:cubicBezTo>
                    <a:pt x="444" y="2219"/>
                    <a:pt x="127" y="2694"/>
                    <a:pt x="634" y="3200"/>
                  </a:cubicBezTo>
                  <a:cubicBezTo>
                    <a:pt x="871" y="3454"/>
                    <a:pt x="1243" y="3517"/>
                    <a:pt x="1556" y="3517"/>
                  </a:cubicBezTo>
                  <a:cubicBezTo>
                    <a:pt x="1869" y="3517"/>
                    <a:pt x="2122" y="3454"/>
                    <a:pt x="2122" y="3454"/>
                  </a:cubicBezTo>
                  <a:lnTo>
                    <a:pt x="2122" y="3454"/>
                  </a:lnTo>
                  <a:cubicBezTo>
                    <a:pt x="2122" y="3454"/>
                    <a:pt x="1900" y="3771"/>
                    <a:pt x="1964" y="4182"/>
                  </a:cubicBezTo>
                  <a:cubicBezTo>
                    <a:pt x="1995" y="4341"/>
                    <a:pt x="2090" y="4531"/>
                    <a:pt x="2280" y="4721"/>
                  </a:cubicBezTo>
                  <a:cubicBezTo>
                    <a:pt x="2501" y="4954"/>
                    <a:pt x="2746" y="5025"/>
                    <a:pt x="2963" y="5025"/>
                  </a:cubicBezTo>
                  <a:cubicBezTo>
                    <a:pt x="3306" y="5025"/>
                    <a:pt x="3579" y="4847"/>
                    <a:pt x="3579" y="4847"/>
                  </a:cubicBezTo>
                  <a:lnTo>
                    <a:pt x="3579" y="4847"/>
                  </a:lnTo>
                  <a:cubicBezTo>
                    <a:pt x="3547" y="4879"/>
                    <a:pt x="3484" y="5006"/>
                    <a:pt x="3484" y="5196"/>
                  </a:cubicBezTo>
                  <a:cubicBezTo>
                    <a:pt x="3452" y="5449"/>
                    <a:pt x="3547" y="5797"/>
                    <a:pt x="3990" y="6051"/>
                  </a:cubicBezTo>
                  <a:cubicBezTo>
                    <a:pt x="4164" y="6151"/>
                    <a:pt x="4326" y="6191"/>
                    <a:pt x="4472" y="6191"/>
                  </a:cubicBezTo>
                  <a:cubicBezTo>
                    <a:pt x="5017" y="6191"/>
                    <a:pt x="5352" y="5639"/>
                    <a:pt x="5352" y="5639"/>
                  </a:cubicBezTo>
                  <a:cubicBezTo>
                    <a:pt x="5352" y="5639"/>
                    <a:pt x="5441" y="6497"/>
                    <a:pt x="6391" y="6497"/>
                  </a:cubicBezTo>
                  <a:cubicBezTo>
                    <a:pt x="6424" y="6497"/>
                    <a:pt x="6457" y="6496"/>
                    <a:pt x="6492" y="6494"/>
                  </a:cubicBezTo>
                  <a:cubicBezTo>
                    <a:pt x="7537" y="6431"/>
                    <a:pt x="7759" y="5481"/>
                    <a:pt x="7759" y="5481"/>
                  </a:cubicBezTo>
                  <a:cubicBezTo>
                    <a:pt x="7759" y="5481"/>
                    <a:pt x="7870" y="5557"/>
                    <a:pt x="8043" y="5557"/>
                  </a:cubicBezTo>
                  <a:cubicBezTo>
                    <a:pt x="8240" y="5557"/>
                    <a:pt x="8518" y="5458"/>
                    <a:pt x="8804" y="5037"/>
                  </a:cubicBezTo>
                  <a:cubicBezTo>
                    <a:pt x="9343" y="4246"/>
                    <a:pt x="8392" y="3644"/>
                    <a:pt x="8392" y="3644"/>
                  </a:cubicBezTo>
                  <a:cubicBezTo>
                    <a:pt x="8392" y="3644"/>
                    <a:pt x="9121" y="2630"/>
                    <a:pt x="8392" y="1934"/>
                  </a:cubicBezTo>
                  <a:cubicBezTo>
                    <a:pt x="8067" y="1623"/>
                    <a:pt x="7839" y="1541"/>
                    <a:pt x="7687" y="1541"/>
                  </a:cubicBezTo>
                  <a:cubicBezTo>
                    <a:pt x="7514" y="1541"/>
                    <a:pt x="7442" y="1649"/>
                    <a:pt x="7442" y="1649"/>
                  </a:cubicBezTo>
                  <a:lnTo>
                    <a:pt x="7411" y="2345"/>
                  </a:lnTo>
                  <a:cubicBezTo>
                    <a:pt x="7411" y="2345"/>
                    <a:pt x="7136" y="2146"/>
                    <a:pt x="6744" y="2146"/>
                  </a:cubicBezTo>
                  <a:cubicBezTo>
                    <a:pt x="6511" y="2146"/>
                    <a:pt x="6237" y="2216"/>
                    <a:pt x="5954" y="2440"/>
                  </a:cubicBezTo>
                  <a:cubicBezTo>
                    <a:pt x="5954" y="2440"/>
                    <a:pt x="5796" y="1585"/>
                    <a:pt x="4972" y="1490"/>
                  </a:cubicBezTo>
                  <a:cubicBezTo>
                    <a:pt x="4846" y="1490"/>
                    <a:pt x="4719" y="1490"/>
                    <a:pt x="4560" y="1522"/>
                  </a:cubicBezTo>
                  <a:cubicBezTo>
                    <a:pt x="4560" y="1522"/>
                    <a:pt x="4560" y="1490"/>
                    <a:pt x="4560" y="1459"/>
                  </a:cubicBezTo>
                  <a:cubicBezTo>
                    <a:pt x="4529" y="1269"/>
                    <a:pt x="4465" y="730"/>
                    <a:pt x="4022" y="414"/>
                  </a:cubicBezTo>
                  <a:cubicBezTo>
                    <a:pt x="3734" y="193"/>
                    <a:pt x="3482" y="64"/>
                    <a:pt x="3266" y="64"/>
                  </a:cubicBezTo>
                  <a:cubicBezTo>
                    <a:pt x="3079" y="64"/>
                    <a:pt x="2919" y="161"/>
                    <a:pt x="2787" y="382"/>
                  </a:cubicBezTo>
                  <a:cubicBezTo>
                    <a:pt x="2787" y="382"/>
                    <a:pt x="2660" y="34"/>
                    <a:pt x="2027" y="2"/>
                  </a:cubicBezTo>
                  <a:cubicBezTo>
                    <a:pt x="2015" y="1"/>
                    <a:pt x="2002" y="1"/>
                    <a:pt x="1990"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5"/>
            <p:cNvSpPr/>
            <p:nvPr/>
          </p:nvSpPr>
          <p:spPr>
            <a:xfrm>
              <a:off x="1017972" y="1241629"/>
              <a:ext cx="98066" cy="74858"/>
            </a:xfrm>
            <a:custGeom>
              <a:avLst/>
              <a:gdLst/>
              <a:ahLst/>
              <a:cxnLst/>
              <a:rect l="l" t="t" r="r" b="b"/>
              <a:pathLst>
                <a:path w="3072" h="2345" extrusionOk="0">
                  <a:moveTo>
                    <a:pt x="1023" y="0"/>
                  </a:moveTo>
                  <a:cubicBezTo>
                    <a:pt x="723" y="0"/>
                    <a:pt x="469" y="129"/>
                    <a:pt x="348" y="436"/>
                  </a:cubicBezTo>
                  <a:cubicBezTo>
                    <a:pt x="0" y="1291"/>
                    <a:pt x="728" y="1006"/>
                    <a:pt x="1457" y="1481"/>
                  </a:cubicBezTo>
                  <a:cubicBezTo>
                    <a:pt x="1725" y="1689"/>
                    <a:pt x="1908" y="2344"/>
                    <a:pt x="2297" y="2344"/>
                  </a:cubicBezTo>
                  <a:cubicBezTo>
                    <a:pt x="2322" y="2344"/>
                    <a:pt x="2348" y="2342"/>
                    <a:pt x="2375" y="2336"/>
                  </a:cubicBezTo>
                  <a:cubicBezTo>
                    <a:pt x="2850" y="2241"/>
                    <a:pt x="3072" y="1892"/>
                    <a:pt x="2629" y="1037"/>
                  </a:cubicBezTo>
                  <a:cubicBezTo>
                    <a:pt x="2318" y="458"/>
                    <a:pt x="1588" y="0"/>
                    <a:pt x="1023"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5"/>
            <p:cNvSpPr/>
            <p:nvPr/>
          </p:nvSpPr>
          <p:spPr>
            <a:xfrm>
              <a:off x="1001788" y="1317765"/>
              <a:ext cx="31380" cy="37637"/>
            </a:xfrm>
            <a:custGeom>
              <a:avLst/>
              <a:gdLst/>
              <a:ahLst/>
              <a:cxnLst/>
              <a:rect l="l" t="t" r="r" b="b"/>
              <a:pathLst>
                <a:path w="983" h="1179" extrusionOk="0">
                  <a:moveTo>
                    <a:pt x="684" y="0"/>
                  </a:moveTo>
                  <a:cubicBezTo>
                    <a:pt x="522" y="0"/>
                    <a:pt x="294" y="155"/>
                    <a:pt x="159" y="426"/>
                  </a:cubicBezTo>
                  <a:cubicBezTo>
                    <a:pt x="0" y="743"/>
                    <a:pt x="32" y="1059"/>
                    <a:pt x="222" y="1154"/>
                  </a:cubicBezTo>
                  <a:cubicBezTo>
                    <a:pt x="255" y="1171"/>
                    <a:pt x="291" y="1179"/>
                    <a:pt x="327" y="1179"/>
                  </a:cubicBezTo>
                  <a:cubicBezTo>
                    <a:pt x="498" y="1179"/>
                    <a:pt x="693" y="1004"/>
                    <a:pt x="824" y="743"/>
                  </a:cubicBezTo>
                  <a:cubicBezTo>
                    <a:pt x="982" y="458"/>
                    <a:pt x="950" y="109"/>
                    <a:pt x="760" y="14"/>
                  </a:cubicBezTo>
                  <a:cubicBezTo>
                    <a:pt x="737" y="5"/>
                    <a:pt x="712" y="0"/>
                    <a:pt x="684"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5"/>
            <p:cNvSpPr/>
            <p:nvPr/>
          </p:nvSpPr>
          <p:spPr>
            <a:xfrm>
              <a:off x="697470" y="1642704"/>
              <a:ext cx="546960" cy="521199"/>
            </a:xfrm>
            <a:custGeom>
              <a:avLst/>
              <a:gdLst/>
              <a:ahLst/>
              <a:cxnLst/>
              <a:rect l="l" t="t" r="r" b="b"/>
              <a:pathLst>
                <a:path w="17134" h="16327" extrusionOk="0">
                  <a:moveTo>
                    <a:pt x="6113" y="1"/>
                  </a:moveTo>
                  <a:cubicBezTo>
                    <a:pt x="6113" y="1"/>
                    <a:pt x="4941" y="444"/>
                    <a:pt x="3960" y="2598"/>
                  </a:cubicBezTo>
                  <a:cubicBezTo>
                    <a:pt x="2978" y="4751"/>
                    <a:pt x="1426" y="5511"/>
                    <a:pt x="476" y="8361"/>
                  </a:cubicBezTo>
                  <a:cubicBezTo>
                    <a:pt x="159" y="9312"/>
                    <a:pt x="1" y="10325"/>
                    <a:pt x="33" y="11307"/>
                  </a:cubicBezTo>
                  <a:cubicBezTo>
                    <a:pt x="33" y="11307"/>
                    <a:pt x="33" y="11338"/>
                    <a:pt x="33" y="11370"/>
                  </a:cubicBezTo>
                  <a:cubicBezTo>
                    <a:pt x="64" y="11877"/>
                    <a:pt x="128" y="12383"/>
                    <a:pt x="254" y="12858"/>
                  </a:cubicBezTo>
                  <a:cubicBezTo>
                    <a:pt x="603" y="14094"/>
                    <a:pt x="1299" y="15044"/>
                    <a:pt x="2376" y="15455"/>
                  </a:cubicBezTo>
                  <a:cubicBezTo>
                    <a:pt x="3500" y="15899"/>
                    <a:pt x="5567" y="16326"/>
                    <a:pt x="7712" y="16326"/>
                  </a:cubicBezTo>
                  <a:cubicBezTo>
                    <a:pt x="9858" y="16326"/>
                    <a:pt x="12083" y="15899"/>
                    <a:pt x="13524" y="14632"/>
                  </a:cubicBezTo>
                  <a:cubicBezTo>
                    <a:pt x="17134" y="11402"/>
                    <a:pt x="13397" y="2503"/>
                    <a:pt x="11244" y="1"/>
                  </a:cubicBezTo>
                  <a:cubicBezTo>
                    <a:pt x="11244" y="1"/>
                    <a:pt x="10121" y="594"/>
                    <a:pt x="8607" y="594"/>
                  </a:cubicBezTo>
                  <a:cubicBezTo>
                    <a:pt x="7993" y="594"/>
                    <a:pt x="7314" y="497"/>
                    <a:pt x="6620" y="223"/>
                  </a:cubicBezTo>
                  <a:cubicBezTo>
                    <a:pt x="6430" y="159"/>
                    <a:pt x="6271" y="64"/>
                    <a:pt x="6113" y="1"/>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5"/>
            <p:cNvSpPr/>
            <p:nvPr/>
          </p:nvSpPr>
          <p:spPr>
            <a:xfrm>
              <a:off x="697470" y="1642704"/>
              <a:ext cx="211327" cy="411513"/>
            </a:xfrm>
            <a:custGeom>
              <a:avLst/>
              <a:gdLst/>
              <a:ahLst/>
              <a:cxnLst/>
              <a:rect l="l" t="t" r="r" b="b"/>
              <a:pathLst>
                <a:path w="6620" h="12891" extrusionOk="0">
                  <a:moveTo>
                    <a:pt x="6113" y="1"/>
                  </a:moveTo>
                  <a:cubicBezTo>
                    <a:pt x="6113" y="1"/>
                    <a:pt x="4941" y="444"/>
                    <a:pt x="3960" y="2598"/>
                  </a:cubicBezTo>
                  <a:cubicBezTo>
                    <a:pt x="2978" y="4751"/>
                    <a:pt x="1426" y="5511"/>
                    <a:pt x="476" y="8361"/>
                  </a:cubicBezTo>
                  <a:cubicBezTo>
                    <a:pt x="159" y="9343"/>
                    <a:pt x="1" y="10357"/>
                    <a:pt x="33" y="11307"/>
                  </a:cubicBezTo>
                  <a:cubicBezTo>
                    <a:pt x="33" y="11307"/>
                    <a:pt x="33" y="11338"/>
                    <a:pt x="33" y="11370"/>
                  </a:cubicBezTo>
                  <a:cubicBezTo>
                    <a:pt x="64" y="11877"/>
                    <a:pt x="128" y="12415"/>
                    <a:pt x="254" y="12858"/>
                  </a:cubicBezTo>
                  <a:cubicBezTo>
                    <a:pt x="413" y="12890"/>
                    <a:pt x="508" y="12890"/>
                    <a:pt x="508" y="12890"/>
                  </a:cubicBezTo>
                  <a:cubicBezTo>
                    <a:pt x="508" y="12890"/>
                    <a:pt x="919" y="8868"/>
                    <a:pt x="2915" y="6430"/>
                  </a:cubicBezTo>
                  <a:cubicBezTo>
                    <a:pt x="4118" y="4910"/>
                    <a:pt x="5765" y="1838"/>
                    <a:pt x="6620" y="223"/>
                  </a:cubicBezTo>
                  <a:cubicBezTo>
                    <a:pt x="6430" y="159"/>
                    <a:pt x="6271" y="64"/>
                    <a:pt x="6113" y="1"/>
                  </a:cubicBezTo>
                  <a:close/>
                </a:path>
              </a:pathLst>
            </a:custGeom>
            <a:solidFill>
              <a:srgbClr val="FFFFFF">
                <a:alpha val="26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5"/>
            <p:cNvSpPr/>
            <p:nvPr/>
          </p:nvSpPr>
          <p:spPr>
            <a:xfrm>
              <a:off x="579198" y="1270966"/>
              <a:ext cx="221446" cy="196068"/>
            </a:xfrm>
            <a:custGeom>
              <a:avLst/>
              <a:gdLst/>
              <a:ahLst/>
              <a:cxnLst/>
              <a:rect l="l" t="t" r="r" b="b"/>
              <a:pathLst>
                <a:path w="6937" h="6142" extrusionOk="0">
                  <a:moveTo>
                    <a:pt x="1752" y="1"/>
                  </a:moveTo>
                  <a:cubicBezTo>
                    <a:pt x="1494" y="1"/>
                    <a:pt x="1245" y="114"/>
                    <a:pt x="1109" y="340"/>
                  </a:cubicBezTo>
                  <a:lnTo>
                    <a:pt x="222" y="1734"/>
                  </a:lnTo>
                  <a:cubicBezTo>
                    <a:pt x="1" y="2050"/>
                    <a:pt x="64" y="2462"/>
                    <a:pt x="349" y="2715"/>
                  </a:cubicBezTo>
                  <a:lnTo>
                    <a:pt x="2344" y="4520"/>
                  </a:lnTo>
                  <a:cubicBezTo>
                    <a:pt x="2344" y="4520"/>
                    <a:pt x="2344" y="4552"/>
                    <a:pt x="2344" y="4552"/>
                  </a:cubicBezTo>
                  <a:lnTo>
                    <a:pt x="4023" y="6041"/>
                  </a:lnTo>
                  <a:cubicBezTo>
                    <a:pt x="4091" y="6109"/>
                    <a:pt x="4183" y="6142"/>
                    <a:pt x="4276" y="6142"/>
                  </a:cubicBezTo>
                  <a:cubicBezTo>
                    <a:pt x="4398" y="6142"/>
                    <a:pt x="4521" y="6085"/>
                    <a:pt x="4593" y="5977"/>
                  </a:cubicBezTo>
                  <a:lnTo>
                    <a:pt x="6810" y="2652"/>
                  </a:lnTo>
                  <a:cubicBezTo>
                    <a:pt x="6936" y="2430"/>
                    <a:pt x="6841" y="2177"/>
                    <a:pt x="6620" y="2082"/>
                  </a:cubicBezTo>
                  <a:lnTo>
                    <a:pt x="2059" y="55"/>
                  </a:lnTo>
                  <a:cubicBezTo>
                    <a:pt x="1960" y="19"/>
                    <a:pt x="1855" y="1"/>
                    <a:pt x="1752" y="1"/>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5"/>
            <p:cNvSpPr/>
            <p:nvPr/>
          </p:nvSpPr>
          <p:spPr>
            <a:xfrm>
              <a:off x="578208" y="1336407"/>
              <a:ext cx="266904" cy="169700"/>
            </a:xfrm>
            <a:custGeom>
              <a:avLst/>
              <a:gdLst/>
              <a:ahLst/>
              <a:cxnLst/>
              <a:rect l="l" t="t" r="r" b="b"/>
              <a:pathLst>
                <a:path w="8361" h="5316" extrusionOk="0">
                  <a:moveTo>
                    <a:pt x="8361" y="4941"/>
                  </a:moveTo>
                  <a:lnTo>
                    <a:pt x="8361" y="4941"/>
                  </a:lnTo>
                  <a:cubicBezTo>
                    <a:pt x="8361" y="4941"/>
                    <a:pt x="8348" y="4953"/>
                    <a:pt x="8323" y="4972"/>
                  </a:cubicBezTo>
                  <a:lnTo>
                    <a:pt x="8323" y="4972"/>
                  </a:lnTo>
                  <a:cubicBezTo>
                    <a:pt x="8350" y="4958"/>
                    <a:pt x="8361" y="4941"/>
                    <a:pt x="8361" y="4941"/>
                  </a:cubicBezTo>
                  <a:close/>
                  <a:moveTo>
                    <a:pt x="127" y="0"/>
                  </a:moveTo>
                  <a:cubicBezTo>
                    <a:pt x="0" y="317"/>
                    <a:pt x="348" y="634"/>
                    <a:pt x="348" y="634"/>
                  </a:cubicBezTo>
                  <a:cubicBezTo>
                    <a:pt x="348" y="634"/>
                    <a:pt x="3230" y="3262"/>
                    <a:pt x="3864" y="3832"/>
                  </a:cubicBezTo>
                  <a:cubicBezTo>
                    <a:pt x="4091" y="4036"/>
                    <a:pt x="4255" y="4099"/>
                    <a:pt x="4371" y="4099"/>
                  </a:cubicBezTo>
                  <a:cubicBezTo>
                    <a:pt x="4562" y="4099"/>
                    <a:pt x="4624" y="3927"/>
                    <a:pt x="4624" y="3927"/>
                  </a:cubicBezTo>
                  <a:lnTo>
                    <a:pt x="6239" y="5131"/>
                  </a:lnTo>
                  <a:cubicBezTo>
                    <a:pt x="6610" y="5266"/>
                    <a:pt x="6935" y="5315"/>
                    <a:pt x="7211" y="5315"/>
                  </a:cubicBezTo>
                  <a:cubicBezTo>
                    <a:pt x="7833" y="5315"/>
                    <a:pt x="8208" y="5063"/>
                    <a:pt x="8323" y="4972"/>
                  </a:cubicBezTo>
                  <a:lnTo>
                    <a:pt x="8323" y="4972"/>
                  </a:lnTo>
                  <a:cubicBezTo>
                    <a:pt x="8303" y="4983"/>
                    <a:pt x="8274" y="4993"/>
                    <a:pt x="8233" y="4993"/>
                  </a:cubicBezTo>
                  <a:cubicBezTo>
                    <a:pt x="8060" y="4993"/>
                    <a:pt x="7679" y="4822"/>
                    <a:pt x="6904" y="3864"/>
                  </a:cubicBezTo>
                  <a:cubicBezTo>
                    <a:pt x="5669" y="2375"/>
                    <a:pt x="4719" y="824"/>
                    <a:pt x="2439" y="602"/>
                  </a:cubicBezTo>
                  <a:cubicBezTo>
                    <a:pt x="159" y="380"/>
                    <a:pt x="127" y="0"/>
                    <a:pt x="127" y="0"/>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5"/>
            <p:cNvSpPr/>
            <p:nvPr/>
          </p:nvSpPr>
          <p:spPr>
            <a:xfrm>
              <a:off x="634807" y="1384930"/>
              <a:ext cx="92033" cy="101130"/>
            </a:xfrm>
            <a:custGeom>
              <a:avLst/>
              <a:gdLst/>
              <a:ahLst/>
              <a:cxnLst/>
              <a:rect l="l" t="t" r="r" b="b"/>
              <a:pathLst>
                <a:path w="2883" h="3168" extrusionOk="0">
                  <a:moveTo>
                    <a:pt x="1679" y="0"/>
                  </a:moveTo>
                  <a:cubicBezTo>
                    <a:pt x="1489" y="0"/>
                    <a:pt x="1299" y="95"/>
                    <a:pt x="1172" y="222"/>
                  </a:cubicBezTo>
                  <a:cubicBezTo>
                    <a:pt x="317" y="887"/>
                    <a:pt x="0" y="3104"/>
                    <a:pt x="0" y="3104"/>
                  </a:cubicBezTo>
                  <a:lnTo>
                    <a:pt x="666" y="3136"/>
                  </a:lnTo>
                  <a:lnTo>
                    <a:pt x="1394" y="3136"/>
                  </a:lnTo>
                  <a:lnTo>
                    <a:pt x="2597" y="3167"/>
                  </a:lnTo>
                  <a:cubicBezTo>
                    <a:pt x="2597" y="3167"/>
                    <a:pt x="2882" y="0"/>
                    <a:pt x="1679" y="0"/>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5"/>
            <p:cNvSpPr/>
            <p:nvPr/>
          </p:nvSpPr>
          <p:spPr>
            <a:xfrm>
              <a:off x="1014940" y="1451584"/>
              <a:ext cx="103333" cy="68985"/>
            </a:xfrm>
            <a:custGeom>
              <a:avLst/>
              <a:gdLst/>
              <a:ahLst/>
              <a:cxnLst/>
              <a:rect l="l" t="t" r="r" b="b"/>
              <a:pathLst>
                <a:path w="3237" h="2161" extrusionOk="0">
                  <a:moveTo>
                    <a:pt x="1919" y="0"/>
                  </a:moveTo>
                  <a:cubicBezTo>
                    <a:pt x="1462" y="0"/>
                    <a:pt x="1023" y="446"/>
                    <a:pt x="538" y="953"/>
                  </a:cubicBezTo>
                  <a:cubicBezTo>
                    <a:pt x="127" y="1396"/>
                    <a:pt x="0" y="2061"/>
                    <a:pt x="1172" y="2156"/>
                  </a:cubicBezTo>
                  <a:cubicBezTo>
                    <a:pt x="1214" y="2159"/>
                    <a:pt x="1256" y="2161"/>
                    <a:pt x="1297" y="2161"/>
                  </a:cubicBezTo>
                  <a:cubicBezTo>
                    <a:pt x="2435" y="2161"/>
                    <a:pt x="3237" y="929"/>
                    <a:pt x="2534" y="287"/>
                  </a:cubicBezTo>
                  <a:cubicBezTo>
                    <a:pt x="2322" y="85"/>
                    <a:pt x="2119" y="0"/>
                    <a:pt x="1919" y="0"/>
                  </a:cubicBezTo>
                  <a:close/>
                </a:path>
              </a:pathLst>
            </a:custGeom>
            <a:solidFill>
              <a:srgbClr val="E5A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5"/>
            <p:cNvSpPr/>
            <p:nvPr/>
          </p:nvSpPr>
          <p:spPr>
            <a:xfrm>
              <a:off x="605502" y="1480952"/>
              <a:ext cx="433731" cy="384219"/>
            </a:xfrm>
            <a:custGeom>
              <a:avLst/>
              <a:gdLst/>
              <a:ahLst/>
              <a:cxnLst/>
              <a:rect l="l" t="t" r="r" b="b"/>
              <a:pathLst>
                <a:path w="13587" h="12036" extrusionOk="0">
                  <a:moveTo>
                    <a:pt x="1584" y="1"/>
                  </a:moveTo>
                  <a:cubicBezTo>
                    <a:pt x="1330" y="1"/>
                    <a:pt x="1109" y="33"/>
                    <a:pt x="918" y="96"/>
                  </a:cubicBezTo>
                  <a:cubicBezTo>
                    <a:pt x="665" y="191"/>
                    <a:pt x="475" y="318"/>
                    <a:pt x="412" y="571"/>
                  </a:cubicBezTo>
                  <a:cubicBezTo>
                    <a:pt x="253" y="1173"/>
                    <a:pt x="0" y="5543"/>
                    <a:pt x="2755" y="8646"/>
                  </a:cubicBezTo>
                  <a:cubicBezTo>
                    <a:pt x="2819" y="8710"/>
                    <a:pt x="2882" y="8773"/>
                    <a:pt x="2914" y="8836"/>
                  </a:cubicBezTo>
                  <a:lnTo>
                    <a:pt x="2945" y="8836"/>
                  </a:lnTo>
                  <a:cubicBezTo>
                    <a:pt x="3167" y="9090"/>
                    <a:pt x="3420" y="9312"/>
                    <a:pt x="3674" y="9533"/>
                  </a:cubicBezTo>
                  <a:cubicBezTo>
                    <a:pt x="3705" y="9565"/>
                    <a:pt x="3705" y="9565"/>
                    <a:pt x="3737" y="9597"/>
                  </a:cubicBezTo>
                  <a:cubicBezTo>
                    <a:pt x="3800" y="9660"/>
                    <a:pt x="3895" y="9723"/>
                    <a:pt x="3959" y="9787"/>
                  </a:cubicBezTo>
                  <a:cubicBezTo>
                    <a:pt x="4275" y="10040"/>
                    <a:pt x="4592" y="10262"/>
                    <a:pt x="4909" y="10452"/>
                  </a:cubicBezTo>
                  <a:lnTo>
                    <a:pt x="4940" y="10452"/>
                  </a:lnTo>
                  <a:cubicBezTo>
                    <a:pt x="4940" y="10452"/>
                    <a:pt x="4940" y="10483"/>
                    <a:pt x="4940" y="10483"/>
                  </a:cubicBezTo>
                  <a:cubicBezTo>
                    <a:pt x="6569" y="11492"/>
                    <a:pt x="8355" y="12035"/>
                    <a:pt x="9862" y="12035"/>
                  </a:cubicBezTo>
                  <a:cubicBezTo>
                    <a:pt x="11668" y="12035"/>
                    <a:pt x="13074" y="11256"/>
                    <a:pt x="13333" y="9565"/>
                  </a:cubicBezTo>
                  <a:cubicBezTo>
                    <a:pt x="13586" y="8045"/>
                    <a:pt x="12668" y="7253"/>
                    <a:pt x="11274" y="6936"/>
                  </a:cubicBezTo>
                  <a:cubicBezTo>
                    <a:pt x="9849" y="6620"/>
                    <a:pt x="6176" y="6810"/>
                    <a:pt x="4719" y="3263"/>
                  </a:cubicBezTo>
                  <a:cubicBezTo>
                    <a:pt x="3579" y="444"/>
                    <a:pt x="3990" y="223"/>
                    <a:pt x="3515" y="159"/>
                  </a:cubicBezTo>
                  <a:cubicBezTo>
                    <a:pt x="3389" y="128"/>
                    <a:pt x="3199" y="128"/>
                    <a:pt x="2914" y="96"/>
                  </a:cubicBezTo>
                  <a:cubicBezTo>
                    <a:pt x="2692" y="64"/>
                    <a:pt x="2502" y="33"/>
                    <a:pt x="2312" y="33"/>
                  </a:cubicBezTo>
                  <a:cubicBezTo>
                    <a:pt x="2027" y="1"/>
                    <a:pt x="1805" y="1"/>
                    <a:pt x="1584"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5"/>
            <p:cNvSpPr/>
            <p:nvPr/>
          </p:nvSpPr>
          <p:spPr>
            <a:xfrm>
              <a:off x="768243" y="1376662"/>
              <a:ext cx="156739" cy="165997"/>
            </a:xfrm>
            <a:custGeom>
              <a:avLst/>
              <a:gdLst/>
              <a:ahLst/>
              <a:cxnLst/>
              <a:rect l="l" t="t" r="r" b="b"/>
              <a:pathLst>
                <a:path w="4910" h="5200" extrusionOk="0">
                  <a:moveTo>
                    <a:pt x="2204" y="0"/>
                  </a:moveTo>
                  <a:cubicBezTo>
                    <a:pt x="2176" y="0"/>
                    <a:pt x="2099" y="53"/>
                    <a:pt x="1933" y="481"/>
                  </a:cubicBezTo>
                  <a:cubicBezTo>
                    <a:pt x="1933" y="481"/>
                    <a:pt x="3579" y="1178"/>
                    <a:pt x="2978" y="2888"/>
                  </a:cubicBezTo>
                  <a:cubicBezTo>
                    <a:pt x="2670" y="3811"/>
                    <a:pt x="1919" y="4024"/>
                    <a:pt x="1293" y="4024"/>
                  </a:cubicBezTo>
                  <a:cubicBezTo>
                    <a:pt x="760" y="4024"/>
                    <a:pt x="318" y="3870"/>
                    <a:pt x="318" y="3870"/>
                  </a:cubicBezTo>
                  <a:cubicBezTo>
                    <a:pt x="318" y="3870"/>
                    <a:pt x="1" y="4566"/>
                    <a:pt x="254" y="5200"/>
                  </a:cubicBezTo>
                  <a:cubicBezTo>
                    <a:pt x="342" y="4850"/>
                    <a:pt x="536" y="4527"/>
                    <a:pt x="863" y="4527"/>
                  </a:cubicBezTo>
                  <a:cubicBezTo>
                    <a:pt x="891" y="4527"/>
                    <a:pt x="921" y="4530"/>
                    <a:pt x="951" y="4535"/>
                  </a:cubicBezTo>
                  <a:cubicBezTo>
                    <a:pt x="1147" y="4567"/>
                    <a:pt x="1341" y="4602"/>
                    <a:pt x="1541" y="4602"/>
                  </a:cubicBezTo>
                  <a:cubicBezTo>
                    <a:pt x="2120" y="4602"/>
                    <a:pt x="2758" y="4314"/>
                    <a:pt x="3674" y="2856"/>
                  </a:cubicBezTo>
                  <a:cubicBezTo>
                    <a:pt x="4910" y="861"/>
                    <a:pt x="2218" y="6"/>
                    <a:pt x="2218" y="6"/>
                  </a:cubicBezTo>
                  <a:cubicBezTo>
                    <a:pt x="2218" y="6"/>
                    <a:pt x="2214" y="0"/>
                    <a:pt x="2204" y="0"/>
                  </a:cubicBezTo>
                  <a:close/>
                </a:path>
              </a:pathLst>
            </a:custGeom>
            <a:solidFill>
              <a:srgbClr val="FFFFFF">
                <a:alpha val="26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5"/>
            <p:cNvSpPr/>
            <p:nvPr/>
          </p:nvSpPr>
          <p:spPr>
            <a:xfrm>
              <a:off x="698492" y="1642704"/>
              <a:ext cx="545939" cy="521199"/>
            </a:xfrm>
            <a:custGeom>
              <a:avLst/>
              <a:gdLst/>
              <a:ahLst/>
              <a:cxnLst/>
              <a:rect l="l" t="t" r="r" b="b"/>
              <a:pathLst>
                <a:path w="17102" h="16327" extrusionOk="0">
                  <a:moveTo>
                    <a:pt x="11212" y="1"/>
                  </a:moveTo>
                  <a:cubicBezTo>
                    <a:pt x="11212" y="1"/>
                    <a:pt x="10085" y="592"/>
                    <a:pt x="8565" y="592"/>
                  </a:cubicBezTo>
                  <a:cubicBezTo>
                    <a:pt x="7805" y="592"/>
                    <a:pt x="6947" y="444"/>
                    <a:pt x="6081" y="1"/>
                  </a:cubicBezTo>
                  <a:lnTo>
                    <a:pt x="6081" y="1"/>
                  </a:lnTo>
                  <a:cubicBezTo>
                    <a:pt x="6081" y="1"/>
                    <a:pt x="6905" y="1109"/>
                    <a:pt x="9565" y="1268"/>
                  </a:cubicBezTo>
                  <a:cubicBezTo>
                    <a:pt x="12225" y="1426"/>
                    <a:pt x="13017" y="10483"/>
                    <a:pt x="11085" y="12130"/>
                  </a:cubicBezTo>
                  <a:cubicBezTo>
                    <a:pt x="9994" y="13078"/>
                    <a:pt x="6691" y="14339"/>
                    <a:pt x="3972" y="14339"/>
                  </a:cubicBezTo>
                  <a:cubicBezTo>
                    <a:pt x="1875" y="14339"/>
                    <a:pt x="125" y="13590"/>
                    <a:pt x="1" y="11370"/>
                  </a:cubicBezTo>
                  <a:lnTo>
                    <a:pt x="1" y="11370"/>
                  </a:lnTo>
                  <a:cubicBezTo>
                    <a:pt x="64" y="13238"/>
                    <a:pt x="856" y="14885"/>
                    <a:pt x="2344" y="15455"/>
                  </a:cubicBezTo>
                  <a:cubicBezTo>
                    <a:pt x="3468" y="15899"/>
                    <a:pt x="5535" y="16326"/>
                    <a:pt x="7680" y="16326"/>
                  </a:cubicBezTo>
                  <a:cubicBezTo>
                    <a:pt x="9826" y="16326"/>
                    <a:pt x="12051" y="15899"/>
                    <a:pt x="13492" y="14632"/>
                  </a:cubicBezTo>
                  <a:cubicBezTo>
                    <a:pt x="17102" y="11402"/>
                    <a:pt x="13365" y="2503"/>
                    <a:pt x="11212"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5"/>
            <p:cNvSpPr/>
            <p:nvPr/>
          </p:nvSpPr>
          <p:spPr>
            <a:xfrm>
              <a:off x="693448" y="1757976"/>
              <a:ext cx="5076" cy="5076"/>
            </a:xfrm>
            <a:custGeom>
              <a:avLst/>
              <a:gdLst/>
              <a:ahLst/>
              <a:cxnLst/>
              <a:rect l="l" t="t" r="r" b="b"/>
              <a:pathLst>
                <a:path w="159" h="159" extrusionOk="0">
                  <a:moveTo>
                    <a:pt x="0" y="0"/>
                  </a:moveTo>
                  <a:lnTo>
                    <a:pt x="0" y="0"/>
                  </a:lnTo>
                  <a:cubicBezTo>
                    <a:pt x="64" y="63"/>
                    <a:pt x="95" y="127"/>
                    <a:pt x="159" y="158"/>
                  </a:cubicBezTo>
                  <a:cubicBezTo>
                    <a:pt x="95" y="95"/>
                    <a:pt x="64" y="32"/>
                    <a:pt x="0" y="0"/>
                  </a:cubicBezTo>
                  <a:close/>
                </a:path>
              </a:pathLst>
            </a:custGeom>
            <a:solidFill>
              <a:srgbClr val="6B2C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5"/>
            <p:cNvSpPr/>
            <p:nvPr/>
          </p:nvSpPr>
          <p:spPr>
            <a:xfrm>
              <a:off x="678285" y="1384930"/>
              <a:ext cx="360948" cy="480370"/>
            </a:xfrm>
            <a:custGeom>
              <a:avLst/>
              <a:gdLst/>
              <a:ahLst/>
              <a:cxnLst/>
              <a:rect l="l" t="t" r="r" b="b"/>
              <a:pathLst>
                <a:path w="11307" h="15048" extrusionOk="0">
                  <a:moveTo>
                    <a:pt x="285" y="0"/>
                  </a:moveTo>
                  <a:cubicBezTo>
                    <a:pt x="285" y="0"/>
                    <a:pt x="0" y="1330"/>
                    <a:pt x="32" y="3041"/>
                  </a:cubicBezTo>
                  <a:cubicBezTo>
                    <a:pt x="32" y="3072"/>
                    <a:pt x="32" y="3104"/>
                    <a:pt x="32" y="3136"/>
                  </a:cubicBezTo>
                  <a:cubicBezTo>
                    <a:pt x="64" y="5289"/>
                    <a:pt x="634" y="8013"/>
                    <a:pt x="2977" y="9343"/>
                  </a:cubicBezTo>
                  <a:cubicBezTo>
                    <a:pt x="7189" y="11781"/>
                    <a:pt x="8836" y="11433"/>
                    <a:pt x="8393" y="13460"/>
                  </a:cubicBezTo>
                  <a:cubicBezTo>
                    <a:pt x="8235" y="14101"/>
                    <a:pt x="7538" y="14363"/>
                    <a:pt x="6614" y="14363"/>
                  </a:cubicBezTo>
                  <a:cubicBezTo>
                    <a:pt x="5118" y="14363"/>
                    <a:pt x="3029" y="13675"/>
                    <a:pt x="1679" y="12795"/>
                  </a:cubicBezTo>
                  <a:lnTo>
                    <a:pt x="1679" y="12795"/>
                  </a:lnTo>
                  <a:cubicBezTo>
                    <a:pt x="3545" y="14246"/>
                    <a:pt x="5774" y="15047"/>
                    <a:pt x="7594" y="15047"/>
                  </a:cubicBezTo>
                  <a:cubicBezTo>
                    <a:pt x="9388" y="15047"/>
                    <a:pt x="10786" y="14270"/>
                    <a:pt x="11053" y="12573"/>
                  </a:cubicBezTo>
                  <a:cubicBezTo>
                    <a:pt x="11306" y="11053"/>
                    <a:pt x="10388" y="10261"/>
                    <a:pt x="8994" y="9944"/>
                  </a:cubicBezTo>
                  <a:cubicBezTo>
                    <a:pt x="7569" y="9628"/>
                    <a:pt x="3896" y="9818"/>
                    <a:pt x="2439" y="6271"/>
                  </a:cubicBezTo>
                  <a:cubicBezTo>
                    <a:pt x="1267" y="3452"/>
                    <a:pt x="1710" y="3231"/>
                    <a:pt x="1235" y="3167"/>
                  </a:cubicBezTo>
                  <a:cubicBezTo>
                    <a:pt x="1235" y="3167"/>
                    <a:pt x="1520" y="0"/>
                    <a:pt x="285" y="0"/>
                  </a:cubicBezTo>
                  <a:close/>
                </a:path>
              </a:pathLst>
            </a:custGeom>
            <a:solidFill>
              <a:srgbClr val="D197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5"/>
            <p:cNvSpPr/>
            <p:nvPr/>
          </p:nvSpPr>
          <p:spPr>
            <a:xfrm>
              <a:off x="1109941" y="1453659"/>
              <a:ext cx="15195" cy="23303"/>
            </a:xfrm>
            <a:custGeom>
              <a:avLst/>
              <a:gdLst/>
              <a:ahLst/>
              <a:cxnLst/>
              <a:rect l="l" t="t" r="r" b="b"/>
              <a:pathLst>
                <a:path w="476" h="730" extrusionOk="0">
                  <a:moveTo>
                    <a:pt x="191" y="1"/>
                  </a:moveTo>
                  <a:cubicBezTo>
                    <a:pt x="191" y="1"/>
                    <a:pt x="1" y="318"/>
                    <a:pt x="33" y="729"/>
                  </a:cubicBezTo>
                  <a:cubicBezTo>
                    <a:pt x="349" y="318"/>
                    <a:pt x="476" y="1"/>
                    <a:pt x="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5"/>
            <p:cNvSpPr/>
            <p:nvPr/>
          </p:nvSpPr>
          <p:spPr>
            <a:xfrm>
              <a:off x="1189971" y="1389973"/>
              <a:ext cx="3926" cy="2650"/>
            </a:xfrm>
            <a:custGeom>
              <a:avLst/>
              <a:gdLst/>
              <a:ahLst/>
              <a:cxnLst/>
              <a:rect l="l" t="t" r="r" b="b"/>
              <a:pathLst>
                <a:path w="123" h="83" extrusionOk="0">
                  <a:moveTo>
                    <a:pt x="122" y="1"/>
                  </a:moveTo>
                  <a:cubicBezTo>
                    <a:pt x="42" y="61"/>
                    <a:pt x="0" y="83"/>
                    <a:pt x="20" y="83"/>
                  </a:cubicBezTo>
                  <a:cubicBezTo>
                    <a:pt x="32" y="83"/>
                    <a:pt x="65" y="76"/>
                    <a:pt x="122" y="64"/>
                  </a:cubicBezTo>
                  <a:cubicBezTo>
                    <a:pt x="122" y="64"/>
                    <a:pt x="122" y="32"/>
                    <a:pt x="122" y="1"/>
                  </a:cubicBezTo>
                  <a:close/>
                </a:path>
              </a:pathLst>
            </a:custGeom>
            <a:solidFill>
              <a:srgbClr val="3111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p:cNvSpPr/>
            <p:nvPr/>
          </p:nvSpPr>
          <p:spPr>
            <a:xfrm>
              <a:off x="1158495" y="1390995"/>
              <a:ext cx="188055" cy="159868"/>
            </a:xfrm>
            <a:custGeom>
              <a:avLst/>
              <a:gdLst/>
              <a:ahLst/>
              <a:cxnLst/>
              <a:rect l="l" t="t" r="r" b="b"/>
              <a:pathLst>
                <a:path w="5891" h="5008" extrusionOk="0">
                  <a:moveTo>
                    <a:pt x="1520" y="0"/>
                  </a:moveTo>
                  <a:cubicBezTo>
                    <a:pt x="2059" y="222"/>
                    <a:pt x="1964" y="1394"/>
                    <a:pt x="1964" y="1394"/>
                  </a:cubicBezTo>
                  <a:cubicBezTo>
                    <a:pt x="3167" y="2090"/>
                    <a:pt x="1425" y="2154"/>
                    <a:pt x="1425" y="2154"/>
                  </a:cubicBezTo>
                  <a:cubicBezTo>
                    <a:pt x="1638" y="2677"/>
                    <a:pt x="1403" y="2803"/>
                    <a:pt x="1126" y="2803"/>
                  </a:cubicBezTo>
                  <a:cubicBezTo>
                    <a:pt x="867" y="2803"/>
                    <a:pt x="570" y="2692"/>
                    <a:pt x="570" y="2692"/>
                  </a:cubicBezTo>
                  <a:lnTo>
                    <a:pt x="570" y="2692"/>
                  </a:lnTo>
                  <a:cubicBezTo>
                    <a:pt x="676" y="3283"/>
                    <a:pt x="443" y="3382"/>
                    <a:pt x="277" y="3382"/>
                  </a:cubicBezTo>
                  <a:cubicBezTo>
                    <a:pt x="194" y="3382"/>
                    <a:pt x="127" y="3357"/>
                    <a:pt x="127" y="3357"/>
                  </a:cubicBezTo>
                  <a:cubicBezTo>
                    <a:pt x="95" y="3484"/>
                    <a:pt x="63" y="3579"/>
                    <a:pt x="32" y="3706"/>
                  </a:cubicBezTo>
                  <a:cubicBezTo>
                    <a:pt x="0" y="3959"/>
                    <a:pt x="95" y="4307"/>
                    <a:pt x="538" y="4561"/>
                  </a:cubicBezTo>
                  <a:cubicBezTo>
                    <a:pt x="712" y="4661"/>
                    <a:pt x="874" y="4701"/>
                    <a:pt x="1020" y="4701"/>
                  </a:cubicBezTo>
                  <a:cubicBezTo>
                    <a:pt x="1565" y="4701"/>
                    <a:pt x="1900" y="4149"/>
                    <a:pt x="1900" y="4149"/>
                  </a:cubicBezTo>
                  <a:cubicBezTo>
                    <a:pt x="1900" y="4149"/>
                    <a:pt x="1989" y="5007"/>
                    <a:pt x="2939" y="5007"/>
                  </a:cubicBezTo>
                  <a:cubicBezTo>
                    <a:pt x="2972" y="5007"/>
                    <a:pt x="3005" y="5006"/>
                    <a:pt x="3040" y="5004"/>
                  </a:cubicBezTo>
                  <a:cubicBezTo>
                    <a:pt x="4085" y="4941"/>
                    <a:pt x="4307" y="3991"/>
                    <a:pt x="4307" y="3991"/>
                  </a:cubicBezTo>
                  <a:cubicBezTo>
                    <a:pt x="4307" y="3991"/>
                    <a:pt x="4418" y="4067"/>
                    <a:pt x="4591" y="4067"/>
                  </a:cubicBezTo>
                  <a:cubicBezTo>
                    <a:pt x="4788" y="4067"/>
                    <a:pt x="5066" y="3968"/>
                    <a:pt x="5352" y="3547"/>
                  </a:cubicBezTo>
                  <a:cubicBezTo>
                    <a:pt x="5891" y="2756"/>
                    <a:pt x="4940" y="2154"/>
                    <a:pt x="4940" y="2154"/>
                  </a:cubicBezTo>
                  <a:cubicBezTo>
                    <a:pt x="4940" y="2154"/>
                    <a:pt x="5669" y="1140"/>
                    <a:pt x="4940" y="444"/>
                  </a:cubicBezTo>
                  <a:cubicBezTo>
                    <a:pt x="4615" y="133"/>
                    <a:pt x="4387" y="51"/>
                    <a:pt x="4235" y="51"/>
                  </a:cubicBezTo>
                  <a:cubicBezTo>
                    <a:pt x="4062" y="51"/>
                    <a:pt x="3990" y="159"/>
                    <a:pt x="3990" y="159"/>
                  </a:cubicBezTo>
                  <a:lnTo>
                    <a:pt x="3959" y="855"/>
                  </a:lnTo>
                  <a:cubicBezTo>
                    <a:pt x="3959" y="855"/>
                    <a:pt x="3684" y="656"/>
                    <a:pt x="3292" y="656"/>
                  </a:cubicBezTo>
                  <a:cubicBezTo>
                    <a:pt x="3059" y="656"/>
                    <a:pt x="2785" y="726"/>
                    <a:pt x="2502" y="950"/>
                  </a:cubicBezTo>
                  <a:cubicBezTo>
                    <a:pt x="2502" y="950"/>
                    <a:pt x="2344" y="95"/>
                    <a:pt x="1520" y="0"/>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 name="Google Shape;257;p15"/>
          <p:cNvGrpSpPr/>
          <p:nvPr/>
        </p:nvGrpSpPr>
        <p:grpSpPr>
          <a:xfrm>
            <a:off x="458914" y="2462601"/>
            <a:ext cx="985703" cy="985703"/>
            <a:chOff x="458914" y="2462601"/>
            <a:chExt cx="985703" cy="985703"/>
          </a:xfrm>
        </p:grpSpPr>
        <p:sp>
          <p:nvSpPr>
            <p:cNvPr id="258" name="Google Shape;258;p15"/>
            <p:cNvSpPr/>
            <p:nvPr/>
          </p:nvSpPr>
          <p:spPr>
            <a:xfrm>
              <a:off x="458914" y="2462601"/>
              <a:ext cx="985703" cy="985703"/>
            </a:xfrm>
            <a:custGeom>
              <a:avLst/>
              <a:gdLst/>
              <a:ahLst/>
              <a:cxnLst/>
              <a:rect l="l" t="t" r="r" b="b"/>
              <a:pathLst>
                <a:path w="30878" h="30878" extrusionOk="0">
                  <a:moveTo>
                    <a:pt x="15455" y="0"/>
                  </a:moveTo>
                  <a:cubicBezTo>
                    <a:pt x="6904" y="0"/>
                    <a:pt x="0" y="6904"/>
                    <a:pt x="0" y="15455"/>
                  </a:cubicBezTo>
                  <a:cubicBezTo>
                    <a:pt x="0" y="23974"/>
                    <a:pt x="6904" y="30878"/>
                    <a:pt x="15455" y="30878"/>
                  </a:cubicBezTo>
                  <a:cubicBezTo>
                    <a:pt x="23974" y="30878"/>
                    <a:pt x="30877" y="23974"/>
                    <a:pt x="30877" y="15455"/>
                  </a:cubicBezTo>
                  <a:cubicBezTo>
                    <a:pt x="30877" y="6904"/>
                    <a:pt x="23974" y="0"/>
                    <a:pt x="15455" y="0"/>
                  </a:cubicBezTo>
                  <a:close/>
                </a:path>
              </a:pathLst>
            </a:custGeom>
            <a:solidFill>
              <a:srgbClr val="F2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p:cNvSpPr/>
            <p:nvPr/>
          </p:nvSpPr>
          <p:spPr>
            <a:xfrm>
              <a:off x="905733" y="2963018"/>
              <a:ext cx="310414" cy="407682"/>
            </a:xfrm>
            <a:custGeom>
              <a:avLst/>
              <a:gdLst/>
              <a:ahLst/>
              <a:cxnLst/>
              <a:rect l="l" t="t" r="r" b="b"/>
              <a:pathLst>
                <a:path w="9724" h="12771" extrusionOk="0">
                  <a:moveTo>
                    <a:pt x="3516" y="0"/>
                  </a:moveTo>
                  <a:cubicBezTo>
                    <a:pt x="3516" y="0"/>
                    <a:pt x="3516" y="285"/>
                    <a:pt x="3453" y="761"/>
                  </a:cubicBezTo>
                  <a:cubicBezTo>
                    <a:pt x="3326" y="1552"/>
                    <a:pt x="3009" y="2882"/>
                    <a:pt x="2313" y="4212"/>
                  </a:cubicBezTo>
                  <a:cubicBezTo>
                    <a:pt x="1458" y="5796"/>
                    <a:pt x="254" y="5733"/>
                    <a:pt x="64" y="6936"/>
                  </a:cubicBezTo>
                  <a:cubicBezTo>
                    <a:pt x="32" y="6968"/>
                    <a:pt x="32" y="6968"/>
                    <a:pt x="32" y="6999"/>
                  </a:cubicBezTo>
                  <a:cubicBezTo>
                    <a:pt x="1" y="7411"/>
                    <a:pt x="32" y="7949"/>
                    <a:pt x="254" y="8773"/>
                  </a:cubicBezTo>
                  <a:cubicBezTo>
                    <a:pt x="1141" y="11845"/>
                    <a:pt x="698" y="12415"/>
                    <a:pt x="666" y="12446"/>
                  </a:cubicBezTo>
                  <a:cubicBezTo>
                    <a:pt x="1046" y="12605"/>
                    <a:pt x="1458" y="12668"/>
                    <a:pt x="1869" y="12731"/>
                  </a:cubicBezTo>
                  <a:cubicBezTo>
                    <a:pt x="2103" y="12758"/>
                    <a:pt x="2334" y="12771"/>
                    <a:pt x="2557" y="12771"/>
                  </a:cubicBezTo>
                  <a:cubicBezTo>
                    <a:pt x="4211" y="12771"/>
                    <a:pt x="5477" y="12063"/>
                    <a:pt x="4751" y="10863"/>
                  </a:cubicBezTo>
                  <a:cubicBezTo>
                    <a:pt x="3801" y="9184"/>
                    <a:pt x="4815" y="7918"/>
                    <a:pt x="7285" y="6081"/>
                  </a:cubicBezTo>
                  <a:cubicBezTo>
                    <a:pt x="9723" y="4276"/>
                    <a:pt x="8646" y="317"/>
                    <a:pt x="8646" y="317"/>
                  </a:cubicBezTo>
                  <a:lnTo>
                    <a:pt x="6430" y="190"/>
                  </a:lnTo>
                  <a:lnTo>
                    <a:pt x="3928" y="32"/>
                  </a:lnTo>
                  <a:lnTo>
                    <a:pt x="3864" y="32"/>
                  </a:lnTo>
                  <a:lnTo>
                    <a:pt x="3516" y="0"/>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5"/>
            <p:cNvSpPr/>
            <p:nvPr/>
          </p:nvSpPr>
          <p:spPr>
            <a:xfrm>
              <a:off x="948190" y="2586939"/>
              <a:ext cx="324556" cy="87978"/>
            </a:xfrm>
            <a:custGeom>
              <a:avLst/>
              <a:gdLst/>
              <a:ahLst/>
              <a:cxnLst/>
              <a:rect l="l" t="t" r="r" b="b"/>
              <a:pathLst>
                <a:path w="10167" h="2756" extrusionOk="0">
                  <a:moveTo>
                    <a:pt x="1204" y="1"/>
                  </a:moveTo>
                  <a:cubicBezTo>
                    <a:pt x="539" y="1"/>
                    <a:pt x="1" y="539"/>
                    <a:pt x="1" y="1204"/>
                  </a:cubicBezTo>
                  <a:lnTo>
                    <a:pt x="1" y="1552"/>
                  </a:lnTo>
                  <a:cubicBezTo>
                    <a:pt x="1" y="2217"/>
                    <a:pt x="539" y="2756"/>
                    <a:pt x="1204" y="2756"/>
                  </a:cubicBezTo>
                  <a:lnTo>
                    <a:pt x="8963" y="2756"/>
                  </a:lnTo>
                  <a:cubicBezTo>
                    <a:pt x="9628" y="2756"/>
                    <a:pt x="10167" y="2217"/>
                    <a:pt x="10167" y="1552"/>
                  </a:cubicBezTo>
                  <a:lnTo>
                    <a:pt x="10167" y="1204"/>
                  </a:lnTo>
                  <a:cubicBezTo>
                    <a:pt x="10167" y="539"/>
                    <a:pt x="9628" y="1"/>
                    <a:pt x="8963"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5"/>
            <p:cNvSpPr/>
            <p:nvPr/>
          </p:nvSpPr>
          <p:spPr>
            <a:xfrm>
              <a:off x="986624" y="2673896"/>
              <a:ext cx="247719" cy="299273"/>
            </a:xfrm>
            <a:custGeom>
              <a:avLst/>
              <a:gdLst/>
              <a:ahLst/>
              <a:cxnLst/>
              <a:rect l="l" t="t" r="r" b="b"/>
              <a:pathLst>
                <a:path w="7760" h="9375" extrusionOk="0">
                  <a:moveTo>
                    <a:pt x="0" y="0"/>
                  </a:moveTo>
                  <a:lnTo>
                    <a:pt x="1172" y="8582"/>
                  </a:lnTo>
                  <a:cubicBezTo>
                    <a:pt x="1172" y="8772"/>
                    <a:pt x="1267" y="8931"/>
                    <a:pt x="1394" y="9089"/>
                  </a:cubicBezTo>
                  <a:cubicBezTo>
                    <a:pt x="1394" y="9089"/>
                    <a:pt x="1425" y="9121"/>
                    <a:pt x="1425" y="9121"/>
                  </a:cubicBezTo>
                  <a:cubicBezTo>
                    <a:pt x="1457" y="9152"/>
                    <a:pt x="1457" y="9152"/>
                    <a:pt x="1489" y="9152"/>
                  </a:cubicBezTo>
                  <a:cubicBezTo>
                    <a:pt x="1647" y="9311"/>
                    <a:pt x="1837" y="9374"/>
                    <a:pt x="2059" y="9374"/>
                  </a:cubicBezTo>
                  <a:lnTo>
                    <a:pt x="6112" y="9374"/>
                  </a:lnTo>
                  <a:cubicBezTo>
                    <a:pt x="6588" y="9374"/>
                    <a:pt x="6968" y="9026"/>
                    <a:pt x="6999" y="8551"/>
                  </a:cubicBezTo>
                  <a:lnTo>
                    <a:pt x="7759" y="32"/>
                  </a:lnTo>
                  <a:lnTo>
                    <a:pt x="7759" y="0"/>
                  </a:ln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5"/>
            <p:cNvSpPr/>
            <p:nvPr/>
          </p:nvSpPr>
          <p:spPr>
            <a:xfrm>
              <a:off x="531697" y="2963018"/>
              <a:ext cx="505493" cy="24293"/>
            </a:xfrm>
            <a:custGeom>
              <a:avLst/>
              <a:gdLst/>
              <a:ahLst/>
              <a:cxnLst/>
              <a:rect l="l" t="t" r="r" b="b"/>
              <a:pathLst>
                <a:path w="15835" h="761" extrusionOk="0">
                  <a:moveTo>
                    <a:pt x="380" y="0"/>
                  </a:moveTo>
                  <a:cubicBezTo>
                    <a:pt x="190" y="0"/>
                    <a:pt x="0" y="159"/>
                    <a:pt x="0" y="380"/>
                  </a:cubicBezTo>
                  <a:cubicBezTo>
                    <a:pt x="0" y="571"/>
                    <a:pt x="190" y="761"/>
                    <a:pt x="380" y="761"/>
                  </a:cubicBezTo>
                  <a:lnTo>
                    <a:pt x="15455" y="761"/>
                  </a:lnTo>
                  <a:cubicBezTo>
                    <a:pt x="15676" y="761"/>
                    <a:pt x="15835" y="571"/>
                    <a:pt x="15835" y="380"/>
                  </a:cubicBezTo>
                  <a:cubicBezTo>
                    <a:pt x="15835" y="159"/>
                    <a:pt x="15676" y="0"/>
                    <a:pt x="15455" y="0"/>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5"/>
            <p:cNvSpPr/>
            <p:nvPr/>
          </p:nvSpPr>
          <p:spPr>
            <a:xfrm>
              <a:off x="573132" y="2906420"/>
              <a:ext cx="451927" cy="56631"/>
            </a:xfrm>
            <a:custGeom>
              <a:avLst/>
              <a:gdLst/>
              <a:ahLst/>
              <a:cxnLst/>
              <a:rect l="l" t="t" r="r" b="b"/>
              <a:pathLst>
                <a:path w="14157" h="1774" extrusionOk="0">
                  <a:moveTo>
                    <a:pt x="6239" y="0"/>
                  </a:moveTo>
                  <a:cubicBezTo>
                    <a:pt x="412" y="0"/>
                    <a:pt x="1" y="1773"/>
                    <a:pt x="1" y="1773"/>
                  </a:cubicBezTo>
                  <a:lnTo>
                    <a:pt x="14157" y="1773"/>
                  </a:lnTo>
                  <a:cubicBezTo>
                    <a:pt x="13365" y="443"/>
                    <a:pt x="12162" y="95"/>
                    <a:pt x="9628" y="32"/>
                  </a:cubicBezTo>
                  <a:cubicBezTo>
                    <a:pt x="8678" y="0"/>
                    <a:pt x="7570" y="0"/>
                    <a:pt x="6239" y="0"/>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5"/>
            <p:cNvSpPr/>
            <p:nvPr/>
          </p:nvSpPr>
          <p:spPr>
            <a:xfrm>
              <a:off x="558991" y="2987279"/>
              <a:ext cx="475166" cy="221031"/>
            </a:xfrm>
            <a:custGeom>
              <a:avLst/>
              <a:gdLst/>
              <a:ahLst/>
              <a:cxnLst/>
              <a:rect l="l" t="t" r="r" b="b"/>
              <a:pathLst>
                <a:path w="14885" h="6924" extrusionOk="0">
                  <a:moveTo>
                    <a:pt x="0" y="1"/>
                  </a:moveTo>
                  <a:cubicBezTo>
                    <a:pt x="0" y="1"/>
                    <a:pt x="32" y="1014"/>
                    <a:pt x="412" y="2281"/>
                  </a:cubicBezTo>
                  <a:cubicBezTo>
                    <a:pt x="444" y="2344"/>
                    <a:pt x="444" y="2407"/>
                    <a:pt x="475" y="2471"/>
                  </a:cubicBezTo>
                  <a:cubicBezTo>
                    <a:pt x="507" y="2502"/>
                    <a:pt x="507" y="2534"/>
                    <a:pt x="507" y="2566"/>
                  </a:cubicBezTo>
                  <a:cubicBezTo>
                    <a:pt x="507" y="2597"/>
                    <a:pt x="539" y="2629"/>
                    <a:pt x="539" y="2661"/>
                  </a:cubicBezTo>
                  <a:cubicBezTo>
                    <a:pt x="539" y="2661"/>
                    <a:pt x="539" y="2692"/>
                    <a:pt x="570" y="2692"/>
                  </a:cubicBezTo>
                  <a:cubicBezTo>
                    <a:pt x="1109" y="4149"/>
                    <a:pt x="2154" y="5764"/>
                    <a:pt x="4181" y="6493"/>
                  </a:cubicBezTo>
                  <a:lnTo>
                    <a:pt x="4212" y="6493"/>
                  </a:lnTo>
                  <a:cubicBezTo>
                    <a:pt x="4751" y="6714"/>
                    <a:pt x="5352" y="6841"/>
                    <a:pt x="6049" y="6873"/>
                  </a:cubicBezTo>
                  <a:cubicBezTo>
                    <a:pt x="6451" y="6907"/>
                    <a:pt x="6839" y="6924"/>
                    <a:pt x="7214" y="6924"/>
                  </a:cubicBezTo>
                  <a:cubicBezTo>
                    <a:pt x="8907" y="6924"/>
                    <a:pt x="10324" y="6582"/>
                    <a:pt x="11465" y="5986"/>
                  </a:cubicBezTo>
                  <a:lnTo>
                    <a:pt x="11496" y="5986"/>
                  </a:lnTo>
                  <a:lnTo>
                    <a:pt x="11496" y="5954"/>
                  </a:lnTo>
                  <a:cubicBezTo>
                    <a:pt x="13808" y="4783"/>
                    <a:pt x="14885" y="2566"/>
                    <a:pt x="14600" y="1"/>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5"/>
            <p:cNvSpPr/>
            <p:nvPr/>
          </p:nvSpPr>
          <p:spPr>
            <a:xfrm>
              <a:off x="676242" y="3177346"/>
              <a:ext cx="318140" cy="205262"/>
            </a:xfrm>
            <a:custGeom>
              <a:avLst/>
              <a:gdLst/>
              <a:ahLst/>
              <a:cxnLst/>
              <a:rect l="l" t="t" r="r" b="b"/>
              <a:pathLst>
                <a:path w="9966" h="6430" extrusionOk="0">
                  <a:moveTo>
                    <a:pt x="7823" y="0"/>
                  </a:moveTo>
                  <a:lnTo>
                    <a:pt x="7823" y="0"/>
                  </a:lnTo>
                  <a:cubicBezTo>
                    <a:pt x="7820" y="11"/>
                    <a:pt x="7818" y="21"/>
                    <a:pt x="7815" y="32"/>
                  </a:cubicBezTo>
                  <a:lnTo>
                    <a:pt x="7823" y="32"/>
                  </a:lnTo>
                  <a:lnTo>
                    <a:pt x="7823" y="0"/>
                  </a:lnTo>
                  <a:close/>
                  <a:moveTo>
                    <a:pt x="7792" y="32"/>
                  </a:moveTo>
                  <a:cubicBezTo>
                    <a:pt x="7467" y="171"/>
                    <a:pt x="5680" y="888"/>
                    <a:pt x="3316" y="888"/>
                  </a:cubicBezTo>
                  <a:cubicBezTo>
                    <a:pt x="2453" y="888"/>
                    <a:pt x="1513" y="793"/>
                    <a:pt x="539" y="539"/>
                  </a:cubicBezTo>
                  <a:lnTo>
                    <a:pt x="508" y="539"/>
                  </a:lnTo>
                  <a:cubicBezTo>
                    <a:pt x="508" y="539"/>
                    <a:pt x="698" y="1077"/>
                    <a:pt x="793" y="1774"/>
                  </a:cubicBezTo>
                  <a:cubicBezTo>
                    <a:pt x="919" y="2565"/>
                    <a:pt x="951" y="3611"/>
                    <a:pt x="508" y="4466"/>
                  </a:cubicBezTo>
                  <a:cubicBezTo>
                    <a:pt x="1" y="5479"/>
                    <a:pt x="1458" y="6207"/>
                    <a:pt x="3390" y="6366"/>
                  </a:cubicBezTo>
                  <a:cubicBezTo>
                    <a:pt x="3748" y="6408"/>
                    <a:pt x="4125" y="6429"/>
                    <a:pt x="4508" y="6429"/>
                  </a:cubicBezTo>
                  <a:cubicBezTo>
                    <a:pt x="5276" y="6429"/>
                    <a:pt x="6071" y="6345"/>
                    <a:pt x="6810" y="6176"/>
                  </a:cubicBezTo>
                  <a:cubicBezTo>
                    <a:pt x="9965" y="5482"/>
                    <a:pt x="7084" y="2901"/>
                    <a:pt x="7815" y="32"/>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5"/>
            <p:cNvSpPr/>
            <p:nvPr/>
          </p:nvSpPr>
          <p:spPr>
            <a:xfrm>
              <a:off x="965396" y="2586939"/>
              <a:ext cx="307350" cy="783761"/>
            </a:xfrm>
            <a:custGeom>
              <a:avLst/>
              <a:gdLst/>
              <a:ahLst/>
              <a:cxnLst/>
              <a:rect l="l" t="t" r="r" b="b"/>
              <a:pathLst>
                <a:path w="9628" h="24552" extrusionOk="0">
                  <a:moveTo>
                    <a:pt x="4561" y="1"/>
                  </a:moveTo>
                  <a:lnTo>
                    <a:pt x="4561" y="12098"/>
                  </a:lnTo>
                  <a:cubicBezTo>
                    <a:pt x="4561" y="12098"/>
                    <a:pt x="6619" y="14062"/>
                    <a:pt x="5004" y="15993"/>
                  </a:cubicBezTo>
                  <a:cubicBezTo>
                    <a:pt x="3357" y="17925"/>
                    <a:pt x="475" y="18907"/>
                    <a:pt x="697" y="21725"/>
                  </a:cubicBezTo>
                  <a:cubicBezTo>
                    <a:pt x="883" y="24482"/>
                    <a:pt x="39" y="24512"/>
                    <a:pt x="2" y="24512"/>
                  </a:cubicBezTo>
                  <a:cubicBezTo>
                    <a:pt x="1" y="24512"/>
                    <a:pt x="0" y="24512"/>
                    <a:pt x="0" y="24512"/>
                  </a:cubicBezTo>
                  <a:lnTo>
                    <a:pt x="0" y="24512"/>
                  </a:lnTo>
                  <a:cubicBezTo>
                    <a:pt x="234" y="24539"/>
                    <a:pt x="465" y="24552"/>
                    <a:pt x="688" y="24552"/>
                  </a:cubicBezTo>
                  <a:cubicBezTo>
                    <a:pt x="2342" y="24552"/>
                    <a:pt x="3608" y="23844"/>
                    <a:pt x="2882" y="22644"/>
                  </a:cubicBezTo>
                  <a:cubicBezTo>
                    <a:pt x="1932" y="20965"/>
                    <a:pt x="2946" y="19699"/>
                    <a:pt x="5416" y="17862"/>
                  </a:cubicBezTo>
                  <a:cubicBezTo>
                    <a:pt x="7854" y="16057"/>
                    <a:pt x="6777" y="12098"/>
                    <a:pt x="6777" y="12098"/>
                  </a:cubicBezTo>
                  <a:cubicBezTo>
                    <a:pt x="7253" y="12098"/>
                    <a:pt x="7633" y="11750"/>
                    <a:pt x="7664" y="11275"/>
                  </a:cubicBezTo>
                  <a:lnTo>
                    <a:pt x="8424" y="2756"/>
                  </a:lnTo>
                  <a:cubicBezTo>
                    <a:pt x="9089" y="2756"/>
                    <a:pt x="9628" y="2217"/>
                    <a:pt x="9628" y="1552"/>
                  </a:cubicBezTo>
                  <a:lnTo>
                    <a:pt x="9628" y="1204"/>
                  </a:lnTo>
                  <a:cubicBezTo>
                    <a:pt x="9628" y="539"/>
                    <a:pt x="9089" y="1"/>
                    <a:pt x="8424" y="1"/>
                  </a:cubicBezTo>
                  <a:close/>
                </a:path>
              </a:pathLst>
            </a:custGeom>
            <a:solidFill>
              <a:srgbClr val="000000">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5"/>
            <p:cNvSpPr/>
            <p:nvPr/>
          </p:nvSpPr>
          <p:spPr>
            <a:xfrm>
              <a:off x="577186" y="2907409"/>
              <a:ext cx="460003" cy="475198"/>
            </a:xfrm>
            <a:custGeom>
              <a:avLst/>
              <a:gdLst/>
              <a:ahLst/>
              <a:cxnLst/>
              <a:rect l="l" t="t" r="r" b="b"/>
              <a:pathLst>
                <a:path w="14410" h="14886" extrusionOk="0">
                  <a:moveTo>
                    <a:pt x="9501" y="1"/>
                  </a:moveTo>
                  <a:cubicBezTo>
                    <a:pt x="9501" y="1"/>
                    <a:pt x="10324" y="666"/>
                    <a:pt x="10736" y="1742"/>
                  </a:cubicBezTo>
                  <a:cubicBezTo>
                    <a:pt x="10831" y="1964"/>
                    <a:pt x="10895" y="2217"/>
                    <a:pt x="10926" y="2503"/>
                  </a:cubicBezTo>
                  <a:cubicBezTo>
                    <a:pt x="11053" y="3453"/>
                    <a:pt x="10768" y="4656"/>
                    <a:pt x="9501" y="5954"/>
                  </a:cubicBezTo>
                  <a:cubicBezTo>
                    <a:pt x="8120" y="7376"/>
                    <a:pt x="6374" y="7995"/>
                    <a:pt x="4743" y="7995"/>
                  </a:cubicBezTo>
                  <a:cubicBezTo>
                    <a:pt x="2595" y="7995"/>
                    <a:pt x="648" y="6922"/>
                    <a:pt x="0" y="5194"/>
                  </a:cubicBezTo>
                  <a:lnTo>
                    <a:pt x="0" y="5194"/>
                  </a:lnTo>
                  <a:cubicBezTo>
                    <a:pt x="539" y="6651"/>
                    <a:pt x="1584" y="8266"/>
                    <a:pt x="3611" y="8995"/>
                  </a:cubicBezTo>
                  <a:cubicBezTo>
                    <a:pt x="3611" y="8995"/>
                    <a:pt x="3801" y="9533"/>
                    <a:pt x="3896" y="10230"/>
                  </a:cubicBezTo>
                  <a:cubicBezTo>
                    <a:pt x="4619" y="10463"/>
                    <a:pt x="5514" y="10662"/>
                    <a:pt x="6454" y="10662"/>
                  </a:cubicBezTo>
                  <a:cubicBezTo>
                    <a:pt x="6790" y="10662"/>
                    <a:pt x="7132" y="10636"/>
                    <a:pt x="7474" y="10578"/>
                  </a:cubicBezTo>
                  <a:cubicBezTo>
                    <a:pt x="7623" y="10550"/>
                    <a:pt x="7761" y="10537"/>
                    <a:pt x="7888" y="10537"/>
                  </a:cubicBezTo>
                  <a:cubicBezTo>
                    <a:pt x="10089" y="10537"/>
                    <a:pt x="9097" y="14462"/>
                    <a:pt x="6493" y="14822"/>
                  </a:cubicBezTo>
                  <a:cubicBezTo>
                    <a:pt x="6851" y="14864"/>
                    <a:pt x="7228" y="14885"/>
                    <a:pt x="7611" y="14885"/>
                  </a:cubicBezTo>
                  <a:cubicBezTo>
                    <a:pt x="8379" y="14885"/>
                    <a:pt x="9174" y="14801"/>
                    <a:pt x="9913" y="14632"/>
                  </a:cubicBezTo>
                  <a:cubicBezTo>
                    <a:pt x="13080" y="13935"/>
                    <a:pt x="10166" y="11338"/>
                    <a:pt x="10926" y="8456"/>
                  </a:cubicBezTo>
                  <a:cubicBezTo>
                    <a:pt x="13238" y="7285"/>
                    <a:pt x="14315" y="5068"/>
                    <a:pt x="14030" y="2503"/>
                  </a:cubicBezTo>
                  <a:cubicBezTo>
                    <a:pt x="14251" y="2503"/>
                    <a:pt x="14410" y="2313"/>
                    <a:pt x="14410" y="2122"/>
                  </a:cubicBezTo>
                  <a:cubicBezTo>
                    <a:pt x="14410" y="1901"/>
                    <a:pt x="14251" y="1742"/>
                    <a:pt x="14030" y="1742"/>
                  </a:cubicBezTo>
                  <a:cubicBezTo>
                    <a:pt x="13238" y="412"/>
                    <a:pt x="12035" y="64"/>
                    <a:pt x="9501" y="1"/>
                  </a:cubicBezTo>
                  <a:close/>
                </a:path>
              </a:pathLst>
            </a:custGeom>
            <a:solidFill>
              <a:srgbClr val="000000">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 name="Google Shape;268;p15"/>
          <p:cNvGrpSpPr/>
          <p:nvPr/>
        </p:nvGrpSpPr>
        <p:grpSpPr>
          <a:xfrm>
            <a:off x="458914" y="3746428"/>
            <a:ext cx="985703" cy="985511"/>
            <a:chOff x="458914" y="3746428"/>
            <a:chExt cx="985703" cy="985511"/>
          </a:xfrm>
        </p:grpSpPr>
        <p:sp>
          <p:nvSpPr>
            <p:cNvPr id="269" name="Google Shape;269;p15"/>
            <p:cNvSpPr/>
            <p:nvPr/>
          </p:nvSpPr>
          <p:spPr>
            <a:xfrm>
              <a:off x="458914" y="3755590"/>
              <a:ext cx="985703" cy="975615"/>
            </a:xfrm>
            <a:custGeom>
              <a:avLst/>
              <a:gdLst/>
              <a:ahLst/>
              <a:cxnLst/>
              <a:rect l="l" t="t" r="r" b="b"/>
              <a:pathLst>
                <a:path w="30878" h="30562" extrusionOk="0">
                  <a:moveTo>
                    <a:pt x="15455" y="1"/>
                  </a:moveTo>
                  <a:cubicBezTo>
                    <a:pt x="6904" y="1"/>
                    <a:pt x="0" y="6841"/>
                    <a:pt x="0" y="15297"/>
                  </a:cubicBezTo>
                  <a:cubicBezTo>
                    <a:pt x="0" y="23721"/>
                    <a:pt x="6904" y="30561"/>
                    <a:pt x="15455" y="30561"/>
                  </a:cubicBezTo>
                  <a:cubicBezTo>
                    <a:pt x="23974" y="30561"/>
                    <a:pt x="30877" y="23721"/>
                    <a:pt x="30877" y="15297"/>
                  </a:cubicBezTo>
                  <a:cubicBezTo>
                    <a:pt x="30877" y="6841"/>
                    <a:pt x="23974" y="1"/>
                    <a:pt x="15455"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5"/>
            <p:cNvSpPr/>
            <p:nvPr/>
          </p:nvSpPr>
          <p:spPr>
            <a:xfrm>
              <a:off x="665133" y="4129945"/>
              <a:ext cx="567167" cy="601995"/>
            </a:xfrm>
            <a:custGeom>
              <a:avLst/>
              <a:gdLst/>
              <a:ahLst/>
              <a:cxnLst/>
              <a:rect l="l" t="t" r="r" b="b"/>
              <a:pathLst>
                <a:path w="17767" h="18858" extrusionOk="0">
                  <a:moveTo>
                    <a:pt x="10269" y="0"/>
                  </a:moveTo>
                  <a:cubicBezTo>
                    <a:pt x="8317" y="0"/>
                    <a:pt x="6240" y="477"/>
                    <a:pt x="5701" y="1511"/>
                  </a:cubicBezTo>
                  <a:cubicBezTo>
                    <a:pt x="5574" y="1733"/>
                    <a:pt x="3674" y="5122"/>
                    <a:pt x="2787" y="8732"/>
                  </a:cubicBezTo>
                  <a:cubicBezTo>
                    <a:pt x="2344" y="10442"/>
                    <a:pt x="2122" y="11614"/>
                    <a:pt x="1964" y="12469"/>
                  </a:cubicBezTo>
                  <a:cubicBezTo>
                    <a:pt x="1742" y="13514"/>
                    <a:pt x="1647" y="14084"/>
                    <a:pt x="1394" y="14622"/>
                  </a:cubicBezTo>
                  <a:cubicBezTo>
                    <a:pt x="919" y="15572"/>
                    <a:pt x="1" y="16364"/>
                    <a:pt x="2186" y="17599"/>
                  </a:cubicBezTo>
                  <a:cubicBezTo>
                    <a:pt x="2281" y="17663"/>
                    <a:pt x="2407" y="17726"/>
                    <a:pt x="2534" y="17758"/>
                  </a:cubicBezTo>
                  <a:cubicBezTo>
                    <a:pt x="3938" y="18495"/>
                    <a:pt x="6541" y="18858"/>
                    <a:pt x="9105" y="18858"/>
                  </a:cubicBezTo>
                  <a:cubicBezTo>
                    <a:pt x="9953" y="18858"/>
                    <a:pt x="10797" y="18818"/>
                    <a:pt x="11591" y="18739"/>
                  </a:cubicBezTo>
                  <a:cubicBezTo>
                    <a:pt x="12795" y="18613"/>
                    <a:pt x="13872" y="18391"/>
                    <a:pt x="14695" y="18074"/>
                  </a:cubicBezTo>
                  <a:cubicBezTo>
                    <a:pt x="17735" y="16934"/>
                    <a:pt x="17767" y="15477"/>
                    <a:pt x="16912" y="14432"/>
                  </a:cubicBezTo>
                  <a:cubicBezTo>
                    <a:pt x="16088" y="13419"/>
                    <a:pt x="16785" y="9017"/>
                    <a:pt x="16025" y="6198"/>
                  </a:cubicBezTo>
                  <a:cubicBezTo>
                    <a:pt x="15265" y="3380"/>
                    <a:pt x="15107" y="2113"/>
                    <a:pt x="13777" y="846"/>
                  </a:cubicBezTo>
                  <a:cubicBezTo>
                    <a:pt x="13555" y="625"/>
                    <a:pt x="13207" y="466"/>
                    <a:pt x="12763" y="308"/>
                  </a:cubicBezTo>
                  <a:cubicBezTo>
                    <a:pt x="12075" y="106"/>
                    <a:pt x="11186" y="0"/>
                    <a:pt x="10269"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5"/>
            <p:cNvSpPr/>
            <p:nvPr/>
          </p:nvSpPr>
          <p:spPr>
            <a:xfrm>
              <a:off x="740949" y="3746428"/>
              <a:ext cx="435774" cy="444936"/>
            </a:xfrm>
            <a:custGeom>
              <a:avLst/>
              <a:gdLst/>
              <a:ahLst/>
              <a:cxnLst/>
              <a:rect l="l" t="t" r="r" b="b"/>
              <a:pathLst>
                <a:path w="13651" h="13938" extrusionOk="0">
                  <a:moveTo>
                    <a:pt x="7129" y="1"/>
                  </a:moveTo>
                  <a:cubicBezTo>
                    <a:pt x="7065" y="1"/>
                    <a:pt x="7001" y="2"/>
                    <a:pt x="6936" y="3"/>
                  </a:cubicBezTo>
                  <a:cubicBezTo>
                    <a:pt x="6683" y="3"/>
                    <a:pt x="6430" y="35"/>
                    <a:pt x="6176" y="35"/>
                  </a:cubicBezTo>
                  <a:cubicBezTo>
                    <a:pt x="5606" y="98"/>
                    <a:pt x="5099" y="161"/>
                    <a:pt x="4624" y="320"/>
                  </a:cubicBezTo>
                  <a:cubicBezTo>
                    <a:pt x="1078" y="1333"/>
                    <a:pt x="729" y="4785"/>
                    <a:pt x="476" y="7128"/>
                  </a:cubicBezTo>
                  <a:cubicBezTo>
                    <a:pt x="412" y="7698"/>
                    <a:pt x="349" y="8205"/>
                    <a:pt x="286" y="8585"/>
                  </a:cubicBezTo>
                  <a:cubicBezTo>
                    <a:pt x="254" y="8712"/>
                    <a:pt x="222" y="8838"/>
                    <a:pt x="191" y="8997"/>
                  </a:cubicBezTo>
                  <a:cubicBezTo>
                    <a:pt x="1" y="10327"/>
                    <a:pt x="222" y="12449"/>
                    <a:pt x="3009" y="13430"/>
                  </a:cubicBezTo>
                  <a:cubicBezTo>
                    <a:pt x="3104" y="13462"/>
                    <a:pt x="3231" y="13494"/>
                    <a:pt x="3326" y="13525"/>
                  </a:cubicBezTo>
                  <a:cubicBezTo>
                    <a:pt x="4181" y="13779"/>
                    <a:pt x="5289" y="13937"/>
                    <a:pt x="6651" y="13937"/>
                  </a:cubicBezTo>
                  <a:cubicBezTo>
                    <a:pt x="7728" y="13937"/>
                    <a:pt x="8678" y="13842"/>
                    <a:pt x="9470" y="13620"/>
                  </a:cubicBezTo>
                  <a:cubicBezTo>
                    <a:pt x="10230" y="13462"/>
                    <a:pt x="10863" y="13177"/>
                    <a:pt x="11402" y="12860"/>
                  </a:cubicBezTo>
                  <a:cubicBezTo>
                    <a:pt x="13017" y="11879"/>
                    <a:pt x="13650" y="10390"/>
                    <a:pt x="13650" y="8997"/>
                  </a:cubicBezTo>
                  <a:cubicBezTo>
                    <a:pt x="13650" y="8427"/>
                    <a:pt x="13555" y="7857"/>
                    <a:pt x="13365" y="7350"/>
                  </a:cubicBezTo>
                  <a:cubicBezTo>
                    <a:pt x="13365" y="7318"/>
                    <a:pt x="13333" y="7255"/>
                    <a:pt x="13302" y="7223"/>
                  </a:cubicBezTo>
                  <a:lnTo>
                    <a:pt x="13302" y="7192"/>
                  </a:lnTo>
                  <a:cubicBezTo>
                    <a:pt x="12637" y="5577"/>
                    <a:pt x="12795" y="4405"/>
                    <a:pt x="12225" y="3138"/>
                  </a:cubicBezTo>
                  <a:cubicBezTo>
                    <a:pt x="12035" y="2726"/>
                    <a:pt x="11782" y="2315"/>
                    <a:pt x="11433" y="1903"/>
                  </a:cubicBezTo>
                  <a:cubicBezTo>
                    <a:pt x="10126" y="383"/>
                    <a:pt x="8672" y="1"/>
                    <a:pt x="7129" y="1"/>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5"/>
            <p:cNvSpPr/>
            <p:nvPr/>
          </p:nvSpPr>
          <p:spPr>
            <a:xfrm>
              <a:off x="847123" y="3962831"/>
              <a:ext cx="33391" cy="48586"/>
            </a:xfrm>
            <a:custGeom>
              <a:avLst/>
              <a:gdLst/>
              <a:ahLst/>
              <a:cxnLst/>
              <a:rect l="l" t="t" r="r" b="b"/>
              <a:pathLst>
                <a:path w="1046" h="1522" extrusionOk="0">
                  <a:moveTo>
                    <a:pt x="538" y="1"/>
                  </a:moveTo>
                  <a:cubicBezTo>
                    <a:pt x="253" y="1"/>
                    <a:pt x="0" y="349"/>
                    <a:pt x="0" y="761"/>
                  </a:cubicBezTo>
                  <a:cubicBezTo>
                    <a:pt x="0" y="1173"/>
                    <a:pt x="253" y="1521"/>
                    <a:pt x="538" y="1521"/>
                  </a:cubicBezTo>
                  <a:cubicBezTo>
                    <a:pt x="792" y="1521"/>
                    <a:pt x="1045" y="1173"/>
                    <a:pt x="1045" y="761"/>
                  </a:cubicBezTo>
                  <a:cubicBezTo>
                    <a:pt x="1045" y="349"/>
                    <a:pt x="792" y="1"/>
                    <a:pt x="538"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5"/>
            <p:cNvSpPr/>
            <p:nvPr/>
          </p:nvSpPr>
          <p:spPr>
            <a:xfrm>
              <a:off x="1052321" y="3962831"/>
              <a:ext cx="32401" cy="48586"/>
            </a:xfrm>
            <a:custGeom>
              <a:avLst/>
              <a:gdLst/>
              <a:ahLst/>
              <a:cxnLst/>
              <a:rect l="l" t="t" r="r" b="b"/>
              <a:pathLst>
                <a:path w="1015" h="1522" extrusionOk="0">
                  <a:moveTo>
                    <a:pt x="508" y="1"/>
                  </a:moveTo>
                  <a:cubicBezTo>
                    <a:pt x="223" y="1"/>
                    <a:pt x="1" y="349"/>
                    <a:pt x="1" y="761"/>
                  </a:cubicBezTo>
                  <a:cubicBezTo>
                    <a:pt x="1" y="1173"/>
                    <a:pt x="223" y="1521"/>
                    <a:pt x="508" y="1521"/>
                  </a:cubicBezTo>
                  <a:cubicBezTo>
                    <a:pt x="793" y="1521"/>
                    <a:pt x="1014" y="1173"/>
                    <a:pt x="1014" y="761"/>
                  </a:cubicBezTo>
                  <a:cubicBezTo>
                    <a:pt x="1014" y="349"/>
                    <a:pt x="793" y="1"/>
                    <a:pt x="508"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5"/>
            <p:cNvSpPr/>
            <p:nvPr/>
          </p:nvSpPr>
          <p:spPr>
            <a:xfrm>
              <a:off x="909787" y="3907158"/>
              <a:ext cx="89926" cy="153164"/>
            </a:xfrm>
            <a:custGeom>
              <a:avLst/>
              <a:gdLst/>
              <a:ahLst/>
              <a:cxnLst/>
              <a:rect l="l" t="t" r="r" b="b"/>
              <a:pathLst>
                <a:path w="2817" h="4798" extrusionOk="0">
                  <a:moveTo>
                    <a:pt x="1385" y="0"/>
                  </a:moveTo>
                  <a:cubicBezTo>
                    <a:pt x="1367" y="0"/>
                    <a:pt x="1349" y="1"/>
                    <a:pt x="1331" y="3"/>
                  </a:cubicBezTo>
                  <a:cubicBezTo>
                    <a:pt x="0" y="162"/>
                    <a:pt x="634" y="1998"/>
                    <a:pt x="507" y="2948"/>
                  </a:cubicBezTo>
                  <a:cubicBezTo>
                    <a:pt x="412" y="3867"/>
                    <a:pt x="349" y="4279"/>
                    <a:pt x="761" y="4627"/>
                  </a:cubicBezTo>
                  <a:cubicBezTo>
                    <a:pt x="875" y="4741"/>
                    <a:pt x="1068" y="4798"/>
                    <a:pt x="1287" y="4798"/>
                  </a:cubicBezTo>
                  <a:cubicBezTo>
                    <a:pt x="1433" y="4798"/>
                    <a:pt x="1590" y="4773"/>
                    <a:pt x="1742" y="4722"/>
                  </a:cubicBezTo>
                  <a:cubicBezTo>
                    <a:pt x="2186" y="4595"/>
                    <a:pt x="2629" y="4215"/>
                    <a:pt x="2692" y="3455"/>
                  </a:cubicBezTo>
                  <a:cubicBezTo>
                    <a:pt x="2816" y="2122"/>
                    <a:pt x="2212" y="0"/>
                    <a:pt x="1385" y="0"/>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5"/>
            <p:cNvSpPr/>
            <p:nvPr/>
          </p:nvSpPr>
          <p:spPr>
            <a:xfrm>
              <a:off x="799590" y="3900997"/>
              <a:ext cx="104610" cy="44181"/>
            </a:xfrm>
            <a:custGeom>
              <a:avLst/>
              <a:gdLst/>
              <a:ahLst/>
              <a:cxnLst/>
              <a:rect l="l" t="t" r="r" b="b"/>
              <a:pathLst>
                <a:path w="3277" h="1384" extrusionOk="0">
                  <a:moveTo>
                    <a:pt x="1984" y="0"/>
                  </a:moveTo>
                  <a:cubicBezTo>
                    <a:pt x="1819" y="0"/>
                    <a:pt x="1651" y="13"/>
                    <a:pt x="1489" y="38"/>
                  </a:cubicBezTo>
                  <a:cubicBezTo>
                    <a:pt x="666" y="196"/>
                    <a:pt x="1" y="766"/>
                    <a:pt x="317" y="1210"/>
                  </a:cubicBezTo>
                  <a:cubicBezTo>
                    <a:pt x="408" y="1337"/>
                    <a:pt x="494" y="1383"/>
                    <a:pt x="590" y="1383"/>
                  </a:cubicBezTo>
                  <a:cubicBezTo>
                    <a:pt x="829" y="1383"/>
                    <a:pt x="1133" y="1096"/>
                    <a:pt x="1742" y="1051"/>
                  </a:cubicBezTo>
                  <a:cubicBezTo>
                    <a:pt x="1862" y="1043"/>
                    <a:pt x="1970" y="1040"/>
                    <a:pt x="2066" y="1040"/>
                  </a:cubicBezTo>
                  <a:cubicBezTo>
                    <a:pt x="2281" y="1040"/>
                    <a:pt x="2441" y="1055"/>
                    <a:pt x="2567" y="1055"/>
                  </a:cubicBezTo>
                  <a:cubicBezTo>
                    <a:pt x="2812" y="1055"/>
                    <a:pt x="2927" y="999"/>
                    <a:pt x="3072" y="671"/>
                  </a:cubicBezTo>
                  <a:cubicBezTo>
                    <a:pt x="3276" y="213"/>
                    <a:pt x="2661" y="0"/>
                    <a:pt x="1984"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5"/>
            <p:cNvSpPr/>
            <p:nvPr/>
          </p:nvSpPr>
          <p:spPr>
            <a:xfrm>
              <a:off x="1017525" y="3900997"/>
              <a:ext cx="104578" cy="44181"/>
            </a:xfrm>
            <a:custGeom>
              <a:avLst/>
              <a:gdLst/>
              <a:ahLst/>
              <a:cxnLst/>
              <a:rect l="l" t="t" r="r" b="b"/>
              <a:pathLst>
                <a:path w="3276" h="1384" extrusionOk="0">
                  <a:moveTo>
                    <a:pt x="1264" y="0"/>
                  </a:moveTo>
                  <a:cubicBezTo>
                    <a:pt x="595" y="0"/>
                    <a:pt x="0" y="213"/>
                    <a:pt x="204" y="671"/>
                  </a:cubicBezTo>
                  <a:cubicBezTo>
                    <a:pt x="350" y="999"/>
                    <a:pt x="464" y="1055"/>
                    <a:pt x="704" y="1055"/>
                  </a:cubicBezTo>
                  <a:cubicBezTo>
                    <a:pt x="826" y="1055"/>
                    <a:pt x="981" y="1040"/>
                    <a:pt x="1190" y="1040"/>
                  </a:cubicBezTo>
                  <a:cubicBezTo>
                    <a:pt x="1283" y="1040"/>
                    <a:pt x="1387" y="1043"/>
                    <a:pt x="1503" y="1051"/>
                  </a:cubicBezTo>
                  <a:cubicBezTo>
                    <a:pt x="2112" y="1096"/>
                    <a:pt x="2432" y="1383"/>
                    <a:pt x="2680" y="1383"/>
                  </a:cubicBezTo>
                  <a:cubicBezTo>
                    <a:pt x="2780" y="1383"/>
                    <a:pt x="2868" y="1337"/>
                    <a:pt x="2959" y="1210"/>
                  </a:cubicBezTo>
                  <a:cubicBezTo>
                    <a:pt x="3276" y="766"/>
                    <a:pt x="2579" y="196"/>
                    <a:pt x="1756" y="38"/>
                  </a:cubicBezTo>
                  <a:cubicBezTo>
                    <a:pt x="1594" y="13"/>
                    <a:pt x="1427" y="0"/>
                    <a:pt x="1264"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5"/>
            <p:cNvSpPr/>
            <p:nvPr/>
          </p:nvSpPr>
          <p:spPr>
            <a:xfrm>
              <a:off x="671198" y="3835109"/>
              <a:ext cx="111250" cy="149653"/>
            </a:xfrm>
            <a:custGeom>
              <a:avLst/>
              <a:gdLst/>
              <a:ahLst/>
              <a:cxnLst/>
              <a:rect l="l" t="t" r="r" b="b"/>
              <a:pathLst>
                <a:path w="3485" h="4688" extrusionOk="0">
                  <a:moveTo>
                    <a:pt x="2579" y="1"/>
                  </a:moveTo>
                  <a:cubicBezTo>
                    <a:pt x="2380" y="1"/>
                    <a:pt x="2153" y="55"/>
                    <a:pt x="1901" y="202"/>
                  </a:cubicBezTo>
                  <a:cubicBezTo>
                    <a:pt x="887" y="803"/>
                    <a:pt x="1267" y="1373"/>
                    <a:pt x="1267" y="1373"/>
                  </a:cubicBezTo>
                  <a:cubicBezTo>
                    <a:pt x="1267" y="1373"/>
                    <a:pt x="1133" y="1316"/>
                    <a:pt x="959" y="1316"/>
                  </a:cubicBezTo>
                  <a:cubicBezTo>
                    <a:pt x="746" y="1316"/>
                    <a:pt x="474" y="1402"/>
                    <a:pt x="317" y="1785"/>
                  </a:cubicBezTo>
                  <a:cubicBezTo>
                    <a:pt x="1" y="2482"/>
                    <a:pt x="729" y="2767"/>
                    <a:pt x="729" y="2767"/>
                  </a:cubicBezTo>
                  <a:cubicBezTo>
                    <a:pt x="729" y="2767"/>
                    <a:pt x="159" y="2894"/>
                    <a:pt x="412" y="3464"/>
                  </a:cubicBezTo>
                  <a:cubicBezTo>
                    <a:pt x="559" y="3741"/>
                    <a:pt x="748" y="3808"/>
                    <a:pt x="897" y="3808"/>
                  </a:cubicBezTo>
                  <a:cubicBezTo>
                    <a:pt x="1036" y="3808"/>
                    <a:pt x="1141" y="3749"/>
                    <a:pt x="1141" y="3749"/>
                  </a:cubicBezTo>
                  <a:cubicBezTo>
                    <a:pt x="1141" y="3749"/>
                    <a:pt x="1185" y="4687"/>
                    <a:pt x="2044" y="4687"/>
                  </a:cubicBezTo>
                  <a:cubicBezTo>
                    <a:pt x="2208" y="4687"/>
                    <a:pt x="2401" y="4653"/>
                    <a:pt x="2629" y="4572"/>
                  </a:cubicBezTo>
                  <a:cubicBezTo>
                    <a:pt x="2629" y="4540"/>
                    <a:pt x="2882" y="1975"/>
                    <a:pt x="3484" y="455"/>
                  </a:cubicBezTo>
                  <a:cubicBezTo>
                    <a:pt x="3484" y="455"/>
                    <a:pt x="3152" y="1"/>
                    <a:pt x="2579"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5"/>
            <p:cNvSpPr/>
            <p:nvPr/>
          </p:nvSpPr>
          <p:spPr>
            <a:xfrm>
              <a:off x="1130180" y="3832938"/>
              <a:ext cx="110228" cy="148950"/>
            </a:xfrm>
            <a:custGeom>
              <a:avLst/>
              <a:gdLst/>
              <a:ahLst/>
              <a:cxnLst/>
              <a:rect l="l" t="t" r="r" b="b"/>
              <a:pathLst>
                <a:path w="3453" h="4666" extrusionOk="0">
                  <a:moveTo>
                    <a:pt x="904" y="1"/>
                  </a:moveTo>
                  <a:cubicBezTo>
                    <a:pt x="430" y="1"/>
                    <a:pt x="121" y="317"/>
                    <a:pt x="32" y="428"/>
                  </a:cubicBezTo>
                  <a:cubicBezTo>
                    <a:pt x="0" y="460"/>
                    <a:pt x="0" y="460"/>
                    <a:pt x="0" y="460"/>
                  </a:cubicBezTo>
                  <a:cubicBezTo>
                    <a:pt x="602" y="1948"/>
                    <a:pt x="824" y="4545"/>
                    <a:pt x="824" y="4545"/>
                  </a:cubicBezTo>
                  <a:cubicBezTo>
                    <a:pt x="950" y="4608"/>
                    <a:pt x="1045" y="4608"/>
                    <a:pt x="1140" y="4640"/>
                  </a:cubicBezTo>
                  <a:lnTo>
                    <a:pt x="1172" y="4640"/>
                  </a:lnTo>
                  <a:cubicBezTo>
                    <a:pt x="1270" y="4657"/>
                    <a:pt x="1359" y="4665"/>
                    <a:pt x="1441" y="4665"/>
                  </a:cubicBezTo>
                  <a:cubicBezTo>
                    <a:pt x="1810" y="4665"/>
                    <a:pt x="2024" y="4505"/>
                    <a:pt x="2154" y="4323"/>
                  </a:cubicBezTo>
                  <a:cubicBezTo>
                    <a:pt x="2312" y="4038"/>
                    <a:pt x="2344" y="3753"/>
                    <a:pt x="2344" y="3753"/>
                  </a:cubicBezTo>
                  <a:cubicBezTo>
                    <a:pt x="2344" y="3753"/>
                    <a:pt x="2442" y="3809"/>
                    <a:pt x="2572" y="3809"/>
                  </a:cubicBezTo>
                  <a:cubicBezTo>
                    <a:pt x="2719" y="3809"/>
                    <a:pt x="2906" y="3738"/>
                    <a:pt x="3041" y="3437"/>
                  </a:cubicBezTo>
                  <a:cubicBezTo>
                    <a:pt x="3326" y="2898"/>
                    <a:pt x="2724" y="2772"/>
                    <a:pt x="2724" y="2772"/>
                  </a:cubicBezTo>
                  <a:cubicBezTo>
                    <a:pt x="2724" y="2772"/>
                    <a:pt x="3452" y="2487"/>
                    <a:pt x="3167" y="1790"/>
                  </a:cubicBezTo>
                  <a:cubicBezTo>
                    <a:pt x="3003" y="1406"/>
                    <a:pt x="2732" y="1317"/>
                    <a:pt x="2521" y="1317"/>
                  </a:cubicBezTo>
                  <a:cubicBezTo>
                    <a:pt x="2367" y="1317"/>
                    <a:pt x="2244" y="1365"/>
                    <a:pt x="2217" y="1378"/>
                  </a:cubicBezTo>
                  <a:cubicBezTo>
                    <a:pt x="2249" y="1315"/>
                    <a:pt x="2534" y="776"/>
                    <a:pt x="1584" y="206"/>
                  </a:cubicBezTo>
                  <a:cubicBezTo>
                    <a:pt x="1331" y="57"/>
                    <a:pt x="1103" y="1"/>
                    <a:pt x="904"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5"/>
            <p:cNvSpPr/>
            <p:nvPr/>
          </p:nvSpPr>
          <p:spPr>
            <a:xfrm>
              <a:off x="706792" y="3969599"/>
              <a:ext cx="52385" cy="66431"/>
            </a:xfrm>
            <a:custGeom>
              <a:avLst/>
              <a:gdLst/>
              <a:ahLst/>
              <a:cxnLst/>
              <a:rect l="l" t="t" r="r" b="b"/>
              <a:pathLst>
                <a:path w="1641" h="2081" extrusionOk="0">
                  <a:moveTo>
                    <a:pt x="890" y="1"/>
                  </a:moveTo>
                  <a:cubicBezTo>
                    <a:pt x="403" y="1"/>
                    <a:pt x="1" y="324"/>
                    <a:pt x="89" y="1182"/>
                  </a:cubicBezTo>
                  <a:cubicBezTo>
                    <a:pt x="173" y="1916"/>
                    <a:pt x="562" y="2081"/>
                    <a:pt x="880" y="2081"/>
                  </a:cubicBezTo>
                  <a:cubicBezTo>
                    <a:pt x="1042" y="2081"/>
                    <a:pt x="1186" y="2038"/>
                    <a:pt x="1261" y="2006"/>
                  </a:cubicBezTo>
                  <a:lnTo>
                    <a:pt x="1324" y="2006"/>
                  </a:lnTo>
                  <a:lnTo>
                    <a:pt x="1641" y="201"/>
                  </a:lnTo>
                  <a:cubicBezTo>
                    <a:pt x="1609" y="169"/>
                    <a:pt x="1577" y="169"/>
                    <a:pt x="1546" y="169"/>
                  </a:cubicBezTo>
                  <a:cubicBezTo>
                    <a:pt x="1333" y="63"/>
                    <a:pt x="1103" y="1"/>
                    <a:pt x="890" y="1"/>
                  </a:cubicBezTo>
                  <a:close/>
                </a:path>
              </a:pathLst>
            </a:custGeom>
            <a:solidFill>
              <a:srgbClr val="D49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5"/>
            <p:cNvSpPr/>
            <p:nvPr/>
          </p:nvSpPr>
          <p:spPr>
            <a:xfrm>
              <a:off x="1165550" y="3968737"/>
              <a:ext cx="51587" cy="66846"/>
            </a:xfrm>
            <a:custGeom>
              <a:avLst/>
              <a:gdLst/>
              <a:ahLst/>
              <a:cxnLst/>
              <a:rect l="l" t="t" r="r" b="b"/>
              <a:pathLst>
                <a:path w="1616" h="2094" extrusionOk="0">
                  <a:moveTo>
                    <a:pt x="779" y="0"/>
                  </a:moveTo>
                  <a:cubicBezTo>
                    <a:pt x="528" y="0"/>
                    <a:pt x="256" y="89"/>
                    <a:pt x="1" y="228"/>
                  </a:cubicBezTo>
                  <a:lnTo>
                    <a:pt x="1" y="259"/>
                  </a:lnTo>
                  <a:lnTo>
                    <a:pt x="32" y="386"/>
                  </a:lnTo>
                  <a:lnTo>
                    <a:pt x="317" y="2033"/>
                  </a:lnTo>
                  <a:lnTo>
                    <a:pt x="349" y="2033"/>
                  </a:lnTo>
                  <a:cubicBezTo>
                    <a:pt x="424" y="2054"/>
                    <a:pt x="572" y="2094"/>
                    <a:pt x="739" y="2094"/>
                  </a:cubicBezTo>
                  <a:cubicBezTo>
                    <a:pt x="1066" y="2094"/>
                    <a:pt x="1469" y="1943"/>
                    <a:pt x="1553" y="1209"/>
                  </a:cubicBezTo>
                  <a:cubicBezTo>
                    <a:pt x="1616" y="513"/>
                    <a:pt x="1394" y="164"/>
                    <a:pt x="1046" y="38"/>
                  </a:cubicBezTo>
                  <a:cubicBezTo>
                    <a:pt x="961" y="12"/>
                    <a:pt x="872" y="0"/>
                    <a:pt x="779" y="0"/>
                  </a:cubicBezTo>
                  <a:close/>
                </a:path>
              </a:pathLst>
            </a:custGeom>
            <a:solidFill>
              <a:srgbClr val="D49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5"/>
            <p:cNvSpPr/>
            <p:nvPr/>
          </p:nvSpPr>
          <p:spPr>
            <a:xfrm>
              <a:off x="875406" y="4065973"/>
              <a:ext cx="172924" cy="114251"/>
            </a:xfrm>
            <a:custGeom>
              <a:avLst/>
              <a:gdLst/>
              <a:ahLst/>
              <a:cxnLst/>
              <a:rect l="l" t="t" r="r" b="b"/>
              <a:pathLst>
                <a:path w="5417" h="3579" extrusionOk="0">
                  <a:moveTo>
                    <a:pt x="2724" y="0"/>
                  </a:moveTo>
                  <a:cubicBezTo>
                    <a:pt x="1236" y="0"/>
                    <a:pt x="1" y="792"/>
                    <a:pt x="1" y="1805"/>
                  </a:cubicBezTo>
                  <a:cubicBezTo>
                    <a:pt x="1" y="2787"/>
                    <a:pt x="1236" y="3579"/>
                    <a:pt x="2724" y="3579"/>
                  </a:cubicBezTo>
                  <a:cubicBezTo>
                    <a:pt x="4213" y="3579"/>
                    <a:pt x="5416" y="2787"/>
                    <a:pt x="5416" y="1805"/>
                  </a:cubicBezTo>
                  <a:cubicBezTo>
                    <a:pt x="5416" y="792"/>
                    <a:pt x="4213" y="0"/>
                    <a:pt x="2724"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5"/>
            <p:cNvSpPr/>
            <p:nvPr/>
          </p:nvSpPr>
          <p:spPr>
            <a:xfrm>
              <a:off x="861265" y="4094256"/>
              <a:ext cx="162805" cy="160794"/>
            </a:xfrm>
            <a:custGeom>
              <a:avLst/>
              <a:gdLst/>
              <a:ahLst/>
              <a:cxnLst/>
              <a:rect l="l" t="t" r="r" b="b"/>
              <a:pathLst>
                <a:path w="5100" h="5037" extrusionOk="0">
                  <a:moveTo>
                    <a:pt x="2566" y="1"/>
                  </a:moveTo>
                  <a:cubicBezTo>
                    <a:pt x="2154" y="1"/>
                    <a:pt x="1742" y="96"/>
                    <a:pt x="1394" y="286"/>
                  </a:cubicBezTo>
                  <a:cubicBezTo>
                    <a:pt x="1204" y="381"/>
                    <a:pt x="1014" y="508"/>
                    <a:pt x="855" y="666"/>
                  </a:cubicBezTo>
                  <a:cubicBezTo>
                    <a:pt x="349" y="1109"/>
                    <a:pt x="0" y="1774"/>
                    <a:pt x="0" y="2534"/>
                  </a:cubicBezTo>
                  <a:cubicBezTo>
                    <a:pt x="0" y="2566"/>
                    <a:pt x="0" y="2598"/>
                    <a:pt x="32" y="2629"/>
                  </a:cubicBezTo>
                  <a:cubicBezTo>
                    <a:pt x="32" y="2851"/>
                    <a:pt x="64" y="3105"/>
                    <a:pt x="127" y="3295"/>
                  </a:cubicBezTo>
                  <a:cubicBezTo>
                    <a:pt x="380" y="4023"/>
                    <a:pt x="919" y="4593"/>
                    <a:pt x="1615" y="4846"/>
                  </a:cubicBezTo>
                  <a:cubicBezTo>
                    <a:pt x="1679" y="4910"/>
                    <a:pt x="1774" y="4941"/>
                    <a:pt x="1869" y="4941"/>
                  </a:cubicBezTo>
                  <a:cubicBezTo>
                    <a:pt x="2059" y="5005"/>
                    <a:pt x="2249" y="5036"/>
                    <a:pt x="2407" y="5036"/>
                  </a:cubicBezTo>
                  <a:lnTo>
                    <a:pt x="2566" y="5036"/>
                  </a:lnTo>
                  <a:cubicBezTo>
                    <a:pt x="3674" y="5036"/>
                    <a:pt x="4624" y="4340"/>
                    <a:pt x="4972" y="3358"/>
                  </a:cubicBezTo>
                  <a:lnTo>
                    <a:pt x="5004" y="3263"/>
                  </a:lnTo>
                  <a:cubicBezTo>
                    <a:pt x="5036" y="3136"/>
                    <a:pt x="5067" y="2978"/>
                    <a:pt x="5067" y="2851"/>
                  </a:cubicBezTo>
                  <a:cubicBezTo>
                    <a:pt x="5067" y="2819"/>
                    <a:pt x="5099" y="2819"/>
                    <a:pt x="5099" y="2788"/>
                  </a:cubicBezTo>
                  <a:cubicBezTo>
                    <a:pt x="5099" y="2788"/>
                    <a:pt x="5099" y="2756"/>
                    <a:pt x="5099" y="2756"/>
                  </a:cubicBezTo>
                  <a:cubicBezTo>
                    <a:pt x="5099" y="2661"/>
                    <a:pt x="5099" y="2598"/>
                    <a:pt x="5099" y="2534"/>
                  </a:cubicBezTo>
                  <a:cubicBezTo>
                    <a:pt x="5099" y="1774"/>
                    <a:pt x="4782" y="1109"/>
                    <a:pt x="4276" y="666"/>
                  </a:cubicBezTo>
                  <a:cubicBezTo>
                    <a:pt x="3991" y="381"/>
                    <a:pt x="3611" y="191"/>
                    <a:pt x="3199" y="96"/>
                  </a:cubicBezTo>
                  <a:cubicBezTo>
                    <a:pt x="3104" y="64"/>
                    <a:pt x="2977" y="33"/>
                    <a:pt x="2851" y="33"/>
                  </a:cubicBezTo>
                  <a:cubicBezTo>
                    <a:pt x="2756" y="1"/>
                    <a:pt x="2661" y="1"/>
                    <a:pt x="25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5"/>
            <p:cNvSpPr/>
            <p:nvPr/>
          </p:nvSpPr>
          <p:spPr>
            <a:xfrm>
              <a:off x="861265" y="4097225"/>
              <a:ext cx="163794" cy="158591"/>
            </a:xfrm>
            <a:custGeom>
              <a:avLst/>
              <a:gdLst/>
              <a:ahLst/>
              <a:cxnLst/>
              <a:rect l="l" t="t" r="r" b="b"/>
              <a:pathLst>
                <a:path w="5131" h="4968" extrusionOk="0">
                  <a:moveTo>
                    <a:pt x="3263" y="1"/>
                  </a:moveTo>
                  <a:cubicBezTo>
                    <a:pt x="3241" y="1"/>
                    <a:pt x="3220" y="1"/>
                    <a:pt x="3199" y="3"/>
                  </a:cubicBezTo>
                  <a:cubicBezTo>
                    <a:pt x="2977" y="3"/>
                    <a:pt x="2756" y="98"/>
                    <a:pt x="2629" y="351"/>
                  </a:cubicBezTo>
                  <a:cubicBezTo>
                    <a:pt x="2546" y="517"/>
                    <a:pt x="2468" y="576"/>
                    <a:pt x="2388" y="576"/>
                  </a:cubicBezTo>
                  <a:cubicBezTo>
                    <a:pt x="2252" y="576"/>
                    <a:pt x="2111" y="407"/>
                    <a:pt x="1932" y="288"/>
                  </a:cubicBezTo>
                  <a:cubicBezTo>
                    <a:pt x="1818" y="220"/>
                    <a:pt x="1704" y="167"/>
                    <a:pt x="1566" y="167"/>
                  </a:cubicBezTo>
                  <a:cubicBezTo>
                    <a:pt x="1513" y="167"/>
                    <a:pt x="1456" y="175"/>
                    <a:pt x="1394" y="193"/>
                  </a:cubicBezTo>
                  <a:cubicBezTo>
                    <a:pt x="1109" y="288"/>
                    <a:pt x="950" y="415"/>
                    <a:pt x="855" y="573"/>
                  </a:cubicBezTo>
                  <a:cubicBezTo>
                    <a:pt x="729" y="731"/>
                    <a:pt x="729" y="953"/>
                    <a:pt x="697" y="1238"/>
                  </a:cubicBezTo>
                  <a:cubicBezTo>
                    <a:pt x="665" y="1871"/>
                    <a:pt x="95" y="1555"/>
                    <a:pt x="32" y="2536"/>
                  </a:cubicBezTo>
                  <a:cubicBezTo>
                    <a:pt x="32" y="2568"/>
                    <a:pt x="0" y="2600"/>
                    <a:pt x="0" y="2600"/>
                  </a:cubicBezTo>
                  <a:cubicBezTo>
                    <a:pt x="0" y="2980"/>
                    <a:pt x="32" y="3138"/>
                    <a:pt x="127" y="3202"/>
                  </a:cubicBezTo>
                  <a:cubicBezTo>
                    <a:pt x="317" y="3360"/>
                    <a:pt x="634" y="3202"/>
                    <a:pt x="855" y="3645"/>
                  </a:cubicBezTo>
                  <a:cubicBezTo>
                    <a:pt x="1109" y="4152"/>
                    <a:pt x="1204" y="4532"/>
                    <a:pt x="1615" y="4753"/>
                  </a:cubicBezTo>
                  <a:cubicBezTo>
                    <a:pt x="1679" y="4817"/>
                    <a:pt x="1742" y="4848"/>
                    <a:pt x="1837" y="4880"/>
                  </a:cubicBezTo>
                  <a:cubicBezTo>
                    <a:pt x="1932" y="4912"/>
                    <a:pt x="2027" y="4943"/>
                    <a:pt x="2122" y="4943"/>
                  </a:cubicBezTo>
                  <a:cubicBezTo>
                    <a:pt x="2186" y="4959"/>
                    <a:pt x="2241" y="4967"/>
                    <a:pt x="2288" y="4967"/>
                  </a:cubicBezTo>
                  <a:cubicBezTo>
                    <a:pt x="2336" y="4967"/>
                    <a:pt x="2376" y="4959"/>
                    <a:pt x="2407" y="4943"/>
                  </a:cubicBezTo>
                  <a:cubicBezTo>
                    <a:pt x="2439" y="4943"/>
                    <a:pt x="2471" y="4912"/>
                    <a:pt x="2502" y="4912"/>
                  </a:cubicBezTo>
                  <a:cubicBezTo>
                    <a:pt x="2928" y="4699"/>
                    <a:pt x="2916" y="3990"/>
                    <a:pt x="3559" y="3990"/>
                  </a:cubicBezTo>
                  <a:cubicBezTo>
                    <a:pt x="3586" y="3990"/>
                    <a:pt x="3613" y="3991"/>
                    <a:pt x="3642" y="3993"/>
                  </a:cubicBezTo>
                  <a:cubicBezTo>
                    <a:pt x="3769" y="3993"/>
                    <a:pt x="3927" y="3993"/>
                    <a:pt x="4054" y="3962"/>
                  </a:cubicBezTo>
                  <a:cubicBezTo>
                    <a:pt x="4497" y="3898"/>
                    <a:pt x="4814" y="3645"/>
                    <a:pt x="4972" y="3265"/>
                  </a:cubicBezTo>
                  <a:lnTo>
                    <a:pt x="5004" y="3170"/>
                  </a:lnTo>
                  <a:cubicBezTo>
                    <a:pt x="5036" y="3043"/>
                    <a:pt x="5067" y="2916"/>
                    <a:pt x="5067" y="2758"/>
                  </a:cubicBezTo>
                  <a:cubicBezTo>
                    <a:pt x="5067" y="2726"/>
                    <a:pt x="5099" y="2726"/>
                    <a:pt x="5099" y="2695"/>
                  </a:cubicBezTo>
                  <a:cubicBezTo>
                    <a:pt x="5099" y="2695"/>
                    <a:pt x="5099" y="2663"/>
                    <a:pt x="5099" y="2663"/>
                  </a:cubicBezTo>
                  <a:cubicBezTo>
                    <a:pt x="5131" y="2156"/>
                    <a:pt x="4909" y="2125"/>
                    <a:pt x="4687" y="2061"/>
                  </a:cubicBezTo>
                  <a:cubicBezTo>
                    <a:pt x="4529" y="2061"/>
                    <a:pt x="4371" y="2030"/>
                    <a:pt x="4276" y="1871"/>
                  </a:cubicBezTo>
                  <a:cubicBezTo>
                    <a:pt x="4117" y="1586"/>
                    <a:pt x="4307" y="1333"/>
                    <a:pt x="4371" y="1016"/>
                  </a:cubicBezTo>
                  <a:cubicBezTo>
                    <a:pt x="4371" y="890"/>
                    <a:pt x="4371" y="731"/>
                    <a:pt x="4276" y="573"/>
                  </a:cubicBezTo>
                  <a:cubicBezTo>
                    <a:pt x="4095" y="273"/>
                    <a:pt x="3659" y="1"/>
                    <a:pt x="3263" y="1"/>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5"/>
            <p:cNvSpPr/>
            <p:nvPr/>
          </p:nvSpPr>
          <p:spPr>
            <a:xfrm>
              <a:off x="893602" y="4144821"/>
              <a:ext cx="14206" cy="7119"/>
            </a:xfrm>
            <a:custGeom>
              <a:avLst/>
              <a:gdLst/>
              <a:ahLst/>
              <a:cxnLst/>
              <a:rect l="l" t="t" r="r" b="b"/>
              <a:pathLst>
                <a:path w="445" h="223" extrusionOk="0">
                  <a:moveTo>
                    <a:pt x="1" y="0"/>
                  </a:moveTo>
                  <a:lnTo>
                    <a:pt x="1" y="222"/>
                  </a:lnTo>
                  <a:lnTo>
                    <a:pt x="444" y="222"/>
                  </a:lnTo>
                  <a:lnTo>
                    <a:pt x="4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5"/>
            <p:cNvSpPr/>
            <p:nvPr/>
          </p:nvSpPr>
          <p:spPr>
            <a:xfrm>
              <a:off x="943146" y="4119539"/>
              <a:ext cx="7119" cy="13184"/>
            </a:xfrm>
            <a:custGeom>
              <a:avLst/>
              <a:gdLst/>
              <a:ahLst/>
              <a:cxnLst/>
              <a:rect l="l" t="t" r="r" b="b"/>
              <a:pathLst>
                <a:path w="223" h="413" extrusionOk="0">
                  <a:moveTo>
                    <a:pt x="1" y="1"/>
                  </a:moveTo>
                  <a:lnTo>
                    <a:pt x="1" y="412"/>
                  </a:lnTo>
                  <a:lnTo>
                    <a:pt x="222" y="412"/>
                  </a:lnTo>
                  <a:lnTo>
                    <a:pt x="2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5"/>
            <p:cNvSpPr/>
            <p:nvPr/>
          </p:nvSpPr>
          <p:spPr>
            <a:xfrm>
              <a:off x="889580" y="4184246"/>
              <a:ext cx="18228" cy="14174"/>
            </a:xfrm>
            <a:custGeom>
              <a:avLst/>
              <a:gdLst/>
              <a:ahLst/>
              <a:cxnLst/>
              <a:rect l="l" t="t" r="r" b="b"/>
              <a:pathLst>
                <a:path w="571" h="444" extrusionOk="0">
                  <a:moveTo>
                    <a:pt x="348" y="0"/>
                  </a:moveTo>
                  <a:lnTo>
                    <a:pt x="0" y="286"/>
                  </a:lnTo>
                  <a:lnTo>
                    <a:pt x="127" y="444"/>
                  </a:lnTo>
                  <a:lnTo>
                    <a:pt x="570" y="159"/>
                  </a:lnTo>
                  <a:lnTo>
                    <a:pt x="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p:cNvSpPr/>
            <p:nvPr/>
          </p:nvSpPr>
          <p:spPr>
            <a:xfrm>
              <a:off x="919906" y="4214572"/>
              <a:ext cx="13152" cy="7119"/>
            </a:xfrm>
            <a:custGeom>
              <a:avLst/>
              <a:gdLst/>
              <a:ahLst/>
              <a:cxnLst/>
              <a:rect l="l" t="t" r="r" b="b"/>
              <a:pathLst>
                <a:path w="412" h="223" extrusionOk="0">
                  <a:moveTo>
                    <a:pt x="0" y="1"/>
                  </a:moveTo>
                  <a:lnTo>
                    <a:pt x="0" y="222"/>
                  </a:lnTo>
                  <a:lnTo>
                    <a:pt x="412" y="222"/>
                  </a:lnTo>
                  <a:lnTo>
                    <a:pt x="4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5"/>
            <p:cNvSpPr/>
            <p:nvPr/>
          </p:nvSpPr>
          <p:spPr>
            <a:xfrm>
              <a:off x="963353" y="4198387"/>
              <a:ext cx="16217" cy="4086"/>
            </a:xfrm>
            <a:custGeom>
              <a:avLst/>
              <a:gdLst/>
              <a:ahLst/>
              <a:cxnLst/>
              <a:rect l="l" t="t" r="r" b="b"/>
              <a:pathLst>
                <a:path w="508" h="128" extrusionOk="0">
                  <a:moveTo>
                    <a:pt x="96" y="1"/>
                  </a:moveTo>
                  <a:lnTo>
                    <a:pt x="1" y="128"/>
                  </a:lnTo>
                  <a:lnTo>
                    <a:pt x="508" y="128"/>
                  </a:lnTo>
                  <a:lnTo>
                    <a:pt x="5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5"/>
            <p:cNvSpPr/>
            <p:nvPr/>
          </p:nvSpPr>
          <p:spPr>
            <a:xfrm>
              <a:off x="975483" y="4141789"/>
              <a:ext cx="12194" cy="18228"/>
            </a:xfrm>
            <a:custGeom>
              <a:avLst/>
              <a:gdLst/>
              <a:ahLst/>
              <a:cxnLst/>
              <a:rect l="l" t="t" r="r" b="b"/>
              <a:pathLst>
                <a:path w="382" h="571" extrusionOk="0">
                  <a:moveTo>
                    <a:pt x="128" y="0"/>
                  </a:moveTo>
                  <a:lnTo>
                    <a:pt x="1" y="127"/>
                  </a:lnTo>
                  <a:lnTo>
                    <a:pt x="128" y="570"/>
                  </a:lnTo>
                  <a:lnTo>
                    <a:pt x="381" y="570"/>
                  </a:lnTo>
                  <a:lnTo>
                    <a:pt x="1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5"/>
            <p:cNvSpPr/>
            <p:nvPr/>
          </p:nvSpPr>
          <p:spPr>
            <a:xfrm>
              <a:off x="919906" y="4151908"/>
              <a:ext cx="46511" cy="46511"/>
            </a:xfrm>
            <a:custGeom>
              <a:avLst/>
              <a:gdLst/>
              <a:ahLst/>
              <a:cxnLst/>
              <a:rect l="l" t="t" r="r" b="b"/>
              <a:pathLst>
                <a:path w="1457" h="1457" extrusionOk="0">
                  <a:moveTo>
                    <a:pt x="729" y="0"/>
                  </a:moveTo>
                  <a:cubicBezTo>
                    <a:pt x="317" y="0"/>
                    <a:pt x="0" y="317"/>
                    <a:pt x="0" y="728"/>
                  </a:cubicBezTo>
                  <a:cubicBezTo>
                    <a:pt x="0" y="1108"/>
                    <a:pt x="317" y="1457"/>
                    <a:pt x="729" y="1457"/>
                  </a:cubicBezTo>
                  <a:cubicBezTo>
                    <a:pt x="1109" y="1457"/>
                    <a:pt x="1457" y="1108"/>
                    <a:pt x="1457" y="728"/>
                  </a:cubicBezTo>
                  <a:cubicBezTo>
                    <a:pt x="1457" y="317"/>
                    <a:pt x="1109" y="0"/>
                    <a:pt x="729"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5"/>
            <p:cNvSpPr/>
            <p:nvPr/>
          </p:nvSpPr>
          <p:spPr>
            <a:xfrm>
              <a:off x="938102" y="4097225"/>
              <a:ext cx="85967" cy="157825"/>
            </a:xfrm>
            <a:custGeom>
              <a:avLst/>
              <a:gdLst/>
              <a:ahLst/>
              <a:cxnLst/>
              <a:rect l="l" t="t" r="r" b="b"/>
              <a:pathLst>
                <a:path w="2693" h="4944" extrusionOk="0">
                  <a:moveTo>
                    <a:pt x="856" y="1"/>
                  </a:moveTo>
                  <a:cubicBezTo>
                    <a:pt x="834" y="1"/>
                    <a:pt x="813" y="1"/>
                    <a:pt x="792" y="3"/>
                  </a:cubicBezTo>
                  <a:cubicBezTo>
                    <a:pt x="792" y="3"/>
                    <a:pt x="1520" y="351"/>
                    <a:pt x="1964" y="1016"/>
                  </a:cubicBezTo>
                  <a:cubicBezTo>
                    <a:pt x="2122" y="1301"/>
                    <a:pt x="2280" y="1650"/>
                    <a:pt x="2280" y="2061"/>
                  </a:cubicBezTo>
                  <a:cubicBezTo>
                    <a:pt x="2280" y="2251"/>
                    <a:pt x="2249" y="2410"/>
                    <a:pt x="2217" y="2600"/>
                  </a:cubicBezTo>
                  <a:cubicBezTo>
                    <a:pt x="2090" y="3233"/>
                    <a:pt x="1900" y="3645"/>
                    <a:pt x="1647" y="3962"/>
                  </a:cubicBezTo>
                  <a:cubicBezTo>
                    <a:pt x="1267" y="4500"/>
                    <a:pt x="760" y="4690"/>
                    <a:pt x="127" y="4912"/>
                  </a:cubicBezTo>
                  <a:cubicBezTo>
                    <a:pt x="95" y="4912"/>
                    <a:pt x="64" y="4943"/>
                    <a:pt x="0" y="4943"/>
                  </a:cubicBezTo>
                  <a:lnTo>
                    <a:pt x="159" y="4943"/>
                  </a:lnTo>
                  <a:cubicBezTo>
                    <a:pt x="1267" y="4943"/>
                    <a:pt x="2217" y="4247"/>
                    <a:pt x="2565" y="3265"/>
                  </a:cubicBezTo>
                  <a:lnTo>
                    <a:pt x="2597" y="3170"/>
                  </a:lnTo>
                  <a:cubicBezTo>
                    <a:pt x="2629" y="3043"/>
                    <a:pt x="2660" y="2916"/>
                    <a:pt x="2660" y="2758"/>
                  </a:cubicBezTo>
                  <a:cubicBezTo>
                    <a:pt x="2660" y="2726"/>
                    <a:pt x="2692" y="2726"/>
                    <a:pt x="2692" y="2695"/>
                  </a:cubicBezTo>
                  <a:cubicBezTo>
                    <a:pt x="2692" y="2695"/>
                    <a:pt x="2692" y="2663"/>
                    <a:pt x="2692" y="2663"/>
                  </a:cubicBezTo>
                  <a:cubicBezTo>
                    <a:pt x="2692" y="2568"/>
                    <a:pt x="2692" y="2505"/>
                    <a:pt x="2692" y="2441"/>
                  </a:cubicBezTo>
                  <a:cubicBezTo>
                    <a:pt x="2692" y="1681"/>
                    <a:pt x="2375" y="1016"/>
                    <a:pt x="1869" y="573"/>
                  </a:cubicBezTo>
                  <a:cubicBezTo>
                    <a:pt x="1688" y="273"/>
                    <a:pt x="1252" y="1"/>
                    <a:pt x="856" y="1"/>
                  </a:cubicBezTo>
                  <a:close/>
                </a:path>
              </a:pathLst>
            </a:custGeom>
            <a:solidFill>
              <a:srgbClr val="FFFFFF">
                <a:alpha val="26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5"/>
            <p:cNvSpPr/>
            <p:nvPr/>
          </p:nvSpPr>
          <p:spPr>
            <a:xfrm>
              <a:off x="902700" y="4135723"/>
              <a:ext cx="79902" cy="78880"/>
            </a:xfrm>
            <a:custGeom>
              <a:avLst/>
              <a:gdLst/>
              <a:ahLst/>
              <a:cxnLst/>
              <a:rect l="l" t="t" r="r" b="b"/>
              <a:pathLst>
                <a:path w="2503" h="2471" extrusionOk="0">
                  <a:moveTo>
                    <a:pt x="1268" y="0"/>
                  </a:moveTo>
                  <a:cubicBezTo>
                    <a:pt x="571" y="0"/>
                    <a:pt x="1" y="539"/>
                    <a:pt x="1" y="1235"/>
                  </a:cubicBezTo>
                  <a:cubicBezTo>
                    <a:pt x="1" y="1901"/>
                    <a:pt x="571" y="2471"/>
                    <a:pt x="1268" y="2471"/>
                  </a:cubicBezTo>
                  <a:cubicBezTo>
                    <a:pt x="1964" y="2471"/>
                    <a:pt x="2503" y="1901"/>
                    <a:pt x="2503" y="1235"/>
                  </a:cubicBezTo>
                  <a:cubicBezTo>
                    <a:pt x="2503" y="539"/>
                    <a:pt x="1964" y="0"/>
                    <a:pt x="1268" y="0"/>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p:cNvSpPr/>
            <p:nvPr/>
          </p:nvSpPr>
          <p:spPr>
            <a:xfrm>
              <a:off x="861265" y="4094256"/>
              <a:ext cx="91011" cy="158751"/>
            </a:xfrm>
            <a:custGeom>
              <a:avLst/>
              <a:gdLst/>
              <a:ahLst/>
              <a:cxnLst/>
              <a:rect l="l" t="t" r="r" b="b"/>
              <a:pathLst>
                <a:path w="2851" h="4973" extrusionOk="0">
                  <a:moveTo>
                    <a:pt x="2566" y="1"/>
                  </a:moveTo>
                  <a:cubicBezTo>
                    <a:pt x="2154" y="1"/>
                    <a:pt x="1742" y="96"/>
                    <a:pt x="1394" y="286"/>
                  </a:cubicBezTo>
                  <a:cubicBezTo>
                    <a:pt x="1109" y="381"/>
                    <a:pt x="950" y="508"/>
                    <a:pt x="855" y="666"/>
                  </a:cubicBezTo>
                  <a:cubicBezTo>
                    <a:pt x="349" y="1109"/>
                    <a:pt x="0" y="1774"/>
                    <a:pt x="0" y="2534"/>
                  </a:cubicBezTo>
                  <a:cubicBezTo>
                    <a:pt x="0" y="2566"/>
                    <a:pt x="0" y="2598"/>
                    <a:pt x="32" y="2629"/>
                  </a:cubicBezTo>
                  <a:cubicBezTo>
                    <a:pt x="32" y="2661"/>
                    <a:pt x="0" y="2693"/>
                    <a:pt x="0" y="2693"/>
                  </a:cubicBezTo>
                  <a:cubicBezTo>
                    <a:pt x="0" y="3073"/>
                    <a:pt x="64" y="3231"/>
                    <a:pt x="127" y="3295"/>
                  </a:cubicBezTo>
                  <a:cubicBezTo>
                    <a:pt x="380" y="4023"/>
                    <a:pt x="919" y="4593"/>
                    <a:pt x="1615" y="4846"/>
                  </a:cubicBezTo>
                  <a:cubicBezTo>
                    <a:pt x="1679" y="4910"/>
                    <a:pt x="1742" y="4941"/>
                    <a:pt x="1837" y="4973"/>
                  </a:cubicBezTo>
                  <a:cubicBezTo>
                    <a:pt x="1869" y="4973"/>
                    <a:pt x="1869" y="4973"/>
                    <a:pt x="1869" y="4941"/>
                  </a:cubicBezTo>
                  <a:cubicBezTo>
                    <a:pt x="1996" y="4878"/>
                    <a:pt x="2059" y="4846"/>
                    <a:pt x="2059" y="4846"/>
                  </a:cubicBezTo>
                  <a:cubicBezTo>
                    <a:pt x="2059" y="4846"/>
                    <a:pt x="254" y="4625"/>
                    <a:pt x="412" y="2344"/>
                  </a:cubicBezTo>
                  <a:cubicBezTo>
                    <a:pt x="475" y="1299"/>
                    <a:pt x="1299" y="508"/>
                    <a:pt x="1932" y="191"/>
                  </a:cubicBezTo>
                  <a:cubicBezTo>
                    <a:pt x="2204" y="46"/>
                    <a:pt x="2465" y="15"/>
                    <a:pt x="2639" y="15"/>
                  </a:cubicBezTo>
                  <a:cubicBezTo>
                    <a:pt x="2769" y="15"/>
                    <a:pt x="2851" y="33"/>
                    <a:pt x="2851" y="33"/>
                  </a:cubicBezTo>
                  <a:cubicBezTo>
                    <a:pt x="2756" y="1"/>
                    <a:pt x="2661" y="1"/>
                    <a:pt x="2566" y="1"/>
                  </a:cubicBezTo>
                  <a:close/>
                </a:path>
              </a:pathLst>
            </a:custGeom>
            <a:solidFill>
              <a:srgbClr val="FFFFFF">
                <a:alpha val="26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5"/>
            <p:cNvSpPr/>
            <p:nvPr/>
          </p:nvSpPr>
          <p:spPr>
            <a:xfrm>
              <a:off x="653002" y="4175148"/>
              <a:ext cx="336687" cy="357468"/>
            </a:xfrm>
            <a:custGeom>
              <a:avLst/>
              <a:gdLst/>
              <a:ahLst/>
              <a:cxnLst/>
              <a:rect l="l" t="t" r="r" b="b"/>
              <a:pathLst>
                <a:path w="10547" h="11198" extrusionOk="0">
                  <a:moveTo>
                    <a:pt x="5733" y="0"/>
                  </a:moveTo>
                  <a:cubicBezTo>
                    <a:pt x="5543" y="95"/>
                    <a:pt x="5321" y="190"/>
                    <a:pt x="5131" y="285"/>
                  </a:cubicBezTo>
                  <a:lnTo>
                    <a:pt x="5099" y="285"/>
                  </a:lnTo>
                  <a:cubicBezTo>
                    <a:pt x="5004" y="349"/>
                    <a:pt x="4878" y="412"/>
                    <a:pt x="4783" y="507"/>
                  </a:cubicBezTo>
                  <a:cubicBezTo>
                    <a:pt x="919" y="2692"/>
                    <a:pt x="1" y="6714"/>
                    <a:pt x="286" y="8836"/>
                  </a:cubicBezTo>
                  <a:cubicBezTo>
                    <a:pt x="286" y="9026"/>
                    <a:pt x="317" y="9184"/>
                    <a:pt x="381" y="9343"/>
                  </a:cubicBezTo>
                  <a:cubicBezTo>
                    <a:pt x="444" y="9596"/>
                    <a:pt x="539" y="9818"/>
                    <a:pt x="697" y="10008"/>
                  </a:cubicBezTo>
                  <a:cubicBezTo>
                    <a:pt x="1213" y="10763"/>
                    <a:pt x="2179" y="11197"/>
                    <a:pt x="3377" y="11197"/>
                  </a:cubicBezTo>
                  <a:cubicBezTo>
                    <a:pt x="4238" y="11197"/>
                    <a:pt x="5220" y="10973"/>
                    <a:pt x="6239" y="10483"/>
                  </a:cubicBezTo>
                  <a:lnTo>
                    <a:pt x="6271" y="10483"/>
                  </a:lnTo>
                  <a:cubicBezTo>
                    <a:pt x="6588" y="10325"/>
                    <a:pt x="6936" y="10135"/>
                    <a:pt x="7284" y="9913"/>
                  </a:cubicBezTo>
                  <a:cubicBezTo>
                    <a:pt x="10546" y="7886"/>
                    <a:pt x="10483" y="3642"/>
                    <a:pt x="10388" y="3009"/>
                  </a:cubicBezTo>
                  <a:cubicBezTo>
                    <a:pt x="10388" y="2851"/>
                    <a:pt x="10198" y="2724"/>
                    <a:pt x="9945" y="2661"/>
                  </a:cubicBezTo>
                  <a:cubicBezTo>
                    <a:pt x="9786" y="2629"/>
                    <a:pt x="9533" y="2597"/>
                    <a:pt x="9311" y="2597"/>
                  </a:cubicBezTo>
                  <a:cubicBezTo>
                    <a:pt x="9202" y="2591"/>
                    <a:pt x="9090" y="2589"/>
                    <a:pt x="8977" y="2589"/>
                  </a:cubicBezTo>
                  <a:cubicBezTo>
                    <a:pt x="8498" y="2589"/>
                    <a:pt x="8004" y="2635"/>
                    <a:pt x="7696" y="2661"/>
                  </a:cubicBezTo>
                  <a:cubicBezTo>
                    <a:pt x="7601" y="2692"/>
                    <a:pt x="7538" y="2692"/>
                    <a:pt x="7474" y="2724"/>
                  </a:cubicBezTo>
                  <a:cubicBezTo>
                    <a:pt x="7094" y="2819"/>
                    <a:pt x="7411" y="3231"/>
                    <a:pt x="7284" y="4054"/>
                  </a:cubicBezTo>
                  <a:cubicBezTo>
                    <a:pt x="7158" y="4941"/>
                    <a:pt x="6429" y="6999"/>
                    <a:pt x="4814" y="7411"/>
                  </a:cubicBezTo>
                  <a:cubicBezTo>
                    <a:pt x="4622" y="7455"/>
                    <a:pt x="4456" y="7475"/>
                    <a:pt x="4311" y="7475"/>
                  </a:cubicBezTo>
                  <a:cubicBezTo>
                    <a:pt x="3526" y="7475"/>
                    <a:pt x="3399" y="6889"/>
                    <a:pt x="3452" y="6461"/>
                  </a:cubicBezTo>
                  <a:cubicBezTo>
                    <a:pt x="3801" y="4402"/>
                    <a:pt x="6081" y="95"/>
                    <a:pt x="6081" y="95"/>
                  </a:cubicBezTo>
                  <a:lnTo>
                    <a:pt x="5733" y="0"/>
                  </a:ln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5"/>
            <p:cNvSpPr/>
            <p:nvPr/>
          </p:nvSpPr>
          <p:spPr>
            <a:xfrm>
              <a:off x="898678" y="4191332"/>
              <a:ext cx="74826" cy="68761"/>
            </a:xfrm>
            <a:custGeom>
              <a:avLst/>
              <a:gdLst/>
              <a:ahLst/>
              <a:cxnLst/>
              <a:rect l="l" t="t" r="r" b="b"/>
              <a:pathLst>
                <a:path w="2344" h="2154" extrusionOk="0">
                  <a:moveTo>
                    <a:pt x="1172" y="0"/>
                  </a:moveTo>
                  <a:cubicBezTo>
                    <a:pt x="0" y="0"/>
                    <a:pt x="0" y="2154"/>
                    <a:pt x="0" y="2154"/>
                  </a:cubicBezTo>
                  <a:lnTo>
                    <a:pt x="2249" y="2154"/>
                  </a:lnTo>
                  <a:cubicBezTo>
                    <a:pt x="2249" y="2154"/>
                    <a:pt x="2344" y="0"/>
                    <a:pt x="1172" y="0"/>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p:nvPr/>
          </p:nvSpPr>
          <p:spPr>
            <a:xfrm>
              <a:off x="976505" y="4494596"/>
              <a:ext cx="117315" cy="97427"/>
            </a:xfrm>
            <a:custGeom>
              <a:avLst/>
              <a:gdLst/>
              <a:ahLst/>
              <a:cxnLst/>
              <a:rect l="l" t="t" r="r" b="b"/>
              <a:pathLst>
                <a:path w="3675" h="3052" extrusionOk="0">
                  <a:moveTo>
                    <a:pt x="2724" y="1"/>
                  </a:moveTo>
                  <a:lnTo>
                    <a:pt x="2724" y="33"/>
                  </a:lnTo>
                  <a:cubicBezTo>
                    <a:pt x="2724" y="33"/>
                    <a:pt x="2724" y="64"/>
                    <a:pt x="2724" y="96"/>
                  </a:cubicBezTo>
                  <a:cubicBezTo>
                    <a:pt x="2724" y="286"/>
                    <a:pt x="2598" y="634"/>
                    <a:pt x="1901" y="666"/>
                  </a:cubicBezTo>
                  <a:cubicBezTo>
                    <a:pt x="1861" y="667"/>
                    <a:pt x="1823" y="668"/>
                    <a:pt x="1786" y="668"/>
                  </a:cubicBezTo>
                  <a:cubicBezTo>
                    <a:pt x="982" y="668"/>
                    <a:pt x="982" y="349"/>
                    <a:pt x="982" y="349"/>
                  </a:cubicBezTo>
                  <a:cubicBezTo>
                    <a:pt x="982" y="349"/>
                    <a:pt x="892" y="282"/>
                    <a:pt x="764" y="282"/>
                  </a:cubicBezTo>
                  <a:cubicBezTo>
                    <a:pt x="628" y="282"/>
                    <a:pt x="448" y="357"/>
                    <a:pt x="286" y="666"/>
                  </a:cubicBezTo>
                  <a:cubicBezTo>
                    <a:pt x="1" y="1173"/>
                    <a:pt x="1" y="1806"/>
                    <a:pt x="381" y="2376"/>
                  </a:cubicBezTo>
                  <a:cubicBezTo>
                    <a:pt x="444" y="2503"/>
                    <a:pt x="539" y="2598"/>
                    <a:pt x="634" y="2724"/>
                  </a:cubicBezTo>
                  <a:cubicBezTo>
                    <a:pt x="838" y="2950"/>
                    <a:pt x="1203" y="3052"/>
                    <a:pt x="1613" y="3052"/>
                  </a:cubicBezTo>
                  <a:cubicBezTo>
                    <a:pt x="2411" y="3052"/>
                    <a:pt x="3381" y="2666"/>
                    <a:pt x="3674" y="2059"/>
                  </a:cubicBezTo>
                  <a:lnTo>
                    <a:pt x="3421" y="1489"/>
                  </a:lnTo>
                  <a:lnTo>
                    <a:pt x="2724" y="1"/>
                  </a:ln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5"/>
            <p:cNvSpPr/>
            <p:nvPr/>
          </p:nvSpPr>
          <p:spPr>
            <a:xfrm>
              <a:off x="944167" y="4345805"/>
              <a:ext cx="150834" cy="170785"/>
            </a:xfrm>
            <a:custGeom>
              <a:avLst/>
              <a:gdLst/>
              <a:ahLst/>
              <a:cxnLst/>
              <a:rect l="l" t="t" r="r" b="b"/>
              <a:pathLst>
                <a:path w="4725" h="5350" extrusionOk="0">
                  <a:moveTo>
                    <a:pt x="2920" y="0"/>
                  </a:moveTo>
                  <a:cubicBezTo>
                    <a:pt x="2790" y="0"/>
                    <a:pt x="2651" y="13"/>
                    <a:pt x="2502" y="38"/>
                  </a:cubicBezTo>
                  <a:cubicBezTo>
                    <a:pt x="2407" y="70"/>
                    <a:pt x="2280" y="102"/>
                    <a:pt x="2154" y="133"/>
                  </a:cubicBezTo>
                  <a:cubicBezTo>
                    <a:pt x="0" y="767"/>
                    <a:pt x="1204" y="3617"/>
                    <a:pt x="1647" y="4155"/>
                  </a:cubicBezTo>
                  <a:cubicBezTo>
                    <a:pt x="2059" y="4662"/>
                    <a:pt x="1995" y="5010"/>
                    <a:pt x="1995" y="5010"/>
                  </a:cubicBezTo>
                  <a:cubicBezTo>
                    <a:pt x="1995" y="5010"/>
                    <a:pt x="2068" y="5350"/>
                    <a:pt x="2638" y="5350"/>
                  </a:cubicBezTo>
                  <a:cubicBezTo>
                    <a:pt x="2719" y="5350"/>
                    <a:pt x="2811" y="5343"/>
                    <a:pt x="2914" y="5327"/>
                  </a:cubicBezTo>
                  <a:cubicBezTo>
                    <a:pt x="3769" y="5169"/>
                    <a:pt x="3737" y="4662"/>
                    <a:pt x="3737" y="4662"/>
                  </a:cubicBezTo>
                  <a:cubicBezTo>
                    <a:pt x="3927" y="4155"/>
                    <a:pt x="4022" y="3997"/>
                    <a:pt x="4402" y="2888"/>
                  </a:cubicBezTo>
                  <a:cubicBezTo>
                    <a:pt x="4725" y="1920"/>
                    <a:pt x="4558" y="0"/>
                    <a:pt x="2920" y="0"/>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5"/>
            <p:cNvSpPr/>
            <p:nvPr/>
          </p:nvSpPr>
          <p:spPr>
            <a:xfrm>
              <a:off x="1013918" y="4586597"/>
              <a:ext cx="69783" cy="54300"/>
            </a:xfrm>
            <a:custGeom>
              <a:avLst/>
              <a:gdLst/>
              <a:ahLst/>
              <a:cxnLst/>
              <a:rect l="l" t="t" r="r" b="b"/>
              <a:pathLst>
                <a:path w="2186" h="1701" extrusionOk="0">
                  <a:moveTo>
                    <a:pt x="1394" y="1"/>
                  </a:moveTo>
                  <a:lnTo>
                    <a:pt x="950" y="96"/>
                  </a:lnTo>
                  <a:lnTo>
                    <a:pt x="665" y="159"/>
                  </a:lnTo>
                  <a:cubicBezTo>
                    <a:pt x="665" y="159"/>
                    <a:pt x="824" y="634"/>
                    <a:pt x="475" y="824"/>
                  </a:cubicBezTo>
                  <a:cubicBezTo>
                    <a:pt x="127" y="1014"/>
                    <a:pt x="0" y="1299"/>
                    <a:pt x="190" y="1521"/>
                  </a:cubicBezTo>
                  <a:cubicBezTo>
                    <a:pt x="293" y="1639"/>
                    <a:pt x="451" y="1688"/>
                    <a:pt x="610" y="1688"/>
                  </a:cubicBezTo>
                  <a:cubicBezTo>
                    <a:pt x="792" y="1688"/>
                    <a:pt x="975" y="1623"/>
                    <a:pt x="1077" y="1521"/>
                  </a:cubicBezTo>
                  <a:cubicBezTo>
                    <a:pt x="1110" y="1488"/>
                    <a:pt x="1141" y="1475"/>
                    <a:pt x="1173" y="1475"/>
                  </a:cubicBezTo>
                  <a:cubicBezTo>
                    <a:pt x="1305" y="1475"/>
                    <a:pt x="1443" y="1701"/>
                    <a:pt x="1677" y="1701"/>
                  </a:cubicBezTo>
                  <a:cubicBezTo>
                    <a:pt x="1717" y="1701"/>
                    <a:pt x="1760" y="1694"/>
                    <a:pt x="1806" y="1679"/>
                  </a:cubicBezTo>
                  <a:cubicBezTo>
                    <a:pt x="2186" y="1584"/>
                    <a:pt x="2186" y="1172"/>
                    <a:pt x="1806" y="951"/>
                  </a:cubicBezTo>
                  <a:cubicBezTo>
                    <a:pt x="1426" y="697"/>
                    <a:pt x="1362" y="666"/>
                    <a:pt x="1394" y="1"/>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5"/>
            <p:cNvSpPr/>
            <p:nvPr/>
          </p:nvSpPr>
          <p:spPr>
            <a:xfrm>
              <a:off x="1043223" y="4156952"/>
              <a:ext cx="265914" cy="412311"/>
            </a:xfrm>
            <a:custGeom>
              <a:avLst/>
              <a:gdLst/>
              <a:ahLst/>
              <a:cxnLst/>
              <a:rect l="l" t="t" r="r" b="b"/>
              <a:pathLst>
                <a:path w="8330" h="12916" extrusionOk="0">
                  <a:moveTo>
                    <a:pt x="1933" y="0"/>
                  </a:moveTo>
                  <a:lnTo>
                    <a:pt x="1933" y="0"/>
                  </a:lnTo>
                  <a:cubicBezTo>
                    <a:pt x="3263" y="1109"/>
                    <a:pt x="4054" y="4846"/>
                    <a:pt x="4054" y="4846"/>
                  </a:cubicBezTo>
                  <a:cubicBezTo>
                    <a:pt x="4054" y="4846"/>
                    <a:pt x="3991" y="6081"/>
                    <a:pt x="3073" y="7791"/>
                  </a:cubicBezTo>
                  <a:cubicBezTo>
                    <a:pt x="2154" y="9501"/>
                    <a:pt x="1" y="9691"/>
                    <a:pt x="793" y="11243"/>
                  </a:cubicBezTo>
                  <a:cubicBezTo>
                    <a:pt x="1304" y="12287"/>
                    <a:pt x="1572" y="12916"/>
                    <a:pt x="2262" y="12916"/>
                  </a:cubicBezTo>
                  <a:cubicBezTo>
                    <a:pt x="2597" y="12916"/>
                    <a:pt x="3032" y="12767"/>
                    <a:pt x="3643" y="12446"/>
                  </a:cubicBezTo>
                  <a:cubicBezTo>
                    <a:pt x="5638" y="11401"/>
                    <a:pt x="8330" y="8108"/>
                    <a:pt x="7190" y="4466"/>
                  </a:cubicBezTo>
                  <a:cubicBezTo>
                    <a:pt x="6018" y="824"/>
                    <a:pt x="1933" y="0"/>
                    <a:pt x="1933" y="0"/>
                  </a:cubicBezTo>
                  <a:close/>
                </a:path>
              </a:pathLst>
            </a:custGeom>
            <a:solidFill>
              <a:srgbClr val="C289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5"/>
            <p:cNvSpPr/>
            <p:nvPr/>
          </p:nvSpPr>
          <p:spPr>
            <a:xfrm>
              <a:off x="1063462" y="4156952"/>
              <a:ext cx="245676" cy="412598"/>
            </a:xfrm>
            <a:custGeom>
              <a:avLst/>
              <a:gdLst/>
              <a:ahLst/>
              <a:cxnLst/>
              <a:rect l="l" t="t" r="r" b="b"/>
              <a:pathLst>
                <a:path w="7696" h="12925" extrusionOk="0">
                  <a:moveTo>
                    <a:pt x="1299" y="0"/>
                  </a:moveTo>
                  <a:lnTo>
                    <a:pt x="1299" y="0"/>
                  </a:lnTo>
                  <a:cubicBezTo>
                    <a:pt x="2597" y="1109"/>
                    <a:pt x="3420" y="4846"/>
                    <a:pt x="3420" y="4846"/>
                  </a:cubicBezTo>
                  <a:cubicBezTo>
                    <a:pt x="3420" y="4846"/>
                    <a:pt x="3357" y="6081"/>
                    <a:pt x="2439" y="7791"/>
                  </a:cubicBezTo>
                  <a:cubicBezTo>
                    <a:pt x="1679" y="9216"/>
                    <a:pt x="32" y="9596"/>
                    <a:pt x="0" y="10578"/>
                  </a:cubicBezTo>
                  <a:lnTo>
                    <a:pt x="0" y="10610"/>
                  </a:lnTo>
                  <a:cubicBezTo>
                    <a:pt x="0" y="10610"/>
                    <a:pt x="0" y="10641"/>
                    <a:pt x="0" y="10673"/>
                  </a:cubicBezTo>
                  <a:cubicBezTo>
                    <a:pt x="0" y="10831"/>
                    <a:pt x="32" y="11021"/>
                    <a:pt x="159" y="11243"/>
                  </a:cubicBezTo>
                  <a:cubicBezTo>
                    <a:pt x="317" y="11560"/>
                    <a:pt x="444" y="11876"/>
                    <a:pt x="602" y="12098"/>
                  </a:cubicBezTo>
                  <a:cubicBezTo>
                    <a:pt x="729" y="12320"/>
                    <a:pt x="824" y="12510"/>
                    <a:pt x="950" y="12636"/>
                  </a:cubicBezTo>
                  <a:cubicBezTo>
                    <a:pt x="1137" y="12823"/>
                    <a:pt x="1349" y="12925"/>
                    <a:pt x="1628" y="12925"/>
                  </a:cubicBezTo>
                  <a:cubicBezTo>
                    <a:pt x="1966" y="12925"/>
                    <a:pt x="2402" y="12776"/>
                    <a:pt x="3009" y="12446"/>
                  </a:cubicBezTo>
                  <a:cubicBezTo>
                    <a:pt x="5036" y="11401"/>
                    <a:pt x="7696" y="8139"/>
                    <a:pt x="6556" y="4466"/>
                  </a:cubicBezTo>
                  <a:cubicBezTo>
                    <a:pt x="5796" y="2059"/>
                    <a:pt x="3737" y="887"/>
                    <a:pt x="2439" y="380"/>
                  </a:cubicBezTo>
                  <a:cubicBezTo>
                    <a:pt x="1774" y="95"/>
                    <a:pt x="1299" y="0"/>
                    <a:pt x="1299" y="0"/>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5"/>
            <p:cNvSpPr/>
            <p:nvPr/>
          </p:nvSpPr>
          <p:spPr>
            <a:xfrm>
              <a:off x="706792" y="3756612"/>
              <a:ext cx="182820" cy="418568"/>
            </a:xfrm>
            <a:custGeom>
              <a:avLst/>
              <a:gdLst/>
              <a:ahLst/>
              <a:cxnLst/>
              <a:rect l="l" t="t" r="r" b="b"/>
              <a:pathLst>
                <a:path w="5727" h="13112" extrusionOk="0">
                  <a:moveTo>
                    <a:pt x="5694" y="1"/>
                  </a:moveTo>
                  <a:cubicBezTo>
                    <a:pt x="2148" y="1014"/>
                    <a:pt x="1799" y="4466"/>
                    <a:pt x="1546" y="6841"/>
                  </a:cubicBezTo>
                  <a:cubicBezTo>
                    <a:pt x="1333" y="6735"/>
                    <a:pt x="1103" y="6673"/>
                    <a:pt x="890" y="6673"/>
                  </a:cubicBezTo>
                  <a:cubicBezTo>
                    <a:pt x="403" y="6673"/>
                    <a:pt x="1" y="6996"/>
                    <a:pt x="89" y="7854"/>
                  </a:cubicBezTo>
                  <a:cubicBezTo>
                    <a:pt x="173" y="8588"/>
                    <a:pt x="562" y="8753"/>
                    <a:pt x="880" y="8753"/>
                  </a:cubicBezTo>
                  <a:cubicBezTo>
                    <a:pt x="1042" y="8753"/>
                    <a:pt x="1186" y="8710"/>
                    <a:pt x="1261" y="8678"/>
                  </a:cubicBezTo>
                  <a:lnTo>
                    <a:pt x="1261" y="8678"/>
                  </a:lnTo>
                  <a:cubicBezTo>
                    <a:pt x="1071" y="10008"/>
                    <a:pt x="1324" y="12130"/>
                    <a:pt x="4079" y="13111"/>
                  </a:cubicBezTo>
                  <a:cubicBezTo>
                    <a:pt x="4111" y="12985"/>
                    <a:pt x="3953" y="12826"/>
                    <a:pt x="3636" y="12636"/>
                  </a:cubicBezTo>
                  <a:cubicBezTo>
                    <a:pt x="627" y="10958"/>
                    <a:pt x="2148" y="7474"/>
                    <a:pt x="2686" y="4054"/>
                  </a:cubicBezTo>
                  <a:cubicBezTo>
                    <a:pt x="3256" y="602"/>
                    <a:pt x="5726" y="127"/>
                    <a:pt x="5726" y="127"/>
                  </a:cubicBezTo>
                  <a:lnTo>
                    <a:pt x="5694" y="1"/>
                  </a:lnTo>
                  <a:close/>
                </a:path>
              </a:pathLst>
            </a:custGeom>
            <a:solidFill>
              <a:srgbClr val="FFFFFF">
                <a:alpha val="26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p:nvPr/>
          </p:nvSpPr>
          <p:spPr>
            <a:xfrm>
              <a:off x="675252" y="4191332"/>
              <a:ext cx="314437" cy="341283"/>
            </a:xfrm>
            <a:custGeom>
              <a:avLst/>
              <a:gdLst/>
              <a:ahLst/>
              <a:cxnLst/>
              <a:rect l="l" t="t" r="r" b="b"/>
              <a:pathLst>
                <a:path w="9850" h="10691" extrusionOk="0">
                  <a:moveTo>
                    <a:pt x="8171" y="0"/>
                  </a:moveTo>
                  <a:cubicBezTo>
                    <a:pt x="8171" y="0"/>
                    <a:pt x="8456" y="887"/>
                    <a:pt x="8614" y="2090"/>
                  </a:cubicBezTo>
                  <a:cubicBezTo>
                    <a:pt x="8614" y="2122"/>
                    <a:pt x="8614" y="2154"/>
                    <a:pt x="8614" y="2154"/>
                  </a:cubicBezTo>
                  <a:cubicBezTo>
                    <a:pt x="8773" y="3547"/>
                    <a:pt x="8709" y="5321"/>
                    <a:pt x="7886" y="6777"/>
                  </a:cubicBezTo>
                  <a:cubicBezTo>
                    <a:pt x="6711" y="8810"/>
                    <a:pt x="4152" y="10263"/>
                    <a:pt x="2102" y="10263"/>
                  </a:cubicBezTo>
                  <a:cubicBezTo>
                    <a:pt x="1278" y="10263"/>
                    <a:pt x="536" y="10028"/>
                    <a:pt x="0" y="9501"/>
                  </a:cubicBezTo>
                  <a:lnTo>
                    <a:pt x="0" y="9501"/>
                  </a:lnTo>
                  <a:cubicBezTo>
                    <a:pt x="516" y="10256"/>
                    <a:pt x="1482" y="10690"/>
                    <a:pt x="2680" y="10690"/>
                  </a:cubicBezTo>
                  <a:cubicBezTo>
                    <a:pt x="3541" y="10690"/>
                    <a:pt x="4523" y="10466"/>
                    <a:pt x="5542" y="9976"/>
                  </a:cubicBezTo>
                  <a:lnTo>
                    <a:pt x="5574" y="9976"/>
                  </a:lnTo>
                  <a:cubicBezTo>
                    <a:pt x="5891" y="9818"/>
                    <a:pt x="6239" y="9628"/>
                    <a:pt x="6587" y="9406"/>
                  </a:cubicBezTo>
                  <a:cubicBezTo>
                    <a:pt x="9849" y="7379"/>
                    <a:pt x="9786" y="3135"/>
                    <a:pt x="9691" y="2502"/>
                  </a:cubicBezTo>
                  <a:cubicBezTo>
                    <a:pt x="9691" y="2344"/>
                    <a:pt x="9501" y="2249"/>
                    <a:pt x="9248" y="2185"/>
                  </a:cubicBezTo>
                  <a:cubicBezTo>
                    <a:pt x="9248" y="2185"/>
                    <a:pt x="9343" y="0"/>
                    <a:pt x="8171" y="0"/>
                  </a:cubicBezTo>
                  <a:close/>
                </a:path>
              </a:pathLst>
            </a:custGeom>
            <a:solidFill>
              <a:srgbClr val="D197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5"/>
            <p:cNvSpPr/>
            <p:nvPr/>
          </p:nvSpPr>
          <p:spPr>
            <a:xfrm>
              <a:off x="988636" y="4169082"/>
              <a:ext cx="320502" cy="422941"/>
            </a:xfrm>
            <a:custGeom>
              <a:avLst/>
              <a:gdLst/>
              <a:ahLst/>
              <a:cxnLst/>
              <a:rect l="l" t="t" r="r" b="b"/>
              <a:pathLst>
                <a:path w="10040" h="13249" extrusionOk="0">
                  <a:moveTo>
                    <a:pt x="4783" y="0"/>
                  </a:moveTo>
                  <a:cubicBezTo>
                    <a:pt x="5923" y="887"/>
                    <a:pt x="8678" y="3484"/>
                    <a:pt x="7665" y="7253"/>
                  </a:cubicBezTo>
                  <a:cubicBezTo>
                    <a:pt x="6810" y="10546"/>
                    <a:pt x="3738" y="11528"/>
                    <a:pt x="3041" y="11686"/>
                  </a:cubicBezTo>
                  <a:cubicBezTo>
                    <a:pt x="3009" y="11718"/>
                    <a:pt x="2978" y="11718"/>
                    <a:pt x="2946" y="11718"/>
                  </a:cubicBezTo>
                  <a:lnTo>
                    <a:pt x="2883" y="11718"/>
                  </a:lnTo>
                  <a:cubicBezTo>
                    <a:pt x="2294" y="12448"/>
                    <a:pt x="1320" y="12618"/>
                    <a:pt x="612" y="12618"/>
                  </a:cubicBezTo>
                  <a:cubicBezTo>
                    <a:pt x="368" y="12618"/>
                    <a:pt x="155" y="12597"/>
                    <a:pt x="1" y="12573"/>
                  </a:cubicBezTo>
                  <a:lnTo>
                    <a:pt x="1" y="12573"/>
                  </a:lnTo>
                  <a:cubicBezTo>
                    <a:pt x="64" y="12700"/>
                    <a:pt x="159" y="12795"/>
                    <a:pt x="254" y="12921"/>
                  </a:cubicBezTo>
                  <a:cubicBezTo>
                    <a:pt x="458" y="13147"/>
                    <a:pt x="823" y="13249"/>
                    <a:pt x="1233" y="13249"/>
                  </a:cubicBezTo>
                  <a:cubicBezTo>
                    <a:pt x="2031" y="13249"/>
                    <a:pt x="3001" y="12863"/>
                    <a:pt x="3294" y="12256"/>
                  </a:cubicBezTo>
                  <a:cubicBezTo>
                    <a:pt x="3481" y="12443"/>
                    <a:pt x="3693" y="12545"/>
                    <a:pt x="3972" y="12545"/>
                  </a:cubicBezTo>
                  <a:cubicBezTo>
                    <a:pt x="4310" y="12545"/>
                    <a:pt x="4746" y="12396"/>
                    <a:pt x="5353" y="12066"/>
                  </a:cubicBezTo>
                  <a:cubicBezTo>
                    <a:pt x="7380" y="11021"/>
                    <a:pt x="10040" y="7759"/>
                    <a:pt x="8900" y="4086"/>
                  </a:cubicBezTo>
                  <a:cubicBezTo>
                    <a:pt x="8140" y="1711"/>
                    <a:pt x="6081" y="507"/>
                    <a:pt x="4783" y="0"/>
                  </a:cubicBezTo>
                  <a:close/>
                </a:path>
              </a:pathLst>
            </a:custGeom>
            <a:solidFill>
              <a:srgbClr val="D197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5"/>
            <p:cNvSpPr/>
            <p:nvPr/>
          </p:nvSpPr>
          <p:spPr>
            <a:xfrm>
              <a:off x="1044245" y="4586597"/>
              <a:ext cx="39456" cy="54300"/>
            </a:xfrm>
            <a:custGeom>
              <a:avLst/>
              <a:gdLst/>
              <a:ahLst/>
              <a:cxnLst/>
              <a:rect l="l" t="t" r="r" b="b"/>
              <a:pathLst>
                <a:path w="1236" h="1701" extrusionOk="0">
                  <a:moveTo>
                    <a:pt x="444" y="1"/>
                  </a:moveTo>
                  <a:lnTo>
                    <a:pt x="0" y="96"/>
                  </a:lnTo>
                  <a:cubicBezTo>
                    <a:pt x="95" y="729"/>
                    <a:pt x="159" y="1236"/>
                    <a:pt x="127" y="1521"/>
                  </a:cubicBezTo>
                  <a:cubicBezTo>
                    <a:pt x="160" y="1488"/>
                    <a:pt x="191" y="1475"/>
                    <a:pt x="223" y="1475"/>
                  </a:cubicBezTo>
                  <a:cubicBezTo>
                    <a:pt x="355" y="1475"/>
                    <a:pt x="493" y="1701"/>
                    <a:pt x="727" y="1701"/>
                  </a:cubicBezTo>
                  <a:cubicBezTo>
                    <a:pt x="767" y="1701"/>
                    <a:pt x="810" y="1694"/>
                    <a:pt x="856" y="1679"/>
                  </a:cubicBezTo>
                  <a:cubicBezTo>
                    <a:pt x="1236" y="1584"/>
                    <a:pt x="1236" y="1172"/>
                    <a:pt x="856" y="951"/>
                  </a:cubicBezTo>
                  <a:cubicBezTo>
                    <a:pt x="476" y="697"/>
                    <a:pt x="412" y="666"/>
                    <a:pt x="444" y="1"/>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5"/>
            <p:cNvSpPr/>
            <p:nvPr/>
          </p:nvSpPr>
          <p:spPr>
            <a:xfrm>
              <a:off x="1024038" y="4345805"/>
              <a:ext cx="70964" cy="170051"/>
            </a:xfrm>
            <a:custGeom>
              <a:avLst/>
              <a:gdLst/>
              <a:ahLst/>
              <a:cxnLst/>
              <a:rect l="l" t="t" r="r" b="b"/>
              <a:pathLst>
                <a:path w="2223" h="5327" extrusionOk="0">
                  <a:moveTo>
                    <a:pt x="418" y="0"/>
                  </a:moveTo>
                  <a:cubicBezTo>
                    <a:pt x="288" y="0"/>
                    <a:pt x="149" y="13"/>
                    <a:pt x="0" y="38"/>
                  </a:cubicBezTo>
                  <a:cubicBezTo>
                    <a:pt x="285" y="260"/>
                    <a:pt x="1520" y="1368"/>
                    <a:pt x="760" y="2888"/>
                  </a:cubicBezTo>
                  <a:cubicBezTo>
                    <a:pt x="443" y="3522"/>
                    <a:pt x="380" y="4408"/>
                    <a:pt x="412" y="5327"/>
                  </a:cubicBezTo>
                  <a:cubicBezTo>
                    <a:pt x="1267" y="5169"/>
                    <a:pt x="1235" y="4662"/>
                    <a:pt x="1235" y="4662"/>
                  </a:cubicBezTo>
                  <a:cubicBezTo>
                    <a:pt x="1425" y="4155"/>
                    <a:pt x="1520" y="3997"/>
                    <a:pt x="1900" y="2888"/>
                  </a:cubicBezTo>
                  <a:cubicBezTo>
                    <a:pt x="2223" y="1920"/>
                    <a:pt x="2056" y="0"/>
                    <a:pt x="418" y="0"/>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15"/>
          <p:cNvGrpSpPr/>
          <p:nvPr/>
        </p:nvGrpSpPr>
        <p:grpSpPr>
          <a:xfrm>
            <a:off x="7624557" y="3750930"/>
            <a:ext cx="1060529" cy="985671"/>
            <a:chOff x="7624557" y="3750929"/>
            <a:chExt cx="1060529" cy="985671"/>
          </a:xfrm>
        </p:grpSpPr>
        <p:sp>
          <p:nvSpPr>
            <p:cNvPr id="307" name="Google Shape;307;p15"/>
            <p:cNvSpPr/>
            <p:nvPr/>
          </p:nvSpPr>
          <p:spPr>
            <a:xfrm>
              <a:off x="7624557" y="3750930"/>
              <a:ext cx="1060529" cy="985671"/>
            </a:xfrm>
            <a:custGeom>
              <a:avLst/>
              <a:gdLst/>
              <a:ahLst/>
              <a:cxnLst/>
              <a:rect l="l" t="t" r="r" b="b"/>
              <a:pathLst>
                <a:path w="33222" h="30877" extrusionOk="0">
                  <a:moveTo>
                    <a:pt x="16564" y="1"/>
                  </a:moveTo>
                  <a:cubicBezTo>
                    <a:pt x="9160" y="1"/>
                    <a:pt x="2614" y="5371"/>
                    <a:pt x="1362" y="12941"/>
                  </a:cubicBezTo>
                  <a:cubicBezTo>
                    <a:pt x="0" y="21333"/>
                    <a:pt x="5701" y="29282"/>
                    <a:pt x="14093" y="30676"/>
                  </a:cubicBezTo>
                  <a:cubicBezTo>
                    <a:pt x="14931" y="30811"/>
                    <a:pt x="15764" y="30877"/>
                    <a:pt x="16587" y="30877"/>
                  </a:cubicBezTo>
                  <a:cubicBezTo>
                    <a:pt x="24033" y="30877"/>
                    <a:pt x="30602" y="25502"/>
                    <a:pt x="31828" y="17945"/>
                  </a:cubicBezTo>
                  <a:cubicBezTo>
                    <a:pt x="33221" y="9521"/>
                    <a:pt x="27521" y="1604"/>
                    <a:pt x="19097" y="210"/>
                  </a:cubicBezTo>
                  <a:cubicBezTo>
                    <a:pt x="18246" y="69"/>
                    <a:pt x="17400" y="1"/>
                    <a:pt x="16564" y="1"/>
                  </a:cubicBezTo>
                  <a:close/>
                </a:path>
              </a:pathLst>
            </a:custGeom>
            <a:solidFill>
              <a:srgbClr val="F2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5"/>
            <p:cNvSpPr/>
            <p:nvPr/>
          </p:nvSpPr>
          <p:spPr>
            <a:xfrm>
              <a:off x="7791352" y="4015056"/>
              <a:ext cx="752190" cy="501822"/>
            </a:xfrm>
            <a:custGeom>
              <a:avLst/>
              <a:gdLst/>
              <a:ahLst/>
              <a:cxnLst/>
              <a:rect l="l" t="t" r="r" b="b"/>
              <a:pathLst>
                <a:path w="23563" h="15720" extrusionOk="0">
                  <a:moveTo>
                    <a:pt x="11586" y="0"/>
                  </a:moveTo>
                  <a:cubicBezTo>
                    <a:pt x="8028" y="0"/>
                    <a:pt x="5106" y="725"/>
                    <a:pt x="3073" y="1437"/>
                  </a:cubicBezTo>
                  <a:cubicBezTo>
                    <a:pt x="1141" y="2102"/>
                    <a:pt x="1" y="4129"/>
                    <a:pt x="508" y="6124"/>
                  </a:cubicBezTo>
                  <a:cubicBezTo>
                    <a:pt x="919" y="7929"/>
                    <a:pt x="1521" y="9576"/>
                    <a:pt x="2154" y="10969"/>
                  </a:cubicBezTo>
                  <a:cubicBezTo>
                    <a:pt x="2724" y="12236"/>
                    <a:pt x="3294" y="13313"/>
                    <a:pt x="3769" y="14104"/>
                  </a:cubicBezTo>
                  <a:cubicBezTo>
                    <a:pt x="4403" y="15118"/>
                    <a:pt x="5480" y="15720"/>
                    <a:pt x="6651" y="15720"/>
                  </a:cubicBezTo>
                  <a:lnTo>
                    <a:pt x="16912" y="15720"/>
                  </a:lnTo>
                  <a:cubicBezTo>
                    <a:pt x="18084" y="15720"/>
                    <a:pt x="19192" y="15118"/>
                    <a:pt x="19794" y="14104"/>
                  </a:cubicBezTo>
                  <a:cubicBezTo>
                    <a:pt x="21156" y="11793"/>
                    <a:pt x="22233" y="8752"/>
                    <a:pt x="22929" y="6409"/>
                  </a:cubicBezTo>
                  <a:cubicBezTo>
                    <a:pt x="23563" y="4350"/>
                    <a:pt x="22454" y="2134"/>
                    <a:pt x="20396" y="1469"/>
                  </a:cubicBezTo>
                  <a:cubicBezTo>
                    <a:pt x="19604" y="1184"/>
                    <a:pt x="18844" y="962"/>
                    <a:pt x="18084" y="804"/>
                  </a:cubicBezTo>
                  <a:cubicBezTo>
                    <a:pt x="15749" y="225"/>
                    <a:pt x="13569" y="0"/>
                    <a:pt x="115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5"/>
            <p:cNvSpPr/>
            <p:nvPr/>
          </p:nvSpPr>
          <p:spPr>
            <a:xfrm>
              <a:off x="7911668" y="4079093"/>
              <a:ext cx="509547" cy="144609"/>
            </a:xfrm>
            <a:custGeom>
              <a:avLst/>
              <a:gdLst/>
              <a:ahLst/>
              <a:cxnLst/>
              <a:rect l="l" t="t" r="r" b="b"/>
              <a:pathLst>
                <a:path w="15962" h="4530" extrusionOk="0">
                  <a:moveTo>
                    <a:pt x="7981" y="1"/>
                  </a:moveTo>
                  <a:cubicBezTo>
                    <a:pt x="254" y="1"/>
                    <a:pt x="0" y="4530"/>
                    <a:pt x="0" y="4530"/>
                  </a:cubicBezTo>
                  <a:lnTo>
                    <a:pt x="15962" y="4530"/>
                  </a:lnTo>
                  <a:cubicBezTo>
                    <a:pt x="15962" y="4530"/>
                    <a:pt x="15708" y="1"/>
                    <a:pt x="7981"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5"/>
            <p:cNvSpPr/>
            <p:nvPr/>
          </p:nvSpPr>
          <p:spPr>
            <a:xfrm>
              <a:off x="8237182" y="4148875"/>
              <a:ext cx="22282" cy="74826"/>
            </a:xfrm>
            <a:custGeom>
              <a:avLst/>
              <a:gdLst/>
              <a:ahLst/>
              <a:cxnLst/>
              <a:rect l="l" t="t" r="r" b="b"/>
              <a:pathLst>
                <a:path w="698" h="2344" extrusionOk="0">
                  <a:moveTo>
                    <a:pt x="698" y="0"/>
                  </a:moveTo>
                  <a:lnTo>
                    <a:pt x="1" y="2344"/>
                  </a:lnTo>
                  <a:lnTo>
                    <a:pt x="634" y="2344"/>
                  </a:lnTo>
                  <a:lnTo>
                    <a:pt x="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5"/>
            <p:cNvSpPr/>
            <p:nvPr/>
          </p:nvSpPr>
          <p:spPr>
            <a:xfrm>
              <a:off x="8081496" y="4148875"/>
              <a:ext cx="23303" cy="74826"/>
            </a:xfrm>
            <a:custGeom>
              <a:avLst/>
              <a:gdLst/>
              <a:ahLst/>
              <a:cxnLst/>
              <a:rect l="l" t="t" r="r" b="b"/>
              <a:pathLst>
                <a:path w="730" h="2344" extrusionOk="0">
                  <a:moveTo>
                    <a:pt x="1" y="0"/>
                  </a:moveTo>
                  <a:lnTo>
                    <a:pt x="64" y="2344"/>
                  </a:lnTo>
                  <a:lnTo>
                    <a:pt x="729" y="2344"/>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5"/>
            <p:cNvSpPr/>
            <p:nvPr/>
          </p:nvSpPr>
          <p:spPr>
            <a:xfrm>
              <a:off x="8050180" y="4107632"/>
              <a:ext cx="257806" cy="24070"/>
            </a:xfrm>
            <a:custGeom>
              <a:avLst/>
              <a:gdLst/>
              <a:ahLst/>
              <a:cxnLst/>
              <a:rect l="l" t="t" r="r" b="b"/>
              <a:pathLst>
                <a:path w="8076" h="754" extrusionOk="0">
                  <a:moveTo>
                    <a:pt x="3950" y="1"/>
                  </a:moveTo>
                  <a:cubicBezTo>
                    <a:pt x="2751" y="1"/>
                    <a:pt x="1388" y="157"/>
                    <a:pt x="0" y="627"/>
                  </a:cubicBezTo>
                  <a:lnTo>
                    <a:pt x="32" y="754"/>
                  </a:lnTo>
                  <a:cubicBezTo>
                    <a:pt x="1409" y="284"/>
                    <a:pt x="2761" y="127"/>
                    <a:pt x="3950" y="127"/>
                  </a:cubicBezTo>
                  <a:cubicBezTo>
                    <a:pt x="6287" y="127"/>
                    <a:pt x="7991" y="733"/>
                    <a:pt x="8012" y="754"/>
                  </a:cubicBezTo>
                  <a:lnTo>
                    <a:pt x="8076" y="627"/>
                  </a:lnTo>
                  <a:cubicBezTo>
                    <a:pt x="8034" y="606"/>
                    <a:pt x="6308" y="1"/>
                    <a:pt x="39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5"/>
            <p:cNvSpPr/>
            <p:nvPr/>
          </p:nvSpPr>
          <p:spPr>
            <a:xfrm>
              <a:off x="8047147" y="4108430"/>
              <a:ext cx="26304" cy="32369"/>
            </a:xfrm>
            <a:custGeom>
              <a:avLst/>
              <a:gdLst/>
              <a:ahLst/>
              <a:cxnLst/>
              <a:rect l="l" t="t" r="r" b="b"/>
              <a:pathLst>
                <a:path w="824" h="1014" extrusionOk="0">
                  <a:moveTo>
                    <a:pt x="538" y="0"/>
                  </a:moveTo>
                  <a:lnTo>
                    <a:pt x="0" y="697"/>
                  </a:lnTo>
                  <a:lnTo>
                    <a:pt x="760" y="1014"/>
                  </a:lnTo>
                  <a:lnTo>
                    <a:pt x="824" y="887"/>
                  </a:lnTo>
                  <a:lnTo>
                    <a:pt x="222" y="634"/>
                  </a:lnTo>
                  <a:lnTo>
                    <a:pt x="633" y="64"/>
                  </a:lnTo>
                  <a:lnTo>
                    <a:pt x="5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5"/>
            <p:cNvSpPr/>
            <p:nvPr/>
          </p:nvSpPr>
          <p:spPr>
            <a:xfrm>
              <a:off x="7860113" y="4040690"/>
              <a:ext cx="683429" cy="476188"/>
            </a:xfrm>
            <a:custGeom>
              <a:avLst/>
              <a:gdLst/>
              <a:ahLst/>
              <a:cxnLst/>
              <a:rect l="l" t="t" r="r" b="b"/>
              <a:pathLst>
                <a:path w="21409" h="14917" extrusionOk="0">
                  <a:moveTo>
                    <a:pt x="15930" y="1"/>
                  </a:moveTo>
                  <a:lnTo>
                    <a:pt x="15930" y="1"/>
                  </a:lnTo>
                  <a:cubicBezTo>
                    <a:pt x="17387" y="792"/>
                    <a:pt x="19857" y="2756"/>
                    <a:pt x="18970" y="6366"/>
                  </a:cubicBezTo>
                  <a:cubicBezTo>
                    <a:pt x="17752" y="11179"/>
                    <a:pt x="17647" y="13120"/>
                    <a:pt x="12454" y="13120"/>
                  </a:cubicBezTo>
                  <a:cubicBezTo>
                    <a:pt x="12248" y="13120"/>
                    <a:pt x="12035" y="13117"/>
                    <a:pt x="11813" y="13111"/>
                  </a:cubicBezTo>
                  <a:cubicBezTo>
                    <a:pt x="11307" y="13098"/>
                    <a:pt x="10820" y="13093"/>
                    <a:pt x="10352" y="13093"/>
                  </a:cubicBezTo>
                  <a:cubicBezTo>
                    <a:pt x="9176" y="13093"/>
                    <a:pt x="8113" y="13124"/>
                    <a:pt x="7143" y="13124"/>
                  </a:cubicBezTo>
                  <a:cubicBezTo>
                    <a:pt x="4048" y="13124"/>
                    <a:pt x="1894" y="12808"/>
                    <a:pt x="0" y="10166"/>
                  </a:cubicBezTo>
                  <a:lnTo>
                    <a:pt x="0" y="10166"/>
                  </a:lnTo>
                  <a:cubicBezTo>
                    <a:pt x="570" y="11433"/>
                    <a:pt x="1140" y="12510"/>
                    <a:pt x="1615" y="13301"/>
                  </a:cubicBezTo>
                  <a:cubicBezTo>
                    <a:pt x="2249" y="14315"/>
                    <a:pt x="3326" y="14917"/>
                    <a:pt x="4497" y="14917"/>
                  </a:cubicBezTo>
                  <a:lnTo>
                    <a:pt x="14758" y="14917"/>
                  </a:lnTo>
                  <a:cubicBezTo>
                    <a:pt x="15930" y="14917"/>
                    <a:pt x="17038" y="14315"/>
                    <a:pt x="17640" y="13301"/>
                  </a:cubicBezTo>
                  <a:cubicBezTo>
                    <a:pt x="19002" y="10990"/>
                    <a:pt x="20079" y="7949"/>
                    <a:pt x="20775" y="5606"/>
                  </a:cubicBezTo>
                  <a:cubicBezTo>
                    <a:pt x="21409" y="3547"/>
                    <a:pt x="20300" y="1331"/>
                    <a:pt x="18242" y="666"/>
                  </a:cubicBezTo>
                  <a:cubicBezTo>
                    <a:pt x="17450" y="381"/>
                    <a:pt x="16690" y="159"/>
                    <a:pt x="15930"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5"/>
            <p:cNvSpPr/>
            <p:nvPr/>
          </p:nvSpPr>
          <p:spPr>
            <a:xfrm>
              <a:off x="7965234" y="4240493"/>
              <a:ext cx="172924" cy="244111"/>
            </a:xfrm>
            <a:custGeom>
              <a:avLst/>
              <a:gdLst/>
              <a:ahLst/>
              <a:cxnLst/>
              <a:rect l="l" t="t" r="r" b="b"/>
              <a:pathLst>
                <a:path w="5417" h="7647" extrusionOk="0">
                  <a:moveTo>
                    <a:pt x="3056" y="0"/>
                  </a:moveTo>
                  <a:cubicBezTo>
                    <a:pt x="2130" y="0"/>
                    <a:pt x="1114" y="593"/>
                    <a:pt x="698" y="1785"/>
                  </a:cubicBezTo>
                  <a:cubicBezTo>
                    <a:pt x="1" y="3749"/>
                    <a:pt x="1489" y="7549"/>
                    <a:pt x="2756" y="7644"/>
                  </a:cubicBezTo>
                  <a:cubicBezTo>
                    <a:pt x="2795" y="7646"/>
                    <a:pt x="2833" y="7647"/>
                    <a:pt x="2871" y="7647"/>
                  </a:cubicBezTo>
                  <a:cubicBezTo>
                    <a:pt x="4086" y="7647"/>
                    <a:pt x="4579" y="6669"/>
                    <a:pt x="4118" y="5871"/>
                  </a:cubicBezTo>
                  <a:cubicBezTo>
                    <a:pt x="3643" y="5047"/>
                    <a:pt x="3770" y="4161"/>
                    <a:pt x="3770" y="4161"/>
                  </a:cubicBezTo>
                  <a:cubicBezTo>
                    <a:pt x="3833" y="2925"/>
                    <a:pt x="5416" y="2134"/>
                    <a:pt x="4593" y="804"/>
                  </a:cubicBezTo>
                  <a:cubicBezTo>
                    <a:pt x="4262" y="269"/>
                    <a:pt x="3679" y="0"/>
                    <a:pt x="3056" y="0"/>
                  </a:cubicBez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5"/>
            <p:cNvSpPr/>
            <p:nvPr/>
          </p:nvSpPr>
          <p:spPr>
            <a:xfrm>
              <a:off x="8210910" y="4240493"/>
              <a:ext cx="172892" cy="244111"/>
            </a:xfrm>
            <a:custGeom>
              <a:avLst/>
              <a:gdLst/>
              <a:ahLst/>
              <a:cxnLst/>
              <a:rect l="l" t="t" r="r" b="b"/>
              <a:pathLst>
                <a:path w="5416" h="7647" extrusionOk="0">
                  <a:moveTo>
                    <a:pt x="2370" y="0"/>
                  </a:moveTo>
                  <a:cubicBezTo>
                    <a:pt x="1743" y="0"/>
                    <a:pt x="1155" y="269"/>
                    <a:pt x="824" y="804"/>
                  </a:cubicBezTo>
                  <a:cubicBezTo>
                    <a:pt x="1" y="2134"/>
                    <a:pt x="1584" y="2925"/>
                    <a:pt x="1647" y="4161"/>
                  </a:cubicBezTo>
                  <a:cubicBezTo>
                    <a:pt x="1647" y="4161"/>
                    <a:pt x="1774" y="5047"/>
                    <a:pt x="1299" y="5871"/>
                  </a:cubicBezTo>
                  <a:cubicBezTo>
                    <a:pt x="838" y="6669"/>
                    <a:pt x="1331" y="7647"/>
                    <a:pt x="2546" y="7647"/>
                  </a:cubicBezTo>
                  <a:cubicBezTo>
                    <a:pt x="2584" y="7647"/>
                    <a:pt x="2622" y="7646"/>
                    <a:pt x="2661" y="7644"/>
                  </a:cubicBezTo>
                  <a:cubicBezTo>
                    <a:pt x="3927" y="7549"/>
                    <a:pt x="5416" y="3749"/>
                    <a:pt x="4719" y="1785"/>
                  </a:cubicBezTo>
                  <a:cubicBezTo>
                    <a:pt x="4322" y="593"/>
                    <a:pt x="3302" y="0"/>
                    <a:pt x="2370" y="0"/>
                  </a:cubicBez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 name="Google Shape;317;p15"/>
          <p:cNvGrpSpPr/>
          <p:nvPr/>
        </p:nvGrpSpPr>
        <p:grpSpPr>
          <a:xfrm>
            <a:off x="7661970" y="1173635"/>
            <a:ext cx="985703" cy="984713"/>
            <a:chOff x="7661970" y="1173635"/>
            <a:chExt cx="985703" cy="984713"/>
          </a:xfrm>
        </p:grpSpPr>
        <p:sp>
          <p:nvSpPr>
            <p:cNvPr id="318" name="Google Shape;318;p15"/>
            <p:cNvSpPr/>
            <p:nvPr/>
          </p:nvSpPr>
          <p:spPr>
            <a:xfrm>
              <a:off x="7661970" y="1173635"/>
              <a:ext cx="985703" cy="984713"/>
            </a:xfrm>
            <a:custGeom>
              <a:avLst/>
              <a:gdLst/>
              <a:ahLst/>
              <a:cxnLst/>
              <a:rect l="l" t="t" r="r" b="b"/>
              <a:pathLst>
                <a:path w="30878" h="30847" extrusionOk="0">
                  <a:moveTo>
                    <a:pt x="15455" y="1"/>
                  </a:moveTo>
                  <a:cubicBezTo>
                    <a:pt x="6904" y="1"/>
                    <a:pt x="0" y="6904"/>
                    <a:pt x="0" y="15423"/>
                  </a:cubicBezTo>
                  <a:cubicBezTo>
                    <a:pt x="0" y="23942"/>
                    <a:pt x="6904" y="30846"/>
                    <a:pt x="15455" y="30846"/>
                  </a:cubicBezTo>
                  <a:cubicBezTo>
                    <a:pt x="23974" y="30846"/>
                    <a:pt x="30878" y="23942"/>
                    <a:pt x="30878" y="15423"/>
                  </a:cubicBezTo>
                  <a:cubicBezTo>
                    <a:pt x="30878" y="6904"/>
                    <a:pt x="23974" y="1"/>
                    <a:pt x="15455" y="1"/>
                  </a:cubicBezTo>
                  <a:close/>
                </a:path>
              </a:pathLst>
            </a:custGeom>
            <a:solidFill>
              <a:srgbClr val="F2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5"/>
            <p:cNvSpPr/>
            <p:nvPr/>
          </p:nvSpPr>
          <p:spPr>
            <a:xfrm>
              <a:off x="7897526" y="1206866"/>
              <a:ext cx="469101" cy="476635"/>
            </a:xfrm>
            <a:custGeom>
              <a:avLst/>
              <a:gdLst/>
              <a:ahLst/>
              <a:cxnLst/>
              <a:rect l="l" t="t" r="r" b="b"/>
              <a:pathLst>
                <a:path w="14695" h="14931" extrusionOk="0">
                  <a:moveTo>
                    <a:pt x="6559" y="1"/>
                  </a:moveTo>
                  <a:cubicBezTo>
                    <a:pt x="5702" y="1"/>
                    <a:pt x="4905" y="232"/>
                    <a:pt x="4117" y="575"/>
                  </a:cubicBezTo>
                  <a:lnTo>
                    <a:pt x="4085" y="575"/>
                  </a:lnTo>
                  <a:cubicBezTo>
                    <a:pt x="3800" y="701"/>
                    <a:pt x="3515" y="860"/>
                    <a:pt x="3230" y="1018"/>
                  </a:cubicBezTo>
                  <a:lnTo>
                    <a:pt x="3199" y="1018"/>
                  </a:lnTo>
                  <a:cubicBezTo>
                    <a:pt x="697" y="2348"/>
                    <a:pt x="0" y="4185"/>
                    <a:pt x="0" y="6022"/>
                  </a:cubicBezTo>
                  <a:cubicBezTo>
                    <a:pt x="32" y="7352"/>
                    <a:pt x="443" y="8682"/>
                    <a:pt x="792" y="9790"/>
                  </a:cubicBezTo>
                  <a:cubicBezTo>
                    <a:pt x="823" y="9885"/>
                    <a:pt x="823" y="9980"/>
                    <a:pt x="855" y="10012"/>
                  </a:cubicBezTo>
                  <a:cubicBezTo>
                    <a:pt x="887" y="10139"/>
                    <a:pt x="918" y="10202"/>
                    <a:pt x="918" y="10202"/>
                  </a:cubicBezTo>
                  <a:cubicBezTo>
                    <a:pt x="1077" y="10677"/>
                    <a:pt x="1204" y="11120"/>
                    <a:pt x="1267" y="11500"/>
                  </a:cubicBezTo>
                  <a:cubicBezTo>
                    <a:pt x="1299" y="11627"/>
                    <a:pt x="1330" y="11754"/>
                    <a:pt x="1362" y="11880"/>
                  </a:cubicBezTo>
                  <a:cubicBezTo>
                    <a:pt x="1713" y="13151"/>
                    <a:pt x="2734" y="14930"/>
                    <a:pt x="5371" y="14930"/>
                  </a:cubicBezTo>
                  <a:cubicBezTo>
                    <a:pt x="5823" y="14930"/>
                    <a:pt x="6321" y="14878"/>
                    <a:pt x="6872" y="14762"/>
                  </a:cubicBezTo>
                  <a:lnTo>
                    <a:pt x="6904" y="14762"/>
                  </a:lnTo>
                  <a:cubicBezTo>
                    <a:pt x="7157" y="14699"/>
                    <a:pt x="7442" y="14636"/>
                    <a:pt x="7759" y="14541"/>
                  </a:cubicBezTo>
                  <a:cubicBezTo>
                    <a:pt x="8266" y="14382"/>
                    <a:pt x="8836" y="14161"/>
                    <a:pt x="9437" y="13907"/>
                  </a:cubicBezTo>
                  <a:cubicBezTo>
                    <a:pt x="10324" y="13496"/>
                    <a:pt x="11084" y="13084"/>
                    <a:pt x="11686" y="12640"/>
                  </a:cubicBezTo>
                  <a:cubicBezTo>
                    <a:pt x="14473" y="10614"/>
                    <a:pt x="14695" y="8144"/>
                    <a:pt x="13903" y="6338"/>
                  </a:cubicBezTo>
                  <a:cubicBezTo>
                    <a:pt x="13681" y="5800"/>
                    <a:pt x="13333" y="5325"/>
                    <a:pt x="12953" y="4945"/>
                  </a:cubicBezTo>
                  <a:cubicBezTo>
                    <a:pt x="12921" y="4882"/>
                    <a:pt x="12889" y="4850"/>
                    <a:pt x="12858" y="4818"/>
                  </a:cubicBezTo>
                  <a:lnTo>
                    <a:pt x="12826" y="4818"/>
                  </a:lnTo>
                  <a:cubicBezTo>
                    <a:pt x="11559" y="3552"/>
                    <a:pt x="11211" y="2380"/>
                    <a:pt x="10134" y="1430"/>
                  </a:cubicBezTo>
                  <a:cubicBezTo>
                    <a:pt x="9818" y="1113"/>
                    <a:pt x="9406" y="828"/>
                    <a:pt x="8899" y="575"/>
                  </a:cubicBezTo>
                  <a:cubicBezTo>
                    <a:pt x="8056" y="167"/>
                    <a:pt x="7286" y="1"/>
                    <a:pt x="6559" y="1"/>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5"/>
            <p:cNvSpPr/>
            <p:nvPr/>
          </p:nvSpPr>
          <p:spPr>
            <a:xfrm>
              <a:off x="8043093" y="1381386"/>
              <a:ext cx="136022" cy="149078"/>
            </a:xfrm>
            <a:custGeom>
              <a:avLst/>
              <a:gdLst/>
              <a:ahLst/>
              <a:cxnLst/>
              <a:rect l="l" t="t" r="r" b="b"/>
              <a:pathLst>
                <a:path w="4261" h="4670" extrusionOk="0">
                  <a:moveTo>
                    <a:pt x="1424" y="1"/>
                  </a:moveTo>
                  <a:cubicBezTo>
                    <a:pt x="1322" y="1"/>
                    <a:pt x="1227" y="26"/>
                    <a:pt x="1141" y="80"/>
                  </a:cubicBezTo>
                  <a:cubicBezTo>
                    <a:pt x="0" y="745"/>
                    <a:pt x="1331" y="2233"/>
                    <a:pt x="1616" y="3152"/>
                  </a:cubicBezTo>
                  <a:cubicBezTo>
                    <a:pt x="1901" y="4070"/>
                    <a:pt x="2027" y="4482"/>
                    <a:pt x="2534" y="4640"/>
                  </a:cubicBezTo>
                  <a:cubicBezTo>
                    <a:pt x="2591" y="4660"/>
                    <a:pt x="2655" y="4670"/>
                    <a:pt x="2724" y="4670"/>
                  </a:cubicBezTo>
                  <a:cubicBezTo>
                    <a:pt x="3314" y="4670"/>
                    <a:pt x="4261" y="3958"/>
                    <a:pt x="3864" y="2740"/>
                  </a:cubicBezTo>
                  <a:cubicBezTo>
                    <a:pt x="3443" y="1532"/>
                    <a:pt x="2225" y="1"/>
                    <a:pt x="1424" y="1"/>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5"/>
            <p:cNvSpPr/>
            <p:nvPr/>
          </p:nvSpPr>
          <p:spPr>
            <a:xfrm>
              <a:off x="7944006" y="1406828"/>
              <a:ext cx="91043" cy="67803"/>
            </a:xfrm>
            <a:custGeom>
              <a:avLst/>
              <a:gdLst/>
              <a:ahLst/>
              <a:cxnLst/>
              <a:rect l="l" t="t" r="r" b="b"/>
              <a:pathLst>
                <a:path w="2852" h="2124" extrusionOk="0">
                  <a:moveTo>
                    <a:pt x="2380" y="0"/>
                  </a:moveTo>
                  <a:cubicBezTo>
                    <a:pt x="2024" y="0"/>
                    <a:pt x="1533" y="187"/>
                    <a:pt x="1141" y="454"/>
                  </a:cubicBezTo>
                  <a:cubicBezTo>
                    <a:pt x="444" y="961"/>
                    <a:pt x="1" y="1753"/>
                    <a:pt x="508" y="2038"/>
                  </a:cubicBezTo>
                  <a:cubicBezTo>
                    <a:pt x="597" y="2098"/>
                    <a:pt x="671" y="2124"/>
                    <a:pt x="737" y="2124"/>
                  </a:cubicBezTo>
                  <a:cubicBezTo>
                    <a:pt x="1020" y="2124"/>
                    <a:pt x="1158" y="1644"/>
                    <a:pt x="1774" y="1309"/>
                  </a:cubicBezTo>
                  <a:cubicBezTo>
                    <a:pt x="2598" y="866"/>
                    <a:pt x="2851" y="1024"/>
                    <a:pt x="2851" y="391"/>
                  </a:cubicBezTo>
                  <a:cubicBezTo>
                    <a:pt x="2851" y="114"/>
                    <a:pt x="2657" y="0"/>
                    <a:pt x="2380"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5"/>
            <p:cNvSpPr/>
            <p:nvPr/>
          </p:nvSpPr>
          <p:spPr>
            <a:xfrm>
              <a:off x="8137105" y="1326192"/>
              <a:ext cx="107483" cy="48554"/>
            </a:xfrm>
            <a:custGeom>
              <a:avLst/>
              <a:gdLst/>
              <a:ahLst/>
              <a:cxnLst/>
              <a:rect l="l" t="t" r="r" b="b"/>
              <a:pathLst>
                <a:path w="3367" h="1521" extrusionOk="0">
                  <a:moveTo>
                    <a:pt x="2270" y="0"/>
                  </a:moveTo>
                  <a:cubicBezTo>
                    <a:pt x="2081" y="0"/>
                    <a:pt x="1880" y="22"/>
                    <a:pt x="1679" y="67"/>
                  </a:cubicBezTo>
                  <a:cubicBezTo>
                    <a:pt x="856" y="257"/>
                    <a:pt x="1" y="859"/>
                    <a:pt x="476" y="1302"/>
                  </a:cubicBezTo>
                  <a:cubicBezTo>
                    <a:pt x="644" y="1459"/>
                    <a:pt x="757" y="1521"/>
                    <a:pt x="872" y="1521"/>
                  </a:cubicBezTo>
                  <a:cubicBezTo>
                    <a:pt x="1081" y="1521"/>
                    <a:pt x="1297" y="1316"/>
                    <a:pt x="1869" y="1112"/>
                  </a:cubicBezTo>
                  <a:cubicBezTo>
                    <a:pt x="2170" y="1008"/>
                    <a:pt x="2424" y="997"/>
                    <a:pt x="2632" y="997"/>
                  </a:cubicBezTo>
                  <a:cubicBezTo>
                    <a:pt x="2689" y="997"/>
                    <a:pt x="2742" y="998"/>
                    <a:pt x="2792" y="998"/>
                  </a:cubicBezTo>
                  <a:cubicBezTo>
                    <a:pt x="3059" y="998"/>
                    <a:pt x="3226" y="974"/>
                    <a:pt x="3294" y="669"/>
                  </a:cubicBezTo>
                  <a:cubicBezTo>
                    <a:pt x="3367" y="233"/>
                    <a:pt x="2884" y="0"/>
                    <a:pt x="2270"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5"/>
            <p:cNvSpPr/>
            <p:nvPr/>
          </p:nvSpPr>
          <p:spPr>
            <a:xfrm>
              <a:off x="7819667" y="1394219"/>
              <a:ext cx="107196" cy="152494"/>
            </a:xfrm>
            <a:custGeom>
              <a:avLst/>
              <a:gdLst/>
              <a:ahLst/>
              <a:cxnLst/>
              <a:rect l="l" t="t" r="r" b="b"/>
              <a:pathLst>
                <a:path w="3358" h="4777" extrusionOk="0">
                  <a:moveTo>
                    <a:pt x="1850" y="1"/>
                  </a:moveTo>
                  <a:cubicBezTo>
                    <a:pt x="1551" y="1"/>
                    <a:pt x="1182" y="119"/>
                    <a:pt x="856" y="564"/>
                  </a:cubicBezTo>
                  <a:cubicBezTo>
                    <a:pt x="159" y="1546"/>
                    <a:pt x="761" y="1894"/>
                    <a:pt x="761" y="1894"/>
                  </a:cubicBezTo>
                  <a:cubicBezTo>
                    <a:pt x="761" y="1894"/>
                    <a:pt x="1" y="1894"/>
                    <a:pt x="32" y="2686"/>
                  </a:cubicBezTo>
                  <a:cubicBezTo>
                    <a:pt x="32" y="3419"/>
                    <a:pt x="711" y="3446"/>
                    <a:pt x="812" y="3446"/>
                  </a:cubicBezTo>
                  <a:cubicBezTo>
                    <a:pt x="820" y="3446"/>
                    <a:pt x="824" y="3446"/>
                    <a:pt x="824" y="3446"/>
                  </a:cubicBezTo>
                  <a:lnTo>
                    <a:pt x="824" y="3446"/>
                  </a:lnTo>
                  <a:cubicBezTo>
                    <a:pt x="824" y="3446"/>
                    <a:pt x="349" y="3826"/>
                    <a:pt x="824" y="4206"/>
                  </a:cubicBezTo>
                  <a:cubicBezTo>
                    <a:pt x="982" y="4344"/>
                    <a:pt x="1123" y="4389"/>
                    <a:pt x="1240" y="4389"/>
                  </a:cubicBezTo>
                  <a:cubicBezTo>
                    <a:pt x="1475" y="4389"/>
                    <a:pt x="1616" y="4206"/>
                    <a:pt x="1616" y="4206"/>
                  </a:cubicBezTo>
                  <a:cubicBezTo>
                    <a:pt x="1616" y="4206"/>
                    <a:pt x="1806" y="4586"/>
                    <a:pt x="2154" y="4713"/>
                  </a:cubicBezTo>
                  <a:cubicBezTo>
                    <a:pt x="2253" y="4753"/>
                    <a:pt x="2358" y="4777"/>
                    <a:pt x="2471" y="4777"/>
                  </a:cubicBezTo>
                  <a:cubicBezTo>
                    <a:pt x="2720" y="4777"/>
                    <a:pt x="3009" y="4660"/>
                    <a:pt x="3357" y="4333"/>
                  </a:cubicBezTo>
                  <a:cubicBezTo>
                    <a:pt x="3357" y="4333"/>
                    <a:pt x="3326" y="4270"/>
                    <a:pt x="3294" y="4175"/>
                  </a:cubicBezTo>
                  <a:cubicBezTo>
                    <a:pt x="3262" y="4111"/>
                    <a:pt x="3262" y="4016"/>
                    <a:pt x="3231" y="3921"/>
                  </a:cubicBezTo>
                  <a:cubicBezTo>
                    <a:pt x="2977" y="3130"/>
                    <a:pt x="2502" y="1419"/>
                    <a:pt x="2439" y="184"/>
                  </a:cubicBezTo>
                  <a:lnTo>
                    <a:pt x="2439" y="153"/>
                  </a:lnTo>
                  <a:cubicBezTo>
                    <a:pt x="2439" y="153"/>
                    <a:pt x="2189" y="1"/>
                    <a:pt x="1850"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5"/>
            <p:cNvSpPr/>
            <p:nvPr/>
          </p:nvSpPr>
          <p:spPr>
            <a:xfrm>
              <a:off x="8221029" y="1224742"/>
              <a:ext cx="131201" cy="141002"/>
            </a:xfrm>
            <a:custGeom>
              <a:avLst/>
              <a:gdLst/>
              <a:ahLst/>
              <a:cxnLst/>
              <a:rect l="l" t="t" r="r" b="b"/>
              <a:pathLst>
                <a:path w="4110" h="4417" extrusionOk="0">
                  <a:moveTo>
                    <a:pt x="1143" y="1"/>
                  </a:moveTo>
                  <a:cubicBezTo>
                    <a:pt x="306" y="1"/>
                    <a:pt x="59" y="665"/>
                    <a:pt x="0" y="870"/>
                  </a:cubicBezTo>
                  <a:cubicBezTo>
                    <a:pt x="0" y="901"/>
                    <a:pt x="0" y="933"/>
                    <a:pt x="0" y="933"/>
                  </a:cubicBezTo>
                  <a:cubicBezTo>
                    <a:pt x="1172" y="2073"/>
                    <a:pt x="2470" y="4417"/>
                    <a:pt x="2470" y="4417"/>
                  </a:cubicBezTo>
                  <a:cubicBezTo>
                    <a:pt x="2597" y="4417"/>
                    <a:pt x="2692" y="4385"/>
                    <a:pt x="2787" y="4385"/>
                  </a:cubicBezTo>
                  <a:lnTo>
                    <a:pt x="2819" y="4385"/>
                  </a:lnTo>
                  <a:cubicBezTo>
                    <a:pt x="3357" y="4258"/>
                    <a:pt x="3547" y="3942"/>
                    <a:pt x="3610" y="3657"/>
                  </a:cubicBezTo>
                  <a:cubicBezTo>
                    <a:pt x="3642" y="3340"/>
                    <a:pt x="3547" y="3023"/>
                    <a:pt x="3547" y="3023"/>
                  </a:cubicBezTo>
                  <a:lnTo>
                    <a:pt x="3547" y="3023"/>
                  </a:lnTo>
                  <a:cubicBezTo>
                    <a:pt x="3547" y="3023"/>
                    <a:pt x="3561" y="3025"/>
                    <a:pt x="3585" y="3025"/>
                  </a:cubicBezTo>
                  <a:cubicBezTo>
                    <a:pt x="3703" y="3025"/>
                    <a:pt x="4059" y="2981"/>
                    <a:pt x="4086" y="2453"/>
                  </a:cubicBezTo>
                  <a:cubicBezTo>
                    <a:pt x="4110" y="1996"/>
                    <a:pt x="3750" y="1941"/>
                    <a:pt x="3575" y="1941"/>
                  </a:cubicBezTo>
                  <a:cubicBezTo>
                    <a:pt x="3520" y="1941"/>
                    <a:pt x="3484" y="1946"/>
                    <a:pt x="3484" y="1946"/>
                  </a:cubicBezTo>
                  <a:cubicBezTo>
                    <a:pt x="3484" y="1946"/>
                    <a:pt x="4054" y="1376"/>
                    <a:pt x="3484" y="838"/>
                  </a:cubicBezTo>
                  <a:cubicBezTo>
                    <a:pt x="3294" y="659"/>
                    <a:pt x="3114" y="599"/>
                    <a:pt x="2959" y="599"/>
                  </a:cubicBezTo>
                  <a:cubicBezTo>
                    <a:pt x="2650" y="599"/>
                    <a:pt x="2439" y="838"/>
                    <a:pt x="2439" y="838"/>
                  </a:cubicBezTo>
                  <a:cubicBezTo>
                    <a:pt x="2439" y="838"/>
                    <a:pt x="2565" y="173"/>
                    <a:pt x="1362" y="15"/>
                  </a:cubicBezTo>
                  <a:cubicBezTo>
                    <a:pt x="1285" y="5"/>
                    <a:pt x="1212" y="1"/>
                    <a:pt x="1143"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5"/>
            <p:cNvSpPr/>
            <p:nvPr/>
          </p:nvSpPr>
          <p:spPr>
            <a:xfrm>
              <a:off x="7886385" y="1526442"/>
              <a:ext cx="56662" cy="69304"/>
            </a:xfrm>
            <a:custGeom>
              <a:avLst/>
              <a:gdLst/>
              <a:ahLst/>
              <a:cxnLst/>
              <a:rect l="l" t="t" r="r" b="b"/>
              <a:pathLst>
                <a:path w="1775" h="2171" extrusionOk="0">
                  <a:moveTo>
                    <a:pt x="1204" y="1"/>
                  </a:moveTo>
                  <a:cubicBezTo>
                    <a:pt x="697" y="1"/>
                    <a:pt x="222" y="191"/>
                    <a:pt x="64" y="571"/>
                  </a:cubicBezTo>
                  <a:cubicBezTo>
                    <a:pt x="1" y="824"/>
                    <a:pt x="32" y="1173"/>
                    <a:pt x="286" y="1584"/>
                  </a:cubicBezTo>
                  <a:cubicBezTo>
                    <a:pt x="546" y="2032"/>
                    <a:pt x="832" y="2170"/>
                    <a:pt x="1081" y="2170"/>
                  </a:cubicBezTo>
                  <a:cubicBezTo>
                    <a:pt x="1379" y="2170"/>
                    <a:pt x="1625" y="1973"/>
                    <a:pt x="1711" y="1869"/>
                  </a:cubicBezTo>
                  <a:lnTo>
                    <a:pt x="1774" y="1838"/>
                  </a:lnTo>
                  <a:lnTo>
                    <a:pt x="1299" y="33"/>
                  </a:lnTo>
                  <a:cubicBezTo>
                    <a:pt x="1267" y="1"/>
                    <a:pt x="1236" y="1"/>
                    <a:pt x="1204" y="1"/>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5"/>
            <p:cNvSpPr/>
            <p:nvPr/>
          </p:nvSpPr>
          <p:spPr>
            <a:xfrm>
              <a:off x="8306964" y="1341355"/>
              <a:ext cx="70772" cy="68889"/>
            </a:xfrm>
            <a:custGeom>
              <a:avLst/>
              <a:gdLst/>
              <a:ahLst/>
              <a:cxnLst/>
              <a:rect l="l" t="t" r="r" b="b"/>
              <a:pathLst>
                <a:path w="2217" h="2158" extrusionOk="0">
                  <a:moveTo>
                    <a:pt x="983" y="1"/>
                  </a:moveTo>
                  <a:cubicBezTo>
                    <a:pt x="961" y="1"/>
                    <a:pt x="940" y="2"/>
                    <a:pt x="918" y="4"/>
                  </a:cubicBezTo>
                  <a:cubicBezTo>
                    <a:pt x="570" y="35"/>
                    <a:pt x="253" y="257"/>
                    <a:pt x="0" y="574"/>
                  </a:cubicBezTo>
                  <a:lnTo>
                    <a:pt x="0" y="605"/>
                  </a:lnTo>
                  <a:lnTo>
                    <a:pt x="32" y="605"/>
                  </a:lnTo>
                  <a:lnTo>
                    <a:pt x="95" y="732"/>
                  </a:lnTo>
                  <a:lnTo>
                    <a:pt x="1045" y="2157"/>
                  </a:lnTo>
                  <a:lnTo>
                    <a:pt x="1077" y="2157"/>
                  </a:lnTo>
                  <a:cubicBezTo>
                    <a:pt x="1299" y="2125"/>
                    <a:pt x="2217" y="1999"/>
                    <a:pt x="1837" y="859"/>
                  </a:cubicBezTo>
                  <a:cubicBezTo>
                    <a:pt x="1658" y="234"/>
                    <a:pt x="1313" y="1"/>
                    <a:pt x="983" y="1"/>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5"/>
            <p:cNvSpPr/>
            <p:nvPr/>
          </p:nvSpPr>
          <p:spPr>
            <a:xfrm>
              <a:off x="8002647" y="1456691"/>
              <a:ext cx="59695" cy="51587"/>
            </a:xfrm>
            <a:custGeom>
              <a:avLst/>
              <a:gdLst/>
              <a:ahLst/>
              <a:cxnLst/>
              <a:rect l="l" t="t" r="r" b="b"/>
              <a:pathLst>
                <a:path w="1870" h="1616" extrusionOk="0">
                  <a:moveTo>
                    <a:pt x="1489" y="1"/>
                  </a:moveTo>
                  <a:lnTo>
                    <a:pt x="1236" y="159"/>
                  </a:lnTo>
                  <a:cubicBezTo>
                    <a:pt x="1331" y="286"/>
                    <a:pt x="1521" y="634"/>
                    <a:pt x="1457" y="919"/>
                  </a:cubicBezTo>
                  <a:cubicBezTo>
                    <a:pt x="1457" y="1014"/>
                    <a:pt x="1394" y="1109"/>
                    <a:pt x="1299" y="1173"/>
                  </a:cubicBezTo>
                  <a:cubicBezTo>
                    <a:pt x="1151" y="1257"/>
                    <a:pt x="1018" y="1299"/>
                    <a:pt x="898" y="1299"/>
                  </a:cubicBezTo>
                  <a:cubicBezTo>
                    <a:pt x="838" y="1299"/>
                    <a:pt x="782" y="1289"/>
                    <a:pt x="729" y="1268"/>
                  </a:cubicBezTo>
                  <a:cubicBezTo>
                    <a:pt x="444" y="1173"/>
                    <a:pt x="286" y="729"/>
                    <a:pt x="286" y="729"/>
                  </a:cubicBezTo>
                  <a:lnTo>
                    <a:pt x="1" y="824"/>
                  </a:lnTo>
                  <a:cubicBezTo>
                    <a:pt x="32" y="856"/>
                    <a:pt x="191" y="1394"/>
                    <a:pt x="634" y="1553"/>
                  </a:cubicBezTo>
                  <a:cubicBezTo>
                    <a:pt x="729" y="1584"/>
                    <a:pt x="792" y="1616"/>
                    <a:pt x="887" y="1616"/>
                  </a:cubicBezTo>
                  <a:cubicBezTo>
                    <a:pt x="1077" y="1616"/>
                    <a:pt x="1267" y="1553"/>
                    <a:pt x="1457" y="1426"/>
                  </a:cubicBezTo>
                  <a:cubicBezTo>
                    <a:pt x="1616" y="1299"/>
                    <a:pt x="1711" y="1173"/>
                    <a:pt x="1774" y="983"/>
                  </a:cubicBezTo>
                  <a:cubicBezTo>
                    <a:pt x="1869" y="539"/>
                    <a:pt x="1521" y="32"/>
                    <a:pt x="1489"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5"/>
            <p:cNvSpPr/>
            <p:nvPr/>
          </p:nvSpPr>
          <p:spPr>
            <a:xfrm>
              <a:off x="8176529" y="1381897"/>
              <a:ext cx="58674" cy="51587"/>
            </a:xfrm>
            <a:custGeom>
              <a:avLst/>
              <a:gdLst/>
              <a:ahLst/>
              <a:cxnLst/>
              <a:rect l="l" t="t" r="r" b="b"/>
              <a:pathLst>
                <a:path w="1838" h="1616" extrusionOk="0">
                  <a:moveTo>
                    <a:pt x="1489" y="0"/>
                  </a:moveTo>
                  <a:lnTo>
                    <a:pt x="1236" y="190"/>
                  </a:lnTo>
                  <a:cubicBezTo>
                    <a:pt x="1331" y="285"/>
                    <a:pt x="1521" y="665"/>
                    <a:pt x="1458" y="919"/>
                  </a:cubicBezTo>
                  <a:cubicBezTo>
                    <a:pt x="1458" y="1045"/>
                    <a:pt x="1394" y="1109"/>
                    <a:pt x="1299" y="1172"/>
                  </a:cubicBezTo>
                  <a:cubicBezTo>
                    <a:pt x="1137" y="1265"/>
                    <a:pt x="992" y="1324"/>
                    <a:pt x="863" y="1324"/>
                  </a:cubicBezTo>
                  <a:cubicBezTo>
                    <a:pt x="816" y="1324"/>
                    <a:pt x="772" y="1316"/>
                    <a:pt x="729" y="1299"/>
                  </a:cubicBezTo>
                  <a:cubicBezTo>
                    <a:pt x="444" y="1172"/>
                    <a:pt x="286" y="760"/>
                    <a:pt x="286" y="760"/>
                  </a:cubicBezTo>
                  <a:lnTo>
                    <a:pt x="1" y="824"/>
                  </a:lnTo>
                  <a:cubicBezTo>
                    <a:pt x="32" y="855"/>
                    <a:pt x="191" y="1394"/>
                    <a:pt x="634" y="1584"/>
                  </a:cubicBezTo>
                  <a:cubicBezTo>
                    <a:pt x="729" y="1584"/>
                    <a:pt x="792" y="1615"/>
                    <a:pt x="887" y="1615"/>
                  </a:cubicBezTo>
                  <a:cubicBezTo>
                    <a:pt x="1078" y="1615"/>
                    <a:pt x="1236" y="1552"/>
                    <a:pt x="1458" y="1425"/>
                  </a:cubicBezTo>
                  <a:cubicBezTo>
                    <a:pt x="1616" y="1330"/>
                    <a:pt x="1711" y="1172"/>
                    <a:pt x="1774" y="982"/>
                  </a:cubicBezTo>
                  <a:cubicBezTo>
                    <a:pt x="1838" y="539"/>
                    <a:pt x="1521" y="32"/>
                    <a:pt x="1489"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5"/>
            <p:cNvSpPr/>
            <p:nvPr/>
          </p:nvSpPr>
          <p:spPr>
            <a:xfrm>
              <a:off x="8082517" y="1537519"/>
              <a:ext cx="202229" cy="111761"/>
            </a:xfrm>
            <a:custGeom>
              <a:avLst/>
              <a:gdLst/>
              <a:ahLst/>
              <a:cxnLst/>
              <a:rect l="l" t="t" r="r" b="b"/>
              <a:pathLst>
                <a:path w="6335" h="3501" extrusionOk="0">
                  <a:moveTo>
                    <a:pt x="5553" y="0"/>
                  </a:moveTo>
                  <a:cubicBezTo>
                    <a:pt x="4875" y="0"/>
                    <a:pt x="3708" y="579"/>
                    <a:pt x="2724" y="1174"/>
                  </a:cubicBezTo>
                  <a:cubicBezTo>
                    <a:pt x="1901" y="1681"/>
                    <a:pt x="1" y="2821"/>
                    <a:pt x="602" y="3328"/>
                  </a:cubicBezTo>
                  <a:cubicBezTo>
                    <a:pt x="736" y="3446"/>
                    <a:pt x="864" y="3501"/>
                    <a:pt x="1001" y="3501"/>
                  </a:cubicBezTo>
                  <a:cubicBezTo>
                    <a:pt x="1448" y="3501"/>
                    <a:pt x="1988" y="2917"/>
                    <a:pt x="3104" y="2092"/>
                  </a:cubicBezTo>
                  <a:cubicBezTo>
                    <a:pt x="4561" y="984"/>
                    <a:pt x="6334" y="1016"/>
                    <a:pt x="6081" y="287"/>
                  </a:cubicBezTo>
                  <a:cubicBezTo>
                    <a:pt x="6002" y="85"/>
                    <a:pt x="5813" y="0"/>
                    <a:pt x="5553" y="0"/>
                  </a:cubicBezTo>
                  <a:close/>
                </a:path>
              </a:pathLst>
            </a:custGeom>
            <a:solidFill>
              <a:srgbClr val="BC4A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5"/>
            <p:cNvSpPr/>
            <p:nvPr/>
          </p:nvSpPr>
          <p:spPr>
            <a:xfrm>
              <a:off x="8116898" y="1609345"/>
              <a:ext cx="165805" cy="103046"/>
            </a:xfrm>
            <a:custGeom>
              <a:avLst/>
              <a:gdLst/>
              <a:ahLst/>
              <a:cxnLst/>
              <a:rect l="l" t="t" r="r" b="b"/>
              <a:pathLst>
                <a:path w="5194" h="3228" extrusionOk="0">
                  <a:moveTo>
                    <a:pt x="4814" y="1"/>
                  </a:moveTo>
                  <a:cubicBezTo>
                    <a:pt x="4814" y="1"/>
                    <a:pt x="4814" y="1"/>
                    <a:pt x="4814" y="32"/>
                  </a:cubicBezTo>
                  <a:cubicBezTo>
                    <a:pt x="4719" y="64"/>
                    <a:pt x="3896" y="571"/>
                    <a:pt x="2692" y="1109"/>
                  </a:cubicBezTo>
                  <a:cubicBezTo>
                    <a:pt x="1900" y="1489"/>
                    <a:pt x="982" y="1869"/>
                    <a:pt x="32" y="2154"/>
                  </a:cubicBezTo>
                  <a:lnTo>
                    <a:pt x="0" y="2154"/>
                  </a:lnTo>
                  <a:cubicBezTo>
                    <a:pt x="0" y="2154"/>
                    <a:pt x="64" y="2218"/>
                    <a:pt x="64" y="2376"/>
                  </a:cubicBezTo>
                  <a:cubicBezTo>
                    <a:pt x="127" y="2756"/>
                    <a:pt x="380" y="3073"/>
                    <a:pt x="729" y="3136"/>
                  </a:cubicBezTo>
                  <a:cubicBezTo>
                    <a:pt x="1048" y="3182"/>
                    <a:pt x="1433" y="3227"/>
                    <a:pt x="1853" y="3227"/>
                  </a:cubicBezTo>
                  <a:cubicBezTo>
                    <a:pt x="2307" y="3227"/>
                    <a:pt x="2800" y="3174"/>
                    <a:pt x="3294" y="3009"/>
                  </a:cubicBezTo>
                  <a:cubicBezTo>
                    <a:pt x="3896" y="2788"/>
                    <a:pt x="4466" y="2439"/>
                    <a:pt x="4909" y="1838"/>
                  </a:cubicBezTo>
                  <a:cubicBezTo>
                    <a:pt x="4941" y="1806"/>
                    <a:pt x="4972" y="1774"/>
                    <a:pt x="4972" y="1774"/>
                  </a:cubicBezTo>
                  <a:cubicBezTo>
                    <a:pt x="5162" y="1489"/>
                    <a:pt x="5194" y="1173"/>
                    <a:pt x="5067" y="888"/>
                  </a:cubicBezTo>
                  <a:cubicBezTo>
                    <a:pt x="4972" y="666"/>
                    <a:pt x="4846" y="381"/>
                    <a:pt x="4814" y="1"/>
                  </a:cubicBezTo>
                  <a:close/>
                </a:path>
              </a:pathLst>
            </a:custGeom>
            <a:solidFill>
              <a:srgbClr val="E5A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5"/>
            <p:cNvSpPr/>
            <p:nvPr/>
          </p:nvSpPr>
          <p:spPr>
            <a:xfrm>
              <a:off x="7978386" y="1637660"/>
              <a:ext cx="478231" cy="520209"/>
            </a:xfrm>
            <a:custGeom>
              <a:avLst/>
              <a:gdLst/>
              <a:ahLst/>
              <a:cxnLst/>
              <a:rect l="l" t="t" r="r" b="b"/>
              <a:pathLst>
                <a:path w="14981" h="16296" extrusionOk="0">
                  <a:moveTo>
                    <a:pt x="9406" y="1"/>
                  </a:moveTo>
                  <a:cubicBezTo>
                    <a:pt x="9406" y="1"/>
                    <a:pt x="8488" y="1394"/>
                    <a:pt x="7094" y="1901"/>
                  </a:cubicBezTo>
                  <a:cubicBezTo>
                    <a:pt x="6788" y="2027"/>
                    <a:pt x="6460" y="2102"/>
                    <a:pt x="6112" y="2102"/>
                  </a:cubicBezTo>
                  <a:cubicBezTo>
                    <a:pt x="5850" y="2102"/>
                    <a:pt x="5575" y="2059"/>
                    <a:pt x="5289" y="1964"/>
                  </a:cubicBezTo>
                  <a:cubicBezTo>
                    <a:pt x="5004" y="1869"/>
                    <a:pt x="4719" y="1711"/>
                    <a:pt x="4403" y="1489"/>
                  </a:cubicBezTo>
                  <a:cubicBezTo>
                    <a:pt x="4403" y="1489"/>
                    <a:pt x="4308" y="1521"/>
                    <a:pt x="4118" y="1584"/>
                  </a:cubicBezTo>
                  <a:cubicBezTo>
                    <a:pt x="3738" y="1774"/>
                    <a:pt x="3104" y="2217"/>
                    <a:pt x="2439" y="3357"/>
                  </a:cubicBezTo>
                  <a:cubicBezTo>
                    <a:pt x="2186" y="3832"/>
                    <a:pt x="1901" y="4403"/>
                    <a:pt x="1647" y="5131"/>
                  </a:cubicBezTo>
                  <a:cubicBezTo>
                    <a:pt x="444" y="8551"/>
                    <a:pt x="856" y="10420"/>
                    <a:pt x="507" y="11971"/>
                  </a:cubicBezTo>
                  <a:cubicBezTo>
                    <a:pt x="222" y="13175"/>
                    <a:pt x="1" y="13872"/>
                    <a:pt x="507" y="14505"/>
                  </a:cubicBezTo>
                  <a:cubicBezTo>
                    <a:pt x="571" y="14568"/>
                    <a:pt x="634" y="14632"/>
                    <a:pt x="666" y="14663"/>
                  </a:cubicBezTo>
                  <a:lnTo>
                    <a:pt x="697" y="14695"/>
                  </a:lnTo>
                  <a:cubicBezTo>
                    <a:pt x="824" y="14822"/>
                    <a:pt x="1014" y="14948"/>
                    <a:pt x="1236" y="15075"/>
                  </a:cubicBezTo>
                  <a:cubicBezTo>
                    <a:pt x="2218" y="15659"/>
                    <a:pt x="4287" y="16296"/>
                    <a:pt x="6424" y="16296"/>
                  </a:cubicBezTo>
                  <a:cubicBezTo>
                    <a:pt x="7182" y="16296"/>
                    <a:pt x="7948" y="16216"/>
                    <a:pt x="8678" y="16025"/>
                  </a:cubicBezTo>
                  <a:cubicBezTo>
                    <a:pt x="9153" y="15898"/>
                    <a:pt x="9596" y="15772"/>
                    <a:pt x="10040" y="15645"/>
                  </a:cubicBezTo>
                  <a:cubicBezTo>
                    <a:pt x="11750" y="15138"/>
                    <a:pt x="12985" y="14632"/>
                    <a:pt x="13745" y="13745"/>
                  </a:cubicBezTo>
                  <a:cubicBezTo>
                    <a:pt x="13872" y="13587"/>
                    <a:pt x="13998" y="13428"/>
                    <a:pt x="14125" y="13270"/>
                  </a:cubicBezTo>
                  <a:cubicBezTo>
                    <a:pt x="14980" y="11781"/>
                    <a:pt x="13682" y="11401"/>
                    <a:pt x="13333" y="9470"/>
                  </a:cubicBezTo>
                  <a:cubicBezTo>
                    <a:pt x="12985" y="7601"/>
                    <a:pt x="11813" y="1426"/>
                    <a:pt x="9628" y="127"/>
                  </a:cubicBezTo>
                  <a:cubicBezTo>
                    <a:pt x="9565" y="64"/>
                    <a:pt x="9470" y="32"/>
                    <a:pt x="9406" y="1"/>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5"/>
            <p:cNvSpPr/>
            <p:nvPr/>
          </p:nvSpPr>
          <p:spPr>
            <a:xfrm>
              <a:off x="7891461" y="1688193"/>
              <a:ext cx="218382" cy="417578"/>
            </a:xfrm>
            <a:custGeom>
              <a:avLst/>
              <a:gdLst/>
              <a:ahLst/>
              <a:cxnLst/>
              <a:rect l="l" t="t" r="r" b="b"/>
              <a:pathLst>
                <a:path w="6841" h="13081" extrusionOk="0">
                  <a:moveTo>
                    <a:pt x="6809" y="1"/>
                  </a:moveTo>
                  <a:cubicBezTo>
                    <a:pt x="6587" y="64"/>
                    <a:pt x="3009" y="983"/>
                    <a:pt x="1425" y="5385"/>
                  </a:cubicBezTo>
                  <a:cubicBezTo>
                    <a:pt x="190" y="8868"/>
                    <a:pt x="0" y="11528"/>
                    <a:pt x="1584" y="12574"/>
                  </a:cubicBezTo>
                  <a:cubicBezTo>
                    <a:pt x="2027" y="12890"/>
                    <a:pt x="2629" y="13080"/>
                    <a:pt x="3389" y="13080"/>
                  </a:cubicBezTo>
                  <a:cubicBezTo>
                    <a:pt x="3389" y="13080"/>
                    <a:pt x="3294" y="13049"/>
                    <a:pt x="3230" y="12922"/>
                  </a:cubicBezTo>
                  <a:cubicBezTo>
                    <a:pt x="3104" y="12669"/>
                    <a:pt x="2945" y="12194"/>
                    <a:pt x="3230" y="11180"/>
                  </a:cubicBezTo>
                  <a:cubicBezTo>
                    <a:pt x="3642" y="9565"/>
                    <a:pt x="3357" y="8868"/>
                    <a:pt x="3705" y="7222"/>
                  </a:cubicBezTo>
                  <a:cubicBezTo>
                    <a:pt x="3990" y="5891"/>
                    <a:pt x="4370" y="3516"/>
                    <a:pt x="5669" y="1458"/>
                  </a:cubicBezTo>
                  <a:cubicBezTo>
                    <a:pt x="5986" y="951"/>
                    <a:pt x="6397" y="444"/>
                    <a:pt x="6841"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5"/>
            <p:cNvSpPr/>
            <p:nvPr/>
          </p:nvSpPr>
          <p:spPr>
            <a:xfrm>
              <a:off x="8285736" y="1641714"/>
              <a:ext cx="235556" cy="436285"/>
            </a:xfrm>
            <a:custGeom>
              <a:avLst/>
              <a:gdLst/>
              <a:ahLst/>
              <a:cxnLst/>
              <a:rect l="l" t="t" r="r" b="b"/>
              <a:pathLst>
                <a:path w="7379" h="13667" extrusionOk="0">
                  <a:moveTo>
                    <a:pt x="0" y="0"/>
                  </a:moveTo>
                  <a:cubicBezTo>
                    <a:pt x="2407" y="1964"/>
                    <a:pt x="2945" y="9406"/>
                    <a:pt x="3737" y="10736"/>
                  </a:cubicBezTo>
                  <a:cubicBezTo>
                    <a:pt x="4529" y="12034"/>
                    <a:pt x="3990" y="13586"/>
                    <a:pt x="3990" y="13586"/>
                  </a:cubicBezTo>
                  <a:cubicBezTo>
                    <a:pt x="3990" y="13586"/>
                    <a:pt x="4054" y="13618"/>
                    <a:pt x="4117" y="13618"/>
                  </a:cubicBezTo>
                  <a:cubicBezTo>
                    <a:pt x="4206" y="13642"/>
                    <a:pt x="4332" y="13666"/>
                    <a:pt x="4485" y="13666"/>
                  </a:cubicBezTo>
                  <a:cubicBezTo>
                    <a:pt x="4932" y="13666"/>
                    <a:pt x="5610" y="13460"/>
                    <a:pt x="6270" y="12446"/>
                  </a:cubicBezTo>
                  <a:cubicBezTo>
                    <a:pt x="7379" y="10799"/>
                    <a:pt x="6334" y="8678"/>
                    <a:pt x="4782" y="4656"/>
                  </a:cubicBezTo>
                  <a:cubicBezTo>
                    <a:pt x="3262" y="729"/>
                    <a:pt x="190" y="32"/>
                    <a:pt x="0" y="0"/>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5"/>
            <p:cNvSpPr/>
            <p:nvPr/>
          </p:nvSpPr>
          <p:spPr>
            <a:xfrm>
              <a:off x="8391878" y="1489061"/>
              <a:ext cx="113261" cy="119326"/>
            </a:xfrm>
            <a:custGeom>
              <a:avLst/>
              <a:gdLst/>
              <a:ahLst/>
              <a:cxnLst/>
              <a:rect l="l" t="t" r="r" b="b"/>
              <a:pathLst>
                <a:path w="3548" h="3738" extrusionOk="0">
                  <a:moveTo>
                    <a:pt x="2280" y="0"/>
                  </a:moveTo>
                  <a:lnTo>
                    <a:pt x="1869" y="254"/>
                  </a:lnTo>
                  <a:lnTo>
                    <a:pt x="254" y="1330"/>
                  </a:lnTo>
                  <a:lnTo>
                    <a:pt x="0" y="2059"/>
                  </a:lnTo>
                  <a:lnTo>
                    <a:pt x="1584" y="1014"/>
                  </a:lnTo>
                  <a:lnTo>
                    <a:pt x="1204" y="3737"/>
                  </a:lnTo>
                  <a:lnTo>
                    <a:pt x="3294" y="2375"/>
                  </a:lnTo>
                  <a:lnTo>
                    <a:pt x="3547" y="1520"/>
                  </a:lnTo>
                  <a:lnTo>
                    <a:pt x="1869" y="2660"/>
                  </a:lnTo>
                  <a:lnTo>
                    <a:pt x="2217" y="444"/>
                  </a:lnTo>
                  <a:lnTo>
                    <a:pt x="22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5"/>
            <p:cNvSpPr/>
            <p:nvPr/>
          </p:nvSpPr>
          <p:spPr>
            <a:xfrm>
              <a:off x="8456585" y="1401114"/>
              <a:ext cx="113229" cy="119294"/>
            </a:xfrm>
            <a:custGeom>
              <a:avLst/>
              <a:gdLst/>
              <a:ahLst/>
              <a:cxnLst/>
              <a:rect l="l" t="t" r="r" b="b"/>
              <a:pathLst>
                <a:path w="3547" h="3737" extrusionOk="0">
                  <a:moveTo>
                    <a:pt x="2312" y="0"/>
                  </a:moveTo>
                  <a:lnTo>
                    <a:pt x="1869" y="253"/>
                  </a:lnTo>
                  <a:lnTo>
                    <a:pt x="253" y="1330"/>
                  </a:lnTo>
                  <a:lnTo>
                    <a:pt x="0" y="2059"/>
                  </a:lnTo>
                  <a:lnTo>
                    <a:pt x="1615" y="1013"/>
                  </a:lnTo>
                  <a:lnTo>
                    <a:pt x="1235" y="3737"/>
                  </a:lnTo>
                  <a:lnTo>
                    <a:pt x="3325" y="2375"/>
                  </a:lnTo>
                  <a:lnTo>
                    <a:pt x="3547" y="1520"/>
                  </a:lnTo>
                  <a:lnTo>
                    <a:pt x="1869" y="2660"/>
                  </a:lnTo>
                  <a:lnTo>
                    <a:pt x="2217" y="443"/>
                  </a:lnTo>
                  <a:lnTo>
                    <a:pt x="23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5"/>
            <p:cNvSpPr/>
            <p:nvPr/>
          </p:nvSpPr>
          <p:spPr>
            <a:xfrm>
              <a:off x="7886385" y="1239363"/>
              <a:ext cx="258828" cy="444138"/>
            </a:xfrm>
            <a:custGeom>
              <a:avLst/>
              <a:gdLst/>
              <a:ahLst/>
              <a:cxnLst/>
              <a:rect l="l" t="t" r="r" b="b"/>
              <a:pathLst>
                <a:path w="8108" h="13913" extrusionOk="0">
                  <a:moveTo>
                    <a:pt x="3548" y="0"/>
                  </a:moveTo>
                  <a:lnTo>
                    <a:pt x="3548" y="0"/>
                  </a:lnTo>
                  <a:cubicBezTo>
                    <a:pt x="1046" y="1330"/>
                    <a:pt x="349" y="3167"/>
                    <a:pt x="349" y="5004"/>
                  </a:cubicBezTo>
                  <a:cubicBezTo>
                    <a:pt x="381" y="6334"/>
                    <a:pt x="792" y="7664"/>
                    <a:pt x="1141" y="8772"/>
                  </a:cubicBezTo>
                  <a:cubicBezTo>
                    <a:pt x="1172" y="8867"/>
                    <a:pt x="1172" y="8931"/>
                    <a:pt x="1204" y="8994"/>
                  </a:cubicBezTo>
                  <a:cubicBezTo>
                    <a:pt x="697" y="8994"/>
                    <a:pt x="222" y="9152"/>
                    <a:pt x="64" y="9564"/>
                  </a:cubicBezTo>
                  <a:cubicBezTo>
                    <a:pt x="1" y="9817"/>
                    <a:pt x="32" y="10134"/>
                    <a:pt x="286" y="10577"/>
                  </a:cubicBezTo>
                  <a:cubicBezTo>
                    <a:pt x="542" y="11018"/>
                    <a:pt x="823" y="11152"/>
                    <a:pt x="1070" y="11152"/>
                  </a:cubicBezTo>
                  <a:cubicBezTo>
                    <a:pt x="1373" y="11152"/>
                    <a:pt x="1624" y="10950"/>
                    <a:pt x="1711" y="10862"/>
                  </a:cubicBezTo>
                  <a:cubicBezTo>
                    <a:pt x="2062" y="12133"/>
                    <a:pt x="3083" y="13912"/>
                    <a:pt x="5720" y="13912"/>
                  </a:cubicBezTo>
                  <a:cubicBezTo>
                    <a:pt x="6172" y="13912"/>
                    <a:pt x="6670" y="13860"/>
                    <a:pt x="7221" y="13744"/>
                  </a:cubicBezTo>
                  <a:lnTo>
                    <a:pt x="7253" y="13744"/>
                  </a:lnTo>
                  <a:cubicBezTo>
                    <a:pt x="7506" y="13681"/>
                    <a:pt x="7791" y="13618"/>
                    <a:pt x="8108" y="13523"/>
                  </a:cubicBezTo>
                  <a:cubicBezTo>
                    <a:pt x="7999" y="13167"/>
                    <a:pt x="7807" y="13125"/>
                    <a:pt x="7436" y="13125"/>
                  </a:cubicBezTo>
                  <a:cubicBezTo>
                    <a:pt x="7318" y="13125"/>
                    <a:pt x="7182" y="13129"/>
                    <a:pt x="7024" y="13129"/>
                  </a:cubicBezTo>
                  <a:cubicBezTo>
                    <a:pt x="6530" y="13129"/>
                    <a:pt x="5825" y="13086"/>
                    <a:pt x="4814" y="12731"/>
                  </a:cubicBezTo>
                  <a:cubicBezTo>
                    <a:pt x="2091" y="11813"/>
                    <a:pt x="444" y="5004"/>
                    <a:pt x="1077" y="3199"/>
                  </a:cubicBezTo>
                  <a:cubicBezTo>
                    <a:pt x="1679" y="1425"/>
                    <a:pt x="3453" y="63"/>
                    <a:pt x="3548" y="0"/>
                  </a:cubicBezTo>
                  <a:close/>
                </a:path>
              </a:pathLst>
            </a:custGeom>
            <a:solidFill>
              <a:srgbClr val="FFFFFF">
                <a:alpha val="26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 name="Google Shape;337;p15"/>
          <p:cNvGrpSpPr/>
          <p:nvPr/>
        </p:nvGrpSpPr>
        <p:grpSpPr>
          <a:xfrm>
            <a:off x="7661970" y="2462601"/>
            <a:ext cx="985703" cy="984681"/>
            <a:chOff x="7661970" y="2462601"/>
            <a:chExt cx="985703" cy="984681"/>
          </a:xfrm>
        </p:grpSpPr>
        <p:sp>
          <p:nvSpPr>
            <p:cNvPr id="338" name="Google Shape;338;p15"/>
            <p:cNvSpPr/>
            <p:nvPr/>
          </p:nvSpPr>
          <p:spPr>
            <a:xfrm>
              <a:off x="7661970" y="2462601"/>
              <a:ext cx="985703" cy="984681"/>
            </a:xfrm>
            <a:custGeom>
              <a:avLst/>
              <a:gdLst/>
              <a:ahLst/>
              <a:cxnLst/>
              <a:rect l="l" t="t" r="r" b="b"/>
              <a:pathLst>
                <a:path w="30878" h="30846" extrusionOk="0">
                  <a:moveTo>
                    <a:pt x="15455" y="0"/>
                  </a:moveTo>
                  <a:cubicBezTo>
                    <a:pt x="6904" y="0"/>
                    <a:pt x="0" y="6904"/>
                    <a:pt x="0" y="15423"/>
                  </a:cubicBezTo>
                  <a:cubicBezTo>
                    <a:pt x="0" y="23942"/>
                    <a:pt x="6904" y="30846"/>
                    <a:pt x="15455" y="30846"/>
                  </a:cubicBezTo>
                  <a:cubicBezTo>
                    <a:pt x="23974" y="30846"/>
                    <a:pt x="30878" y="23942"/>
                    <a:pt x="30878" y="15423"/>
                  </a:cubicBezTo>
                  <a:cubicBezTo>
                    <a:pt x="30878" y="6904"/>
                    <a:pt x="23974" y="0"/>
                    <a:pt x="15455"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5"/>
            <p:cNvSpPr/>
            <p:nvPr/>
          </p:nvSpPr>
          <p:spPr>
            <a:xfrm>
              <a:off x="7830776" y="2772952"/>
              <a:ext cx="717809" cy="593982"/>
            </a:xfrm>
            <a:custGeom>
              <a:avLst/>
              <a:gdLst/>
              <a:ahLst/>
              <a:cxnLst/>
              <a:rect l="l" t="t" r="r" b="b"/>
              <a:pathLst>
                <a:path w="22486" h="18607" extrusionOk="0">
                  <a:moveTo>
                    <a:pt x="2439" y="1"/>
                  </a:moveTo>
                  <a:cubicBezTo>
                    <a:pt x="1" y="6018"/>
                    <a:pt x="1236" y="10736"/>
                    <a:pt x="4150" y="13492"/>
                  </a:cubicBezTo>
                  <a:lnTo>
                    <a:pt x="4181" y="13492"/>
                  </a:lnTo>
                  <a:cubicBezTo>
                    <a:pt x="4371" y="13682"/>
                    <a:pt x="4593" y="13872"/>
                    <a:pt x="4846" y="14062"/>
                  </a:cubicBezTo>
                  <a:cubicBezTo>
                    <a:pt x="8267" y="16722"/>
                    <a:pt x="13714" y="16437"/>
                    <a:pt x="14695" y="16469"/>
                  </a:cubicBezTo>
                  <a:cubicBezTo>
                    <a:pt x="15677" y="16469"/>
                    <a:pt x="16279" y="17134"/>
                    <a:pt x="16944" y="17640"/>
                  </a:cubicBezTo>
                  <a:cubicBezTo>
                    <a:pt x="17440" y="18018"/>
                    <a:pt x="17883" y="18607"/>
                    <a:pt x="18325" y="18607"/>
                  </a:cubicBezTo>
                  <a:cubicBezTo>
                    <a:pt x="18476" y="18607"/>
                    <a:pt x="18627" y="18538"/>
                    <a:pt x="18781" y="18369"/>
                  </a:cubicBezTo>
                  <a:cubicBezTo>
                    <a:pt x="19351" y="17672"/>
                    <a:pt x="17324" y="16437"/>
                    <a:pt x="17482" y="16247"/>
                  </a:cubicBezTo>
                  <a:cubicBezTo>
                    <a:pt x="17524" y="16198"/>
                    <a:pt x="17603" y="16177"/>
                    <a:pt x="17707" y="16177"/>
                  </a:cubicBezTo>
                  <a:cubicBezTo>
                    <a:pt x="18078" y="16177"/>
                    <a:pt x="18776" y="16443"/>
                    <a:pt x="19319" y="16690"/>
                  </a:cubicBezTo>
                  <a:cubicBezTo>
                    <a:pt x="19776" y="16909"/>
                    <a:pt x="20357" y="17326"/>
                    <a:pt x="20876" y="17326"/>
                  </a:cubicBezTo>
                  <a:cubicBezTo>
                    <a:pt x="21184" y="17326"/>
                    <a:pt x="21470" y="17179"/>
                    <a:pt x="21694" y="16754"/>
                  </a:cubicBezTo>
                  <a:cubicBezTo>
                    <a:pt x="22264" y="15613"/>
                    <a:pt x="18717" y="15075"/>
                    <a:pt x="18686" y="14695"/>
                  </a:cubicBezTo>
                  <a:cubicBezTo>
                    <a:pt x="18668" y="14501"/>
                    <a:pt x="18926" y="14464"/>
                    <a:pt x="19366" y="14464"/>
                  </a:cubicBezTo>
                  <a:cubicBezTo>
                    <a:pt x="19634" y="14464"/>
                    <a:pt x="19970" y="14478"/>
                    <a:pt x="20354" y="14478"/>
                  </a:cubicBezTo>
                  <a:cubicBezTo>
                    <a:pt x="20469" y="14478"/>
                    <a:pt x="20589" y="14477"/>
                    <a:pt x="20713" y="14473"/>
                  </a:cubicBezTo>
                  <a:cubicBezTo>
                    <a:pt x="21789" y="14442"/>
                    <a:pt x="22486" y="14252"/>
                    <a:pt x="22423" y="13492"/>
                  </a:cubicBezTo>
                  <a:lnTo>
                    <a:pt x="22423" y="13492"/>
                  </a:lnTo>
                  <a:cubicBezTo>
                    <a:pt x="19918" y="13977"/>
                    <a:pt x="17458" y="14281"/>
                    <a:pt x="15264" y="14281"/>
                  </a:cubicBezTo>
                  <a:cubicBezTo>
                    <a:pt x="12880" y="14281"/>
                    <a:pt x="10811" y="13922"/>
                    <a:pt x="9343" y="13048"/>
                  </a:cubicBezTo>
                  <a:cubicBezTo>
                    <a:pt x="8773" y="12700"/>
                    <a:pt x="8267" y="12352"/>
                    <a:pt x="7823" y="11972"/>
                  </a:cubicBezTo>
                  <a:cubicBezTo>
                    <a:pt x="2344" y="7506"/>
                    <a:pt x="5891" y="1964"/>
                    <a:pt x="5891" y="1964"/>
                  </a:cubicBezTo>
                  <a:lnTo>
                    <a:pt x="4466" y="666"/>
                  </a:lnTo>
                  <a:cubicBezTo>
                    <a:pt x="4181" y="602"/>
                    <a:pt x="3928" y="539"/>
                    <a:pt x="3706" y="444"/>
                  </a:cubicBezTo>
                  <a:cubicBezTo>
                    <a:pt x="3231" y="286"/>
                    <a:pt x="2819" y="159"/>
                    <a:pt x="2439" y="1"/>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5"/>
            <p:cNvSpPr/>
            <p:nvPr/>
          </p:nvSpPr>
          <p:spPr>
            <a:xfrm>
              <a:off x="7847983" y="2649635"/>
              <a:ext cx="256817" cy="168838"/>
            </a:xfrm>
            <a:custGeom>
              <a:avLst/>
              <a:gdLst/>
              <a:ahLst/>
              <a:cxnLst/>
              <a:rect l="l" t="t" r="r" b="b"/>
              <a:pathLst>
                <a:path w="8045" h="5289" extrusionOk="0">
                  <a:moveTo>
                    <a:pt x="507" y="0"/>
                  </a:moveTo>
                  <a:cubicBezTo>
                    <a:pt x="222" y="760"/>
                    <a:pt x="64" y="1457"/>
                    <a:pt x="32" y="2027"/>
                  </a:cubicBezTo>
                  <a:cubicBezTo>
                    <a:pt x="0" y="2692"/>
                    <a:pt x="380" y="3262"/>
                    <a:pt x="982" y="3515"/>
                  </a:cubicBezTo>
                  <a:cubicBezTo>
                    <a:pt x="1204" y="3610"/>
                    <a:pt x="1520" y="3737"/>
                    <a:pt x="1900" y="3864"/>
                  </a:cubicBezTo>
                  <a:cubicBezTo>
                    <a:pt x="2249" y="4022"/>
                    <a:pt x="2692" y="4149"/>
                    <a:pt x="3167" y="4307"/>
                  </a:cubicBezTo>
                  <a:cubicBezTo>
                    <a:pt x="3389" y="4370"/>
                    <a:pt x="3642" y="4465"/>
                    <a:pt x="3927" y="4529"/>
                  </a:cubicBezTo>
                  <a:cubicBezTo>
                    <a:pt x="5099" y="4877"/>
                    <a:pt x="6461" y="5162"/>
                    <a:pt x="7886" y="5289"/>
                  </a:cubicBezTo>
                  <a:cubicBezTo>
                    <a:pt x="7981" y="5004"/>
                    <a:pt x="8044" y="4877"/>
                    <a:pt x="8044" y="4877"/>
                  </a:cubicBezTo>
                  <a:lnTo>
                    <a:pt x="4466" y="4149"/>
                  </a:lnTo>
                  <a:cubicBezTo>
                    <a:pt x="5289" y="3484"/>
                    <a:pt x="5827" y="2660"/>
                    <a:pt x="6176" y="1805"/>
                  </a:cubicBezTo>
                  <a:cubicBezTo>
                    <a:pt x="4212" y="1362"/>
                    <a:pt x="2344" y="697"/>
                    <a:pt x="1330" y="317"/>
                  </a:cubicBezTo>
                  <a:cubicBezTo>
                    <a:pt x="824" y="127"/>
                    <a:pt x="507" y="0"/>
                    <a:pt x="507" y="0"/>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5"/>
            <p:cNvSpPr/>
            <p:nvPr/>
          </p:nvSpPr>
          <p:spPr>
            <a:xfrm>
              <a:off x="7864167" y="2495290"/>
              <a:ext cx="221414" cy="211997"/>
            </a:xfrm>
            <a:custGeom>
              <a:avLst/>
              <a:gdLst/>
              <a:ahLst/>
              <a:cxnLst/>
              <a:rect l="l" t="t" r="r" b="b"/>
              <a:pathLst>
                <a:path w="6936" h="6641" extrusionOk="0">
                  <a:moveTo>
                    <a:pt x="5440" y="1"/>
                  </a:moveTo>
                  <a:cubicBezTo>
                    <a:pt x="5248" y="1"/>
                    <a:pt x="5063" y="16"/>
                    <a:pt x="4877" y="53"/>
                  </a:cubicBezTo>
                  <a:cubicBezTo>
                    <a:pt x="2407" y="401"/>
                    <a:pt x="760" y="2745"/>
                    <a:pt x="0" y="4835"/>
                  </a:cubicBezTo>
                  <a:cubicBezTo>
                    <a:pt x="0" y="4835"/>
                    <a:pt x="285" y="4962"/>
                    <a:pt x="823" y="5152"/>
                  </a:cubicBezTo>
                  <a:cubicBezTo>
                    <a:pt x="1837" y="5532"/>
                    <a:pt x="3705" y="6197"/>
                    <a:pt x="5669" y="6640"/>
                  </a:cubicBezTo>
                  <a:cubicBezTo>
                    <a:pt x="6936" y="3600"/>
                    <a:pt x="5859" y="21"/>
                    <a:pt x="5859" y="21"/>
                  </a:cubicBezTo>
                  <a:cubicBezTo>
                    <a:pt x="5714" y="8"/>
                    <a:pt x="5576" y="1"/>
                    <a:pt x="5440" y="1"/>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5"/>
            <p:cNvSpPr/>
            <p:nvPr/>
          </p:nvSpPr>
          <p:spPr>
            <a:xfrm>
              <a:off x="7905603" y="2794180"/>
              <a:ext cx="640972" cy="434689"/>
            </a:xfrm>
            <a:custGeom>
              <a:avLst/>
              <a:gdLst/>
              <a:ahLst/>
              <a:cxnLst/>
              <a:rect l="l" t="t" r="r" b="b"/>
              <a:pathLst>
                <a:path w="20079" h="13617" extrusionOk="0">
                  <a:moveTo>
                    <a:pt x="2122" y="1"/>
                  </a:moveTo>
                  <a:lnTo>
                    <a:pt x="3547" y="1331"/>
                  </a:lnTo>
                  <a:cubicBezTo>
                    <a:pt x="3547" y="1331"/>
                    <a:pt x="0" y="6841"/>
                    <a:pt x="5479" y="11307"/>
                  </a:cubicBezTo>
                  <a:cubicBezTo>
                    <a:pt x="5923" y="11655"/>
                    <a:pt x="6429" y="12035"/>
                    <a:pt x="6999" y="12383"/>
                  </a:cubicBezTo>
                  <a:cubicBezTo>
                    <a:pt x="8467" y="13257"/>
                    <a:pt x="10536" y="13616"/>
                    <a:pt x="12920" y="13616"/>
                  </a:cubicBezTo>
                  <a:cubicBezTo>
                    <a:pt x="15114" y="13616"/>
                    <a:pt x="17574" y="13312"/>
                    <a:pt x="20079" y="12827"/>
                  </a:cubicBezTo>
                  <a:cubicBezTo>
                    <a:pt x="20079" y="12763"/>
                    <a:pt x="20047" y="12700"/>
                    <a:pt x="20047" y="12605"/>
                  </a:cubicBezTo>
                  <a:cubicBezTo>
                    <a:pt x="20015" y="12542"/>
                    <a:pt x="19984" y="12478"/>
                    <a:pt x="19952" y="12447"/>
                  </a:cubicBezTo>
                  <a:cubicBezTo>
                    <a:pt x="19920" y="12383"/>
                    <a:pt x="19889" y="12352"/>
                    <a:pt x="19857" y="12320"/>
                  </a:cubicBezTo>
                  <a:cubicBezTo>
                    <a:pt x="19604" y="12130"/>
                    <a:pt x="19160" y="12098"/>
                    <a:pt x="18685" y="12098"/>
                  </a:cubicBezTo>
                  <a:lnTo>
                    <a:pt x="18400" y="12098"/>
                  </a:lnTo>
                  <a:cubicBezTo>
                    <a:pt x="18305" y="12098"/>
                    <a:pt x="18210" y="12098"/>
                    <a:pt x="18115" y="12130"/>
                  </a:cubicBezTo>
                  <a:cubicBezTo>
                    <a:pt x="17925" y="12130"/>
                    <a:pt x="17735" y="12162"/>
                    <a:pt x="17545" y="12162"/>
                  </a:cubicBezTo>
                  <a:cubicBezTo>
                    <a:pt x="17197" y="12225"/>
                    <a:pt x="16880" y="12257"/>
                    <a:pt x="16690" y="12257"/>
                  </a:cubicBezTo>
                  <a:cubicBezTo>
                    <a:pt x="16627" y="12257"/>
                    <a:pt x="16595" y="12257"/>
                    <a:pt x="16563" y="12225"/>
                  </a:cubicBezTo>
                  <a:cubicBezTo>
                    <a:pt x="16437" y="12225"/>
                    <a:pt x="16373" y="12162"/>
                    <a:pt x="16405" y="12098"/>
                  </a:cubicBezTo>
                  <a:cubicBezTo>
                    <a:pt x="16405" y="11940"/>
                    <a:pt x="16753" y="11655"/>
                    <a:pt x="17228" y="11402"/>
                  </a:cubicBezTo>
                  <a:cubicBezTo>
                    <a:pt x="17387" y="11338"/>
                    <a:pt x="17577" y="11243"/>
                    <a:pt x="17767" y="11180"/>
                  </a:cubicBezTo>
                  <a:cubicBezTo>
                    <a:pt x="17893" y="11117"/>
                    <a:pt x="17988" y="11085"/>
                    <a:pt x="18115" y="11053"/>
                  </a:cubicBezTo>
                  <a:cubicBezTo>
                    <a:pt x="18242" y="10990"/>
                    <a:pt x="18337" y="10958"/>
                    <a:pt x="18464" y="10927"/>
                  </a:cubicBezTo>
                  <a:cubicBezTo>
                    <a:pt x="18654" y="10832"/>
                    <a:pt x="18844" y="10737"/>
                    <a:pt x="18970" y="10642"/>
                  </a:cubicBezTo>
                  <a:cubicBezTo>
                    <a:pt x="19034" y="10578"/>
                    <a:pt x="19097" y="10546"/>
                    <a:pt x="19160" y="10483"/>
                  </a:cubicBezTo>
                  <a:cubicBezTo>
                    <a:pt x="19192" y="10420"/>
                    <a:pt x="19224" y="10356"/>
                    <a:pt x="19224" y="10261"/>
                  </a:cubicBezTo>
                  <a:cubicBezTo>
                    <a:pt x="19255" y="10103"/>
                    <a:pt x="19192" y="9913"/>
                    <a:pt x="19065" y="9660"/>
                  </a:cubicBezTo>
                  <a:cubicBezTo>
                    <a:pt x="19002" y="9533"/>
                    <a:pt x="18907" y="9438"/>
                    <a:pt x="18780" y="9375"/>
                  </a:cubicBezTo>
                  <a:cubicBezTo>
                    <a:pt x="18590" y="9280"/>
                    <a:pt x="18369" y="9248"/>
                    <a:pt x="18115" y="9248"/>
                  </a:cubicBezTo>
                  <a:cubicBezTo>
                    <a:pt x="17197" y="9280"/>
                    <a:pt x="15835" y="9881"/>
                    <a:pt x="15043" y="10261"/>
                  </a:cubicBezTo>
                  <a:cubicBezTo>
                    <a:pt x="14632" y="10451"/>
                    <a:pt x="14315" y="10546"/>
                    <a:pt x="14125" y="10546"/>
                  </a:cubicBezTo>
                  <a:cubicBezTo>
                    <a:pt x="13903" y="10546"/>
                    <a:pt x="13872" y="10388"/>
                    <a:pt x="14030" y="10040"/>
                  </a:cubicBezTo>
                  <a:cubicBezTo>
                    <a:pt x="14062" y="9945"/>
                    <a:pt x="14125" y="9818"/>
                    <a:pt x="14157" y="9723"/>
                  </a:cubicBezTo>
                  <a:cubicBezTo>
                    <a:pt x="14283" y="9501"/>
                    <a:pt x="14378" y="9280"/>
                    <a:pt x="14442" y="9058"/>
                  </a:cubicBezTo>
                  <a:cubicBezTo>
                    <a:pt x="14632" y="8425"/>
                    <a:pt x="14505" y="7886"/>
                    <a:pt x="13840" y="7633"/>
                  </a:cubicBezTo>
                  <a:cubicBezTo>
                    <a:pt x="13808" y="7633"/>
                    <a:pt x="13745" y="7601"/>
                    <a:pt x="13681" y="7601"/>
                  </a:cubicBezTo>
                  <a:lnTo>
                    <a:pt x="13523" y="7601"/>
                  </a:lnTo>
                  <a:cubicBezTo>
                    <a:pt x="13333" y="7633"/>
                    <a:pt x="13143" y="7791"/>
                    <a:pt x="12953" y="7981"/>
                  </a:cubicBezTo>
                  <a:cubicBezTo>
                    <a:pt x="12858" y="8076"/>
                    <a:pt x="12795" y="8171"/>
                    <a:pt x="12700" y="8298"/>
                  </a:cubicBezTo>
                  <a:cubicBezTo>
                    <a:pt x="12668" y="8361"/>
                    <a:pt x="12636" y="8425"/>
                    <a:pt x="12573" y="8488"/>
                  </a:cubicBezTo>
                  <a:cubicBezTo>
                    <a:pt x="12478" y="8646"/>
                    <a:pt x="12383" y="8836"/>
                    <a:pt x="12288" y="8995"/>
                  </a:cubicBezTo>
                  <a:cubicBezTo>
                    <a:pt x="12161" y="9216"/>
                    <a:pt x="12066" y="9375"/>
                    <a:pt x="12003" y="9470"/>
                  </a:cubicBezTo>
                  <a:cubicBezTo>
                    <a:pt x="11750" y="9755"/>
                    <a:pt x="11243" y="10135"/>
                    <a:pt x="10610" y="10388"/>
                  </a:cubicBezTo>
                  <a:cubicBezTo>
                    <a:pt x="10483" y="10420"/>
                    <a:pt x="10388" y="10483"/>
                    <a:pt x="10261" y="10515"/>
                  </a:cubicBezTo>
                  <a:cubicBezTo>
                    <a:pt x="10135" y="10546"/>
                    <a:pt x="10008" y="10578"/>
                    <a:pt x="9850" y="10578"/>
                  </a:cubicBezTo>
                  <a:cubicBezTo>
                    <a:pt x="9660" y="10642"/>
                    <a:pt x="9470" y="10642"/>
                    <a:pt x="9248" y="10642"/>
                  </a:cubicBezTo>
                  <a:cubicBezTo>
                    <a:pt x="9089" y="10642"/>
                    <a:pt x="8963" y="10610"/>
                    <a:pt x="8804" y="10578"/>
                  </a:cubicBezTo>
                  <a:cubicBezTo>
                    <a:pt x="8678" y="10578"/>
                    <a:pt x="8519" y="10546"/>
                    <a:pt x="8361" y="10483"/>
                  </a:cubicBezTo>
                  <a:cubicBezTo>
                    <a:pt x="8234" y="10451"/>
                    <a:pt x="8076" y="10388"/>
                    <a:pt x="7918" y="10293"/>
                  </a:cubicBezTo>
                  <a:cubicBezTo>
                    <a:pt x="7348" y="10008"/>
                    <a:pt x="6746" y="9470"/>
                    <a:pt x="6176" y="8615"/>
                  </a:cubicBezTo>
                  <a:cubicBezTo>
                    <a:pt x="6049" y="8456"/>
                    <a:pt x="5954" y="8266"/>
                    <a:pt x="5859" y="8108"/>
                  </a:cubicBezTo>
                  <a:cubicBezTo>
                    <a:pt x="5764" y="7918"/>
                    <a:pt x="5701" y="7728"/>
                    <a:pt x="5606" y="7538"/>
                  </a:cubicBezTo>
                  <a:cubicBezTo>
                    <a:pt x="5479" y="7158"/>
                    <a:pt x="5384" y="6778"/>
                    <a:pt x="5321" y="6398"/>
                  </a:cubicBezTo>
                  <a:cubicBezTo>
                    <a:pt x="5099" y="5258"/>
                    <a:pt x="5194" y="4054"/>
                    <a:pt x="5384" y="3073"/>
                  </a:cubicBezTo>
                  <a:cubicBezTo>
                    <a:pt x="5448" y="2724"/>
                    <a:pt x="5543" y="2408"/>
                    <a:pt x="5606" y="2123"/>
                  </a:cubicBezTo>
                  <a:cubicBezTo>
                    <a:pt x="5764" y="1553"/>
                    <a:pt x="5923" y="1078"/>
                    <a:pt x="6049" y="761"/>
                  </a:cubicBezTo>
                  <a:cubicBezTo>
                    <a:pt x="4656" y="634"/>
                    <a:pt x="3294" y="349"/>
                    <a:pt x="2122" y="1"/>
                  </a:cubicBezTo>
                  <a:close/>
                </a:path>
              </a:pathLst>
            </a:custGeom>
            <a:solidFill>
              <a:srgbClr val="E5A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5"/>
            <p:cNvSpPr/>
            <p:nvPr/>
          </p:nvSpPr>
          <p:spPr>
            <a:xfrm>
              <a:off x="8045104" y="2495960"/>
              <a:ext cx="169892" cy="224702"/>
            </a:xfrm>
            <a:custGeom>
              <a:avLst/>
              <a:gdLst/>
              <a:ahLst/>
              <a:cxnLst/>
              <a:rect l="l" t="t" r="r" b="b"/>
              <a:pathLst>
                <a:path w="5322" h="7039" extrusionOk="0">
                  <a:moveTo>
                    <a:pt x="191" y="0"/>
                  </a:moveTo>
                  <a:cubicBezTo>
                    <a:pt x="191" y="1"/>
                    <a:pt x="1268" y="3579"/>
                    <a:pt x="1" y="6619"/>
                  </a:cubicBezTo>
                  <a:cubicBezTo>
                    <a:pt x="1188" y="6861"/>
                    <a:pt x="2400" y="7038"/>
                    <a:pt x="3484" y="7038"/>
                  </a:cubicBezTo>
                  <a:cubicBezTo>
                    <a:pt x="4106" y="7038"/>
                    <a:pt x="4686" y="6980"/>
                    <a:pt x="5195" y="6841"/>
                  </a:cubicBezTo>
                  <a:cubicBezTo>
                    <a:pt x="5226" y="6556"/>
                    <a:pt x="5258" y="6271"/>
                    <a:pt x="5290" y="5986"/>
                  </a:cubicBezTo>
                  <a:cubicBezTo>
                    <a:pt x="5321" y="5542"/>
                    <a:pt x="5321" y="5099"/>
                    <a:pt x="5258" y="4656"/>
                  </a:cubicBezTo>
                  <a:cubicBezTo>
                    <a:pt x="5226" y="4371"/>
                    <a:pt x="5163" y="4086"/>
                    <a:pt x="5068" y="3801"/>
                  </a:cubicBezTo>
                  <a:cubicBezTo>
                    <a:pt x="4909" y="3199"/>
                    <a:pt x="4624" y="2629"/>
                    <a:pt x="4213" y="2122"/>
                  </a:cubicBezTo>
                  <a:cubicBezTo>
                    <a:pt x="4023" y="1869"/>
                    <a:pt x="3769" y="1616"/>
                    <a:pt x="3484" y="1394"/>
                  </a:cubicBezTo>
                  <a:cubicBezTo>
                    <a:pt x="3073" y="1046"/>
                    <a:pt x="2534" y="729"/>
                    <a:pt x="1933" y="444"/>
                  </a:cubicBezTo>
                  <a:cubicBezTo>
                    <a:pt x="1331" y="190"/>
                    <a:pt x="729" y="32"/>
                    <a:pt x="191"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5"/>
            <p:cNvSpPr/>
            <p:nvPr/>
          </p:nvSpPr>
          <p:spPr>
            <a:xfrm>
              <a:off x="8025919" y="3145424"/>
              <a:ext cx="255572" cy="72145"/>
            </a:xfrm>
            <a:custGeom>
              <a:avLst/>
              <a:gdLst/>
              <a:ahLst/>
              <a:cxnLst/>
              <a:rect l="l" t="t" r="r" b="b"/>
              <a:pathLst>
                <a:path w="8006" h="2260" extrusionOk="0">
                  <a:moveTo>
                    <a:pt x="690" y="0"/>
                  </a:moveTo>
                  <a:cubicBezTo>
                    <a:pt x="608" y="0"/>
                    <a:pt x="551" y="25"/>
                    <a:pt x="507" y="82"/>
                  </a:cubicBezTo>
                  <a:cubicBezTo>
                    <a:pt x="0" y="652"/>
                    <a:pt x="2470" y="1159"/>
                    <a:pt x="3230" y="1349"/>
                  </a:cubicBezTo>
                  <a:cubicBezTo>
                    <a:pt x="3990" y="1570"/>
                    <a:pt x="5130" y="2014"/>
                    <a:pt x="6017" y="2077"/>
                  </a:cubicBezTo>
                  <a:cubicBezTo>
                    <a:pt x="6557" y="2116"/>
                    <a:pt x="7190" y="2260"/>
                    <a:pt x="7589" y="2260"/>
                  </a:cubicBezTo>
                  <a:cubicBezTo>
                    <a:pt x="7846" y="2260"/>
                    <a:pt x="8005" y="2200"/>
                    <a:pt x="7981" y="2014"/>
                  </a:cubicBezTo>
                  <a:cubicBezTo>
                    <a:pt x="7917" y="1539"/>
                    <a:pt x="5891" y="1444"/>
                    <a:pt x="3610" y="874"/>
                  </a:cubicBezTo>
                  <a:cubicBezTo>
                    <a:pt x="1756" y="416"/>
                    <a:pt x="1023" y="0"/>
                    <a:pt x="690" y="0"/>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5"/>
            <p:cNvSpPr/>
            <p:nvPr/>
          </p:nvSpPr>
          <p:spPr>
            <a:xfrm>
              <a:off x="8009734" y="3189477"/>
              <a:ext cx="42776" cy="38690"/>
            </a:xfrm>
            <a:custGeom>
              <a:avLst/>
              <a:gdLst/>
              <a:ahLst/>
              <a:cxnLst/>
              <a:rect l="l" t="t" r="r" b="b"/>
              <a:pathLst>
                <a:path w="1340" h="1212" extrusionOk="0">
                  <a:moveTo>
                    <a:pt x="1267" y="0"/>
                  </a:moveTo>
                  <a:cubicBezTo>
                    <a:pt x="1267" y="0"/>
                    <a:pt x="0" y="570"/>
                    <a:pt x="349" y="1045"/>
                  </a:cubicBezTo>
                  <a:cubicBezTo>
                    <a:pt x="440" y="1160"/>
                    <a:pt x="547" y="1212"/>
                    <a:pt x="654" y="1212"/>
                  </a:cubicBezTo>
                  <a:cubicBezTo>
                    <a:pt x="992" y="1212"/>
                    <a:pt x="1339" y="697"/>
                    <a:pt x="1267" y="0"/>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5"/>
            <p:cNvSpPr/>
            <p:nvPr/>
          </p:nvSpPr>
          <p:spPr>
            <a:xfrm>
              <a:off x="7973342" y="2707255"/>
              <a:ext cx="237599" cy="112240"/>
            </a:xfrm>
            <a:custGeom>
              <a:avLst/>
              <a:gdLst/>
              <a:ahLst/>
              <a:cxnLst/>
              <a:rect l="l" t="t" r="r" b="b"/>
              <a:pathLst>
                <a:path w="7443" h="3516" extrusionOk="0">
                  <a:moveTo>
                    <a:pt x="2249" y="0"/>
                  </a:moveTo>
                  <a:cubicBezTo>
                    <a:pt x="1900" y="855"/>
                    <a:pt x="1362" y="1679"/>
                    <a:pt x="539" y="2344"/>
                  </a:cubicBezTo>
                  <a:cubicBezTo>
                    <a:pt x="380" y="2470"/>
                    <a:pt x="190" y="2597"/>
                    <a:pt x="0" y="2724"/>
                  </a:cubicBezTo>
                  <a:cubicBezTo>
                    <a:pt x="1172" y="3072"/>
                    <a:pt x="2534" y="3357"/>
                    <a:pt x="3959" y="3484"/>
                  </a:cubicBezTo>
                  <a:cubicBezTo>
                    <a:pt x="4181" y="3484"/>
                    <a:pt x="4434" y="3515"/>
                    <a:pt x="4687" y="3515"/>
                  </a:cubicBezTo>
                  <a:lnTo>
                    <a:pt x="5416" y="3515"/>
                  </a:lnTo>
                  <a:cubicBezTo>
                    <a:pt x="5479" y="3515"/>
                    <a:pt x="5542" y="3515"/>
                    <a:pt x="5637" y="3484"/>
                  </a:cubicBezTo>
                  <a:cubicBezTo>
                    <a:pt x="5701" y="3484"/>
                    <a:pt x="5764" y="3452"/>
                    <a:pt x="5827" y="3452"/>
                  </a:cubicBezTo>
                  <a:cubicBezTo>
                    <a:pt x="5986" y="3389"/>
                    <a:pt x="6112" y="3325"/>
                    <a:pt x="6207" y="3230"/>
                  </a:cubicBezTo>
                  <a:cubicBezTo>
                    <a:pt x="6461" y="3072"/>
                    <a:pt x="6651" y="2850"/>
                    <a:pt x="6746" y="2565"/>
                  </a:cubicBezTo>
                  <a:cubicBezTo>
                    <a:pt x="6904" y="2217"/>
                    <a:pt x="7062" y="1742"/>
                    <a:pt x="7221" y="1204"/>
                  </a:cubicBezTo>
                  <a:cubicBezTo>
                    <a:pt x="7284" y="1014"/>
                    <a:pt x="7316" y="792"/>
                    <a:pt x="7379" y="570"/>
                  </a:cubicBezTo>
                  <a:cubicBezTo>
                    <a:pt x="7379" y="444"/>
                    <a:pt x="7411" y="317"/>
                    <a:pt x="7443" y="222"/>
                  </a:cubicBezTo>
                  <a:lnTo>
                    <a:pt x="7443" y="222"/>
                  </a:lnTo>
                  <a:cubicBezTo>
                    <a:pt x="6934" y="361"/>
                    <a:pt x="6354" y="419"/>
                    <a:pt x="5732" y="419"/>
                  </a:cubicBezTo>
                  <a:cubicBezTo>
                    <a:pt x="4648" y="419"/>
                    <a:pt x="3436" y="242"/>
                    <a:pt x="2249" y="0"/>
                  </a:cubicBezTo>
                  <a:close/>
                </a:path>
              </a:pathLst>
            </a:custGeom>
            <a:solidFill>
              <a:srgbClr val="D197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p15"/>
          <p:cNvSpPr txBox="1"/>
          <p:nvPr/>
        </p:nvSpPr>
        <p:spPr>
          <a:xfrm>
            <a:off x="710250" y="457200"/>
            <a:ext cx="77235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latin typeface="Fira Sans Extra Condensed Medium"/>
                <a:ea typeface="Fira Sans Extra Condensed Medium"/>
                <a:cs typeface="Fira Sans Extra Condensed Medium"/>
                <a:sym typeface="Fira Sans Extra Condensed Medium"/>
              </a:rPr>
              <a:t>What variables does the Diabetes Prediction Dataset look at?</a:t>
            </a:r>
            <a:endParaRPr sz="2500">
              <a:latin typeface="Fira Sans Extra Condensed Medium"/>
              <a:ea typeface="Fira Sans Extra Condensed Medium"/>
              <a:cs typeface="Fira Sans Extra Condensed Medium"/>
              <a:sym typeface="Fira Sans Extra Condensed Medium"/>
            </a:endParaRPr>
          </a:p>
        </p:txBody>
      </p:sp>
      <p:sp>
        <p:nvSpPr>
          <p:cNvPr id="348" name="Google Shape;348;p15"/>
          <p:cNvSpPr txBox="1"/>
          <p:nvPr/>
        </p:nvSpPr>
        <p:spPr>
          <a:xfrm>
            <a:off x="1444775" y="1339888"/>
            <a:ext cx="2364900" cy="652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latin typeface="Fira Sans Medium"/>
                <a:ea typeface="Fira Sans Medium"/>
                <a:cs typeface="Fira Sans Medium"/>
                <a:sym typeface="Fira Sans Medium"/>
              </a:rPr>
              <a:t>Physical Activity, Smoking Status, Alcohol Consumption</a:t>
            </a:r>
            <a:endParaRPr sz="1500">
              <a:latin typeface="Fira Sans Medium"/>
              <a:ea typeface="Fira Sans Medium"/>
              <a:cs typeface="Fira Sans Medium"/>
              <a:sym typeface="Fira Sans Medium"/>
            </a:endParaRPr>
          </a:p>
        </p:txBody>
      </p:sp>
      <p:sp>
        <p:nvSpPr>
          <p:cNvPr id="349" name="Google Shape;349;p15"/>
          <p:cNvSpPr txBox="1"/>
          <p:nvPr/>
        </p:nvSpPr>
        <p:spPr>
          <a:xfrm>
            <a:off x="1444625" y="2647221"/>
            <a:ext cx="1835100" cy="26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latin typeface="Fira Sans Medium"/>
                <a:ea typeface="Fira Sans Medium"/>
                <a:cs typeface="Fira Sans Medium"/>
                <a:sym typeface="Fira Sans Medium"/>
              </a:rPr>
              <a:t>HbA1c</a:t>
            </a:r>
            <a:endParaRPr sz="1500">
              <a:latin typeface="Fira Sans Medium"/>
              <a:ea typeface="Fira Sans Medium"/>
              <a:cs typeface="Fira Sans Medium"/>
              <a:sym typeface="Fira Sans Medium"/>
            </a:endParaRPr>
          </a:p>
        </p:txBody>
      </p:sp>
      <p:sp>
        <p:nvSpPr>
          <p:cNvPr id="350" name="Google Shape;350;p15"/>
          <p:cNvSpPr txBox="1"/>
          <p:nvPr/>
        </p:nvSpPr>
        <p:spPr>
          <a:xfrm>
            <a:off x="1444625" y="3931239"/>
            <a:ext cx="1835100" cy="26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latin typeface="Fira Sans Medium"/>
                <a:ea typeface="Fira Sans Medium"/>
                <a:cs typeface="Fira Sans Medium"/>
                <a:sym typeface="Fira Sans Medium"/>
              </a:rPr>
              <a:t>Fasting Blood Glucose </a:t>
            </a:r>
            <a:endParaRPr sz="1500">
              <a:latin typeface="Fira Sans Medium"/>
              <a:ea typeface="Fira Sans Medium"/>
              <a:cs typeface="Fira Sans Medium"/>
              <a:sym typeface="Fira Sans Medium"/>
            </a:endParaRPr>
          </a:p>
        </p:txBody>
      </p:sp>
      <p:sp>
        <p:nvSpPr>
          <p:cNvPr id="351" name="Google Shape;351;p15"/>
          <p:cNvSpPr txBox="1"/>
          <p:nvPr/>
        </p:nvSpPr>
        <p:spPr>
          <a:xfrm>
            <a:off x="5645575" y="1351450"/>
            <a:ext cx="1835100" cy="260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500">
                <a:latin typeface="Fira Sans Medium"/>
                <a:ea typeface="Fira Sans Medium"/>
                <a:cs typeface="Fira Sans Medium"/>
                <a:sym typeface="Fira Sans Medium"/>
              </a:rPr>
              <a:t>Ethnicity,Age, Sex</a:t>
            </a:r>
            <a:endParaRPr sz="1500">
              <a:latin typeface="Fira Sans Medium"/>
              <a:ea typeface="Fira Sans Medium"/>
              <a:cs typeface="Fira Sans Medium"/>
              <a:sym typeface="Fira Sans Medium"/>
            </a:endParaRPr>
          </a:p>
        </p:txBody>
      </p:sp>
      <p:sp>
        <p:nvSpPr>
          <p:cNvPr id="352" name="Google Shape;352;p15"/>
          <p:cNvSpPr txBox="1"/>
          <p:nvPr/>
        </p:nvSpPr>
        <p:spPr>
          <a:xfrm>
            <a:off x="5645575" y="2655815"/>
            <a:ext cx="1835100" cy="260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500">
                <a:latin typeface="Fira Sans Medium"/>
                <a:ea typeface="Fira Sans Medium"/>
                <a:cs typeface="Fira Sans Medium"/>
                <a:sym typeface="Fira Sans Medium"/>
              </a:rPr>
              <a:t>Cholesterol &amp; Blood Pressure</a:t>
            </a:r>
            <a:endParaRPr sz="1500">
              <a:latin typeface="Fira Sans Medium"/>
              <a:ea typeface="Fira Sans Medium"/>
              <a:cs typeface="Fira Sans Medium"/>
              <a:sym typeface="Fira Sans Medium"/>
            </a:endParaRPr>
          </a:p>
        </p:txBody>
      </p:sp>
      <p:sp>
        <p:nvSpPr>
          <p:cNvPr id="353" name="Google Shape;353;p15"/>
          <p:cNvSpPr txBox="1"/>
          <p:nvPr/>
        </p:nvSpPr>
        <p:spPr>
          <a:xfrm>
            <a:off x="5645575" y="3935828"/>
            <a:ext cx="1835100" cy="260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500">
                <a:latin typeface="Fira Sans Medium"/>
                <a:ea typeface="Fira Sans Medium"/>
                <a:cs typeface="Fira Sans Medium"/>
                <a:sym typeface="Fira Sans Medium"/>
              </a:rPr>
              <a:t>Body Mass Index</a:t>
            </a:r>
            <a:endParaRPr sz="1500">
              <a:latin typeface="Fira Sans Medium"/>
              <a:ea typeface="Fira Sans Medium"/>
              <a:cs typeface="Fira Sans Medium"/>
              <a:sym typeface="Fira Sans Medium"/>
            </a:endParaRPr>
          </a:p>
        </p:txBody>
      </p:sp>
      <p:grpSp>
        <p:nvGrpSpPr>
          <p:cNvPr id="354" name="Google Shape;354;p15"/>
          <p:cNvGrpSpPr/>
          <p:nvPr/>
        </p:nvGrpSpPr>
        <p:grpSpPr>
          <a:xfrm>
            <a:off x="3809837" y="1207975"/>
            <a:ext cx="1524327" cy="3935525"/>
            <a:chOff x="3809837" y="1207975"/>
            <a:chExt cx="1524327" cy="3935525"/>
          </a:xfrm>
        </p:grpSpPr>
        <p:sp>
          <p:nvSpPr>
            <p:cNvPr id="355" name="Google Shape;355;p15"/>
            <p:cNvSpPr/>
            <p:nvPr/>
          </p:nvSpPr>
          <p:spPr>
            <a:xfrm>
              <a:off x="3962759" y="3526765"/>
              <a:ext cx="766815" cy="1197934"/>
            </a:xfrm>
            <a:custGeom>
              <a:avLst/>
              <a:gdLst/>
              <a:ahLst/>
              <a:cxnLst/>
              <a:rect l="l" t="t" r="r" b="b"/>
              <a:pathLst>
                <a:path w="23658" h="36959" extrusionOk="0">
                  <a:moveTo>
                    <a:pt x="19287" y="1"/>
                  </a:moveTo>
                  <a:lnTo>
                    <a:pt x="1" y="11022"/>
                  </a:lnTo>
                  <a:lnTo>
                    <a:pt x="1838" y="22232"/>
                  </a:lnTo>
                  <a:cubicBezTo>
                    <a:pt x="2344" y="25304"/>
                    <a:pt x="4054" y="27869"/>
                    <a:pt x="6430" y="29421"/>
                  </a:cubicBezTo>
                  <a:lnTo>
                    <a:pt x="6746" y="30593"/>
                  </a:lnTo>
                  <a:lnTo>
                    <a:pt x="7253" y="36958"/>
                  </a:lnTo>
                  <a:lnTo>
                    <a:pt x="19984" y="36958"/>
                  </a:lnTo>
                  <a:lnTo>
                    <a:pt x="20997" y="31036"/>
                  </a:lnTo>
                  <a:lnTo>
                    <a:pt x="21124" y="31036"/>
                  </a:lnTo>
                  <a:lnTo>
                    <a:pt x="21029" y="30941"/>
                  </a:lnTo>
                  <a:lnTo>
                    <a:pt x="23658" y="24956"/>
                  </a:lnTo>
                  <a:lnTo>
                    <a:pt x="19287" y="1"/>
                  </a:lnTo>
                  <a:close/>
                </a:path>
              </a:pathLst>
            </a:custGeom>
            <a:solidFill>
              <a:srgbClr val="E5A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5"/>
            <p:cNvSpPr/>
            <p:nvPr/>
          </p:nvSpPr>
          <p:spPr>
            <a:xfrm>
              <a:off x="4685394" y="2557793"/>
              <a:ext cx="315179" cy="1490456"/>
            </a:xfrm>
            <a:custGeom>
              <a:avLst/>
              <a:gdLst/>
              <a:ahLst/>
              <a:cxnLst/>
              <a:rect l="l" t="t" r="r" b="b"/>
              <a:pathLst>
                <a:path w="9724" h="45984" extrusionOk="0">
                  <a:moveTo>
                    <a:pt x="4973" y="0"/>
                  </a:moveTo>
                  <a:cubicBezTo>
                    <a:pt x="2724" y="0"/>
                    <a:pt x="856" y="1805"/>
                    <a:pt x="824" y="4054"/>
                  </a:cubicBezTo>
                  <a:lnTo>
                    <a:pt x="1" y="45984"/>
                  </a:lnTo>
                  <a:lnTo>
                    <a:pt x="9723" y="45984"/>
                  </a:lnTo>
                  <a:lnTo>
                    <a:pt x="9121" y="4149"/>
                  </a:lnTo>
                  <a:cubicBezTo>
                    <a:pt x="9121" y="1869"/>
                    <a:pt x="7253" y="0"/>
                    <a:pt x="4973" y="0"/>
                  </a:cubicBezTo>
                  <a:close/>
                </a:path>
              </a:pathLst>
            </a:custGeom>
            <a:solidFill>
              <a:srgbClr val="E5A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5"/>
            <p:cNvSpPr/>
            <p:nvPr/>
          </p:nvSpPr>
          <p:spPr>
            <a:xfrm>
              <a:off x="3971996" y="3460805"/>
              <a:ext cx="456822" cy="575419"/>
            </a:xfrm>
            <a:custGeom>
              <a:avLst/>
              <a:gdLst/>
              <a:ahLst/>
              <a:cxnLst/>
              <a:rect l="l" t="t" r="r" b="b"/>
              <a:pathLst>
                <a:path w="14094" h="17753" extrusionOk="0">
                  <a:moveTo>
                    <a:pt x="4800" y="0"/>
                  </a:moveTo>
                  <a:cubicBezTo>
                    <a:pt x="4189" y="0"/>
                    <a:pt x="3567" y="135"/>
                    <a:pt x="2978" y="421"/>
                  </a:cubicBezTo>
                  <a:cubicBezTo>
                    <a:pt x="887" y="1402"/>
                    <a:pt x="1" y="3904"/>
                    <a:pt x="1014" y="5994"/>
                  </a:cubicBezTo>
                  <a:lnTo>
                    <a:pt x="5543" y="15400"/>
                  </a:lnTo>
                  <a:cubicBezTo>
                    <a:pt x="6248" y="16878"/>
                    <a:pt x="7737" y="17752"/>
                    <a:pt x="9294" y="17752"/>
                  </a:cubicBezTo>
                  <a:cubicBezTo>
                    <a:pt x="9905" y="17752"/>
                    <a:pt x="10527" y="17618"/>
                    <a:pt x="11117" y="17332"/>
                  </a:cubicBezTo>
                  <a:cubicBezTo>
                    <a:pt x="13207" y="16350"/>
                    <a:pt x="14093" y="13848"/>
                    <a:pt x="13080" y="11758"/>
                  </a:cubicBezTo>
                  <a:lnTo>
                    <a:pt x="8551" y="2352"/>
                  </a:lnTo>
                  <a:cubicBezTo>
                    <a:pt x="7846" y="874"/>
                    <a:pt x="6358" y="0"/>
                    <a:pt x="4800" y="0"/>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5"/>
            <p:cNvSpPr/>
            <p:nvPr/>
          </p:nvSpPr>
          <p:spPr>
            <a:xfrm>
              <a:off x="4193730" y="3366388"/>
              <a:ext cx="456789" cy="575938"/>
            </a:xfrm>
            <a:custGeom>
              <a:avLst/>
              <a:gdLst/>
              <a:ahLst/>
              <a:cxnLst/>
              <a:rect l="l" t="t" r="r" b="b"/>
              <a:pathLst>
                <a:path w="14093" h="17769" extrusionOk="0">
                  <a:moveTo>
                    <a:pt x="4776" y="0"/>
                  </a:moveTo>
                  <a:cubicBezTo>
                    <a:pt x="4170" y="0"/>
                    <a:pt x="3556" y="135"/>
                    <a:pt x="2977" y="420"/>
                  </a:cubicBezTo>
                  <a:cubicBezTo>
                    <a:pt x="887" y="1434"/>
                    <a:pt x="0" y="3935"/>
                    <a:pt x="1014" y="5994"/>
                  </a:cubicBezTo>
                  <a:lnTo>
                    <a:pt x="5542" y="15399"/>
                  </a:lnTo>
                  <a:cubicBezTo>
                    <a:pt x="6249" y="16904"/>
                    <a:pt x="7744" y="17769"/>
                    <a:pt x="9305" y="17769"/>
                  </a:cubicBezTo>
                  <a:cubicBezTo>
                    <a:pt x="9913" y="17769"/>
                    <a:pt x="10531" y="17638"/>
                    <a:pt x="11116" y="17363"/>
                  </a:cubicBezTo>
                  <a:cubicBezTo>
                    <a:pt x="13206" y="16350"/>
                    <a:pt x="14093" y="13848"/>
                    <a:pt x="13080" y="11758"/>
                  </a:cubicBezTo>
                  <a:lnTo>
                    <a:pt x="8551" y="2384"/>
                  </a:lnTo>
                  <a:cubicBezTo>
                    <a:pt x="7822" y="881"/>
                    <a:pt x="6325" y="0"/>
                    <a:pt x="4776" y="0"/>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5"/>
            <p:cNvSpPr/>
            <p:nvPr/>
          </p:nvSpPr>
          <p:spPr>
            <a:xfrm>
              <a:off x="3809837" y="3645719"/>
              <a:ext cx="385968" cy="485993"/>
            </a:xfrm>
            <a:custGeom>
              <a:avLst/>
              <a:gdLst/>
              <a:ahLst/>
              <a:cxnLst/>
              <a:rect l="l" t="t" r="r" b="b"/>
              <a:pathLst>
                <a:path w="11908" h="14994" extrusionOk="0">
                  <a:moveTo>
                    <a:pt x="4032" y="0"/>
                  </a:moveTo>
                  <a:cubicBezTo>
                    <a:pt x="3520" y="0"/>
                    <a:pt x="2999" y="113"/>
                    <a:pt x="2502" y="353"/>
                  </a:cubicBezTo>
                  <a:cubicBezTo>
                    <a:pt x="760" y="1208"/>
                    <a:pt x="0" y="3330"/>
                    <a:pt x="855" y="5071"/>
                  </a:cubicBezTo>
                  <a:lnTo>
                    <a:pt x="4655" y="12989"/>
                  </a:lnTo>
                  <a:cubicBezTo>
                    <a:pt x="5268" y="14259"/>
                    <a:pt x="6530" y="14993"/>
                    <a:pt x="7838" y="14993"/>
                  </a:cubicBezTo>
                  <a:cubicBezTo>
                    <a:pt x="8355" y="14993"/>
                    <a:pt x="8880" y="14878"/>
                    <a:pt x="9374" y="14635"/>
                  </a:cubicBezTo>
                  <a:cubicBezTo>
                    <a:pt x="11148" y="13812"/>
                    <a:pt x="11908" y="11690"/>
                    <a:pt x="11053" y="9917"/>
                  </a:cubicBezTo>
                  <a:lnTo>
                    <a:pt x="7221" y="1999"/>
                  </a:lnTo>
                  <a:cubicBezTo>
                    <a:pt x="6605" y="746"/>
                    <a:pt x="5349" y="0"/>
                    <a:pt x="4032" y="0"/>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5"/>
            <p:cNvSpPr/>
            <p:nvPr/>
          </p:nvSpPr>
          <p:spPr>
            <a:xfrm>
              <a:off x="4342568" y="3207340"/>
              <a:ext cx="720595" cy="1529676"/>
            </a:xfrm>
            <a:custGeom>
              <a:avLst/>
              <a:gdLst/>
              <a:ahLst/>
              <a:cxnLst/>
              <a:rect l="l" t="t" r="r" b="b"/>
              <a:pathLst>
                <a:path w="22232" h="47194" extrusionOk="0">
                  <a:moveTo>
                    <a:pt x="4591" y="0"/>
                  </a:moveTo>
                  <a:cubicBezTo>
                    <a:pt x="4145" y="0"/>
                    <a:pt x="3697" y="148"/>
                    <a:pt x="3326" y="450"/>
                  </a:cubicBezTo>
                  <a:cubicBezTo>
                    <a:pt x="665" y="2572"/>
                    <a:pt x="0" y="5422"/>
                    <a:pt x="2407" y="9096"/>
                  </a:cubicBezTo>
                  <a:lnTo>
                    <a:pt x="8709" y="16601"/>
                  </a:lnTo>
                  <a:lnTo>
                    <a:pt x="7918" y="21225"/>
                  </a:lnTo>
                  <a:cubicBezTo>
                    <a:pt x="6841" y="21858"/>
                    <a:pt x="5891" y="22745"/>
                    <a:pt x="5131" y="23853"/>
                  </a:cubicBezTo>
                  <a:cubicBezTo>
                    <a:pt x="3072" y="26799"/>
                    <a:pt x="3040" y="30567"/>
                    <a:pt x="4719" y="33512"/>
                  </a:cubicBezTo>
                  <a:lnTo>
                    <a:pt x="8266" y="47193"/>
                  </a:lnTo>
                  <a:lnTo>
                    <a:pt x="18273" y="47193"/>
                  </a:lnTo>
                  <a:lnTo>
                    <a:pt x="18685" y="40796"/>
                  </a:lnTo>
                  <a:lnTo>
                    <a:pt x="21535" y="31802"/>
                  </a:lnTo>
                  <a:cubicBezTo>
                    <a:pt x="22232" y="29617"/>
                    <a:pt x="22074" y="27242"/>
                    <a:pt x="21155" y="25215"/>
                  </a:cubicBezTo>
                  <a:lnTo>
                    <a:pt x="16500" y="12453"/>
                  </a:lnTo>
                  <a:lnTo>
                    <a:pt x="6144" y="735"/>
                  </a:lnTo>
                  <a:cubicBezTo>
                    <a:pt x="5750" y="251"/>
                    <a:pt x="5173" y="0"/>
                    <a:pt x="4591" y="0"/>
                  </a:cubicBezTo>
                  <a:close/>
                </a:path>
              </a:pathLst>
            </a:custGeom>
            <a:solidFill>
              <a:srgbClr val="F3B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5"/>
            <p:cNvSpPr/>
            <p:nvPr/>
          </p:nvSpPr>
          <p:spPr>
            <a:xfrm>
              <a:off x="4092117" y="4724666"/>
              <a:ext cx="917695" cy="418834"/>
            </a:xfrm>
            <a:custGeom>
              <a:avLst/>
              <a:gdLst/>
              <a:ahLst/>
              <a:cxnLst/>
              <a:rect l="l" t="t" r="r" b="b"/>
              <a:pathLst>
                <a:path w="28313" h="12922" extrusionOk="0">
                  <a:moveTo>
                    <a:pt x="0" y="0"/>
                  </a:moveTo>
                  <a:lnTo>
                    <a:pt x="0" y="12921"/>
                  </a:lnTo>
                  <a:lnTo>
                    <a:pt x="28312" y="12921"/>
                  </a:lnTo>
                  <a:lnTo>
                    <a:pt x="28312" y="0"/>
                  </a:ln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5"/>
            <p:cNvSpPr/>
            <p:nvPr/>
          </p:nvSpPr>
          <p:spPr>
            <a:xfrm>
              <a:off x="4787007" y="2636815"/>
              <a:ext cx="105762" cy="105762"/>
            </a:xfrm>
            <a:custGeom>
              <a:avLst/>
              <a:gdLst/>
              <a:ahLst/>
              <a:cxnLst/>
              <a:rect l="l" t="t" r="r" b="b"/>
              <a:pathLst>
                <a:path w="3263" h="3263" extrusionOk="0">
                  <a:moveTo>
                    <a:pt x="1616" y="1"/>
                  </a:moveTo>
                  <a:cubicBezTo>
                    <a:pt x="729" y="1"/>
                    <a:pt x="1" y="729"/>
                    <a:pt x="1" y="1616"/>
                  </a:cubicBezTo>
                  <a:cubicBezTo>
                    <a:pt x="1" y="2503"/>
                    <a:pt x="729" y="3263"/>
                    <a:pt x="1616" y="3263"/>
                  </a:cubicBezTo>
                  <a:cubicBezTo>
                    <a:pt x="2503" y="3263"/>
                    <a:pt x="3263" y="2534"/>
                    <a:pt x="3263" y="1616"/>
                  </a:cubicBezTo>
                  <a:cubicBezTo>
                    <a:pt x="3263" y="729"/>
                    <a:pt x="2503" y="1"/>
                    <a:pt x="1616" y="1"/>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5"/>
            <p:cNvSpPr/>
            <p:nvPr/>
          </p:nvSpPr>
          <p:spPr>
            <a:xfrm>
              <a:off x="4766490" y="2250879"/>
              <a:ext cx="148871" cy="394201"/>
            </a:xfrm>
            <a:custGeom>
              <a:avLst/>
              <a:gdLst/>
              <a:ahLst/>
              <a:cxnLst/>
              <a:rect l="l" t="t" r="r" b="b"/>
              <a:pathLst>
                <a:path w="4593" h="12162" extrusionOk="0">
                  <a:moveTo>
                    <a:pt x="1" y="0"/>
                  </a:moveTo>
                  <a:lnTo>
                    <a:pt x="1" y="12161"/>
                  </a:lnTo>
                  <a:lnTo>
                    <a:pt x="4593" y="12161"/>
                  </a:lnTo>
                  <a:lnTo>
                    <a:pt x="4593"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5"/>
            <p:cNvSpPr/>
            <p:nvPr/>
          </p:nvSpPr>
          <p:spPr>
            <a:xfrm>
              <a:off x="4766490" y="2277555"/>
              <a:ext cx="148871" cy="63691"/>
            </a:xfrm>
            <a:custGeom>
              <a:avLst/>
              <a:gdLst/>
              <a:ahLst/>
              <a:cxnLst/>
              <a:rect l="l" t="t" r="r" b="b"/>
              <a:pathLst>
                <a:path w="4593" h="1965" extrusionOk="0">
                  <a:moveTo>
                    <a:pt x="1" y="1"/>
                  </a:moveTo>
                  <a:lnTo>
                    <a:pt x="1" y="1964"/>
                  </a:lnTo>
                  <a:lnTo>
                    <a:pt x="4593" y="1964"/>
                  </a:lnTo>
                  <a:lnTo>
                    <a:pt x="4593" y="1"/>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5"/>
            <p:cNvSpPr/>
            <p:nvPr/>
          </p:nvSpPr>
          <p:spPr>
            <a:xfrm>
              <a:off x="4810636" y="2558831"/>
              <a:ext cx="57500" cy="86250"/>
            </a:xfrm>
            <a:custGeom>
              <a:avLst/>
              <a:gdLst/>
              <a:ahLst/>
              <a:cxnLst/>
              <a:rect l="l" t="t" r="r" b="b"/>
              <a:pathLst>
                <a:path w="1774" h="2661" extrusionOk="0">
                  <a:moveTo>
                    <a:pt x="0" y="0"/>
                  </a:moveTo>
                  <a:lnTo>
                    <a:pt x="0" y="2660"/>
                  </a:lnTo>
                  <a:lnTo>
                    <a:pt x="1774" y="2660"/>
                  </a:lnTo>
                  <a:lnTo>
                    <a:pt x="1774" y="0"/>
                  </a:ln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5"/>
            <p:cNvSpPr/>
            <p:nvPr/>
          </p:nvSpPr>
          <p:spPr>
            <a:xfrm>
              <a:off x="4810636" y="2472581"/>
              <a:ext cx="57500" cy="58537"/>
            </a:xfrm>
            <a:custGeom>
              <a:avLst/>
              <a:gdLst/>
              <a:ahLst/>
              <a:cxnLst/>
              <a:rect l="l" t="t" r="r" b="b"/>
              <a:pathLst>
                <a:path w="1774" h="1806" extrusionOk="0">
                  <a:moveTo>
                    <a:pt x="887" y="1"/>
                  </a:moveTo>
                  <a:cubicBezTo>
                    <a:pt x="380" y="1"/>
                    <a:pt x="0" y="413"/>
                    <a:pt x="0" y="919"/>
                  </a:cubicBezTo>
                  <a:cubicBezTo>
                    <a:pt x="0" y="1394"/>
                    <a:pt x="380" y="1806"/>
                    <a:pt x="887" y="1806"/>
                  </a:cubicBezTo>
                  <a:cubicBezTo>
                    <a:pt x="1394" y="1806"/>
                    <a:pt x="1774" y="1394"/>
                    <a:pt x="1774" y="919"/>
                  </a:cubicBezTo>
                  <a:cubicBezTo>
                    <a:pt x="1774" y="413"/>
                    <a:pt x="1394" y="1"/>
                    <a:pt x="887"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5"/>
            <p:cNvSpPr/>
            <p:nvPr/>
          </p:nvSpPr>
          <p:spPr>
            <a:xfrm>
              <a:off x="4343572" y="1207975"/>
              <a:ext cx="990591" cy="1091167"/>
            </a:xfrm>
            <a:custGeom>
              <a:avLst/>
              <a:gdLst/>
              <a:ahLst/>
              <a:cxnLst/>
              <a:rect l="l" t="t" r="r" b="b"/>
              <a:pathLst>
                <a:path w="30562" h="33665" extrusionOk="0">
                  <a:moveTo>
                    <a:pt x="9343" y="1"/>
                  </a:moveTo>
                  <a:cubicBezTo>
                    <a:pt x="4150" y="1"/>
                    <a:pt x="1" y="4339"/>
                    <a:pt x="254" y="9533"/>
                  </a:cubicBezTo>
                  <a:lnTo>
                    <a:pt x="1521" y="21979"/>
                  </a:lnTo>
                  <a:cubicBezTo>
                    <a:pt x="1838" y="28534"/>
                    <a:pt x="7221" y="33665"/>
                    <a:pt x="13777" y="33665"/>
                  </a:cubicBezTo>
                  <a:lnTo>
                    <a:pt x="16817" y="33665"/>
                  </a:lnTo>
                  <a:cubicBezTo>
                    <a:pt x="23373" y="33665"/>
                    <a:pt x="28756" y="28534"/>
                    <a:pt x="29073" y="21979"/>
                  </a:cubicBezTo>
                  <a:lnTo>
                    <a:pt x="30340" y="9533"/>
                  </a:lnTo>
                  <a:cubicBezTo>
                    <a:pt x="30562" y="4339"/>
                    <a:pt x="26445" y="1"/>
                    <a:pt x="21251"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5"/>
            <p:cNvSpPr/>
            <p:nvPr/>
          </p:nvSpPr>
          <p:spPr>
            <a:xfrm>
              <a:off x="4501648" y="1954564"/>
              <a:ext cx="184816" cy="168739"/>
            </a:xfrm>
            <a:custGeom>
              <a:avLst/>
              <a:gdLst/>
              <a:ahLst/>
              <a:cxnLst/>
              <a:rect l="l" t="t" r="r" b="b"/>
              <a:pathLst>
                <a:path w="5702" h="5206" extrusionOk="0">
                  <a:moveTo>
                    <a:pt x="2887" y="0"/>
                  </a:moveTo>
                  <a:cubicBezTo>
                    <a:pt x="1669" y="0"/>
                    <a:pt x="594" y="831"/>
                    <a:pt x="318" y="2049"/>
                  </a:cubicBezTo>
                  <a:cubicBezTo>
                    <a:pt x="1" y="3474"/>
                    <a:pt x="919" y="4835"/>
                    <a:pt x="2313" y="5152"/>
                  </a:cubicBezTo>
                  <a:cubicBezTo>
                    <a:pt x="2489" y="5188"/>
                    <a:pt x="2664" y="5205"/>
                    <a:pt x="2838" y="5205"/>
                  </a:cubicBezTo>
                  <a:cubicBezTo>
                    <a:pt x="4041" y="5205"/>
                    <a:pt x="5140" y="4375"/>
                    <a:pt x="5416" y="3157"/>
                  </a:cubicBezTo>
                  <a:cubicBezTo>
                    <a:pt x="5701" y="1763"/>
                    <a:pt x="4815" y="370"/>
                    <a:pt x="3421" y="53"/>
                  </a:cubicBezTo>
                  <a:cubicBezTo>
                    <a:pt x="3241" y="17"/>
                    <a:pt x="3063" y="0"/>
                    <a:pt x="28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5"/>
            <p:cNvSpPr/>
            <p:nvPr/>
          </p:nvSpPr>
          <p:spPr>
            <a:xfrm>
              <a:off x="4992308" y="1954467"/>
              <a:ext cx="184816" cy="169161"/>
            </a:xfrm>
            <a:custGeom>
              <a:avLst/>
              <a:gdLst/>
              <a:ahLst/>
              <a:cxnLst/>
              <a:rect l="l" t="t" r="r" b="b"/>
              <a:pathLst>
                <a:path w="5702" h="5219" extrusionOk="0">
                  <a:moveTo>
                    <a:pt x="2851" y="1"/>
                  </a:moveTo>
                  <a:cubicBezTo>
                    <a:pt x="2186" y="1"/>
                    <a:pt x="1521" y="262"/>
                    <a:pt x="1014" y="785"/>
                  </a:cubicBezTo>
                  <a:cubicBezTo>
                    <a:pt x="1" y="1798"/>
                    <a:pt x="1" y="3445"/>
                    <a:pt x="1014" y="4458"/>
                  </a:cubicBezTo>
                  <a:cubicBezTo>
                    <a:pt x="1521" y="4965"/>
                    <a:pt x="2186" y="5218"/>
                    <a:pt x="2851" y="5218"/>
                  </a:cubicBezTo>
                  <a:cubicBezTo>
                    <a:pt x="3516" y="5218"/>
                    <a:pt x="4181" y="4965"/>
                    <a:pt x="4688" y="4458"/>
                  </a:cubicBezTo>
                  <a:cubicBezTo>
                    <a:pt x="5701" y="3445"/>
                    <a:pt x="5701" y="1798"/>
                    <a:pt x="4688" y="785"/>
                  </a:cubicBezTo>
                  <a:cubicBezTo>
                    <a:pt x="4181" y="262"/>
                    <a:pt x="3516" y="1"/>
                    <a:pt x="28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5"/>
            <p:cNvSpPr/>
            <p:nvPr/>
          </p:nvSpPr>
          <p:spPr>
            <a:xfrm>
              <a:off x="4723382" y="1993232"/>
              <a:ext cx="233046" cy="118079"/>
            </a:xfrm>
            <a:custGeom>
              <a:avLst/>
              <a:gdLst/>
              <a:ahLst/>
              <a:cxnLst/>
              <a:rect l="l" t="t" r="r" b="b"/>
              <a:pathLst>
                <a:path w="7190" h="3643" extrusionOk="0">
                  <a:moveTo>
                    <a:pt x="0" y="0"/>
                  </a:moveTo>
                  <a:lnTo>
                    <a:pt x="0" y="3642"/>
                  </a:lnTo>
                  <a:lnTo>
                    <a:pt x="7189" y="3642"/>
                  </a:lnTo>
                  <a:lnTo>
                    <a:pt x="71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5"/>
            <p:cNvSpPr/>
            <p:nvPr/>
          </p:nvSpPr>
          <p:spPr>
            <a:xfrm>
              <a:off x="4476010" y="1389679"/>
              <a:ext cx="726753" cy="492735"/>
            </a:xfrm>
            <a:custGeom>
              <a:avLst/>
              <a:gdLst/>
              <a:ahLst/>
              <a:cxnLst/>
              <a:rect l="l" t="t" r="r" b="b"/>
              <a:pathLst>
                <a:path w="22422" h="15202" extrusionOk="0">
                  <a:moveTo>
                    <a:pt x="1647" y="0"/>
                  </a:moveTo>
                  <a:cubicBezTo>
                    <a:pt x="729" y="0"/>
                    <a:pt x="0" y="729"/>
                    <a:pt x="0" y="1647"/>
                  </a:cubicBezTo>
                  <a:lnTo>
                    <a:pt x="0" y="13554"/>
                  </a:lnTo>
                  <a:cubicBezTo>
                    <a:pt x="0" y="14473"/>
                    <a:pt x="729" y="15201"/>
                    <a:pt x="1647" y="15201"/>
                  </a:cubicBezTo>
                  <a:lnTo>
                    <a:pt x="20775" y="15201"/>
                  </a:lnTo>
                  <a:cubicBezTo>
                    <a:pt x="21662" y="15201"/>
                    <a:pt x="22422" y="14473"/>
                    <a:pt x="22422" y="13554"/>
                  </a:cubicBezTo>
                  <a:lnTo>
                    <a:pt x="22422" y="1647"/>
                  </a:lnTo>
                  <a:cubicBezTo>
                    <a:pt x="22422" y="729"/>
                    <a:pt x="21662" y="0"/>
                    <a:pt x="20775"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5"/>
            <p:cNvSpPr/>
            <p:nvPr/>
          </p:nvSpPr>
          <p:spPr>
            <a:xfrm>
              <a:off x="4778807" y="1389679"/>
              <a:ext cx="423956" cy="492735"/>
            </a:xfrm>
            <a:custGeom>
              <a:avLst/>
              <a:gdLst/>
              <a:ahLst/>
              <a:cxnLst/>
              <a:rect l="l" t="t" r="r" b="b"/>
              <a:pathLst>
                <a:path w="13080" h="15202" extrusionOk="0">
                  <a:moveTo>
                    <a:pt x="6303" y="0"/>
                  </a:moveTo>
                  <a:lnTo>
                    <a:pt x="1" y="15201"/>
                  </a:lnTo>
                  <a:lnTo>
                    <a:pt x="11433" y="15201"/>
                  </a:lnTo>
                  <a:cubicBezTo>
                    <a:pt x="12320" y="15201"/>
                    <a:pt x="13080" y="14473"/>
                    <a:pt x="13080" y="13554"/>
                  </a:cubicBezTo>
                  <a:lnTo>
                    <a:pt x="13080" y="1647"/>
                  </a:lnTo>
                  <a:cubicBezTo>
                    <a:pt x="13080" y="729"/>
                    <a:pt x="12320" y="0"/>
                    <a:pt x="114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5"/>
            <p:cNvSpPr/>
            <p:nvPr/>
          </p:nvSpPr>
          <p:spPr>
            <a:xfrm>
              <a:off x="4597135" y="1513884"/>
              <a:ext cx="158108" cy="245330"/>
            </a:xfrm>
            <a:custGeom>
              <a:avLst/>
              <a:gdLst/>
              <a:ahLst/>
              <a:cxnLst/>
              <a:rect l="l" t="t" r="r" b="b"/>
              <a:pathLst>
                <a:path w="4878" h="7569" extrusionOk="0">
                  <a:moveTo>
                    <a:pt x="0" y="0"/>
                  </a:moveTo>
                  <a:lnTo>
                    <a:pt x="0" y="855"/>
                  </a:lnTo>
                  <a:lnTo>
                    <a:pt x="3642" y="855"/>
                  </a:lnTo>
                  <a:lnTo>
                    <a:pt x="1045" y="7569"/>
                  </a:lnTo>
                  <a:lnTo>
                    <a:pt x="2122" y="7569"/>
                  </a:lnTo>
                  <a:lnTo>
                    <a:pt x="4877" y="443"/>
                  </a:lnTo>
                  <a:lnTo>
                    <a:pt x="4877"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5"/>
            <p:cNvSpPr/>
            <p:nvPr/>
          </p:nvSpPr>
          <p:spPr>
            <a:xfrm>
              <a:off x="4805515" y="1509768"/>
              <a:ext cx="170425" cy="254600"/>
            </a:xfrm>
            <a:custGeom>
              <a:avLst/>
              <a:gdLst/>
              <a:ahLst/>
              <a:cxnLst/>
              <a:rect l="l" t="t" r="r" b="b"/>
              <a:pathLst>
                <a:path w="5258" h="7855" extrusionOk="0">
                  <a:moveTo>
                    <a:pt x="2629" y="824"/>
                  </a:moveTo>
                  <a:cubicBezTo>
                    <a:pt x="3167" y="824"/>
                    <a:pt x="3547" y="1077"/>
                    <a:pt x="3832" y="1584"/>
                  </a:cubicBezTo>
                  <a:cubicBezTo>
                    <a:pt x="4085" y="2122"/>
                    <a:pt x="4212" y="2882"/>
                    <a:pt x="4212" y="3927"/>
                  </a:cubicBezTo>
                  <a:cubicBezTo>
                    <a:pt x="4212" y="4972"/>
                    <a:pt x="4085" y="5732"/>
                    <a:pt x="3832" y="6271"/>
                  </a:cubicBezTo>
                  <a:cubicBezTo>
                    <a:pt x="3547" y="6778"/>
                    <a:pt x="3167" y="7031"/>
                    <a:pt x="2629" y="7031"/>
                  </a:cubicBezTo>
                  <a:cubicBezTo>
                    <a:pt x="2090" y="7031"/>
                    <a:pt x="1710" y="6778"/>
                    <a:pt x="1425" y="6271"/>
                  </a:cubicBezTo>
                  <a:cubicBezTo>
                    <a:pt x="1172" y="5732"/>
                    <a:pt x="1045" y="4972"/>
                    <a:pt x="1045" y="3927"/>
                  </a:cubicBezTo>
                  <a:cubicBezTo>
                    <a:pt x="1045" y="2882"/>
                    <a:pt x="1172" y="2122"/>
                    <a:pt x="1425" y="1584"/>
                  </a:cubicBezTo>
                  <a:cubicBezTo>
                    <a:pt x="1710" y="1077"/>
                    <a:pt x="2090" y="824"/>
                    <a:pt x="2629" y="824"/>
                  </a:cubicBezTo>
                  <a:close/>
                  <a:moveTo>
                    <a:pt x="2629" y="0"/>
                  </a:moveTo>
                  <a:cubicBezTo>
                    <a:pt x="1773" y="0"/>
                    <a:pt x="1140" y="349"/>
                    <a:pt x="665" y="1014"/>
                  </a:cubicBezTo>
                  <a:cubicBezTo>
                    <a:pt x="222" y="1679"/>
                    <a:pt x="0" y="2661"/>
                    <a:pt x="0" y="3927"/>
                  </a:cubicBezTo>
                  <a:cubicBezTo>
                    <a:pt x="0" y="5194"/>
                    <a:pt x="222" y="6176"/>
                    <a:pt x="665" y="6841"/>
                  </a:cubicBezTo>
                  <a:cubicBezTo>
                    <a:pt x="1140" y="7538"/>
                    <a:pt x="1773" y="7854"/>
                    <a:pt x="2629" y="7854"/>
                  </a:cubicBezTo>
                  <a:cubicBezTo>
                    <a:pt x="3484" y="7854"/>
                    <a:pt x="4117" y="7538"/>
                    <a:pt x="4560" y="6841"/>
                  </a:cubicBezTo>
                  <a:cubicBezTo>
                    <a:pt x="5004" y="6176"/>
                    <a:pt x="5257" y="5194"/>
                    <a:pt x="5257" y="3927"/>
                  </a:cubicBezTo>
                  <a:cubicBezTo>
                    <a:pt x="5257" y="2661"/>
                    <a:pt x="5004" y="1679"/>
                    <a:pt x="4560" y="1014"/>
                  </a:cubicBezTo>
                  <a:cubicBezTo>
                    <a:pt x="4117" y="349"/>
                    <a:pt x="3484" y="0"/>
                    <a:pt x="2629"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5"/>
            <p:cNvSpPr/>
            <p:nvPr/>
          </p:nvSpPr>
          <p:spPr>
            <a:xfrm>
              <a:off x="4983070" y="1549797"/>
              <a:ext cx="69849" cy="49299"/>
            </a:xfrm>
            <a:custGeom>
              <a:avLst/>
              <a:gdLst/>
              <a:ahLst/>
              <a:cxnLst/>
              <a:rect l="l" t="t" r="r" b="b"/>
              <a:pathLst>
                <a:path w="2155" h="1521" extrusionOk="0">
                  <a:moveTo>
                    <a:pt x="729" y="0"/>
                  </a:moveTo>
                  <a:cubicBezTo>
                    <a:pt x="602" y="0"/>
                    <a:pt x="507" y="0"/>
                    <a:pt x="444" y="64"/>
                  </a:cubicBezTo>
                  <a:cubicBezTo>
                    <a:pt x="349" y="95"/>
                    <a:pt x="286" y="159"/>
                    <a:pt x="254" y="254"/>
                  </a:cubicBezTo>
                  <a:lnTo>
                    <a:pt x="254" y="32"/>
                  </a:lnTo>
                  <a:lnTo>
                    <a:pt x="1" y="32"/>
                  </a:lnTo>
                  <a:lnTo>
                    <a:pt x="1" y="1521"/>
                  </a:lnTo>
                  <a:lnTo>
                    <a:pt x="254" y="1521"/>
                  </a:lnTo>
                  <a:lnTo>
                    <a:pt x="254" y="666"/>
                  </a:lnTo>
                  <a:cubicBezTo>
                    <a:pt x="254" y="539"/>
                    <a:pt x="286" y="412"/>
                    <a:pt x="349" y="317"/>
                  </a:cubicBezTo>
                  <a:cubicBezTo>
                    <a:pt x="412" y="254"/>
                    <a:pt x="507" y="190"/>
                    <a:pt x="634" y="190"/>
                  </a:cubicBezTo>
                  <a:cubicBezTo>
                    <a:pt x="761" y="190"/>
                    <a:pt x="824" y="222"/>
                    <a:pt x="887" y="317"/>
                  </a:cubicBezTo>
                  <a:cubicBezTo>
                    <a:pt x="919" y="381"/>
                    <a:pt x="951" y="476"/>
                    <a:pt x="951" y="634"/>
                  </a:cubicBezTo>
                  <a:lnTo>
                    <a:pt x="951" y="1521"/>
                  </a:lnTo>
                  <a:lnTo>
                    <a:pt x="1204" y="1521"/>
                  </a:lnTo>
                  <a:lnTo>
                    <a:pt x="1204" y="666"/>
                  </a:lnTo>
                  <a:cubicBezTo>
                    <a:pt x="1204" y="539"/>
                    <a:pt x="1236" y="412"/>
                    <a:pt x="1299" y="317"/>
                  </a:cubicBezTo>
                  <a:cubicBezTo>
                    <a:pt x="1394" y="254"/>
                    <a:pt x="1489" y="190"/>
                    <a:pt x="1616" y="190"/>
                  </a:cubicBezTo>
                  <a:cubicBezTo>
                    <a:pt x="1711" y="190"/>
                    <a:pt x="1774" y="222"/>
                    <a:pt x="1838" y="317"/>
                  </a:cubicBezTo>
                  <a:cubicBezTo>
                    <a:pt x="1901" y="381"/>
                    <a:pt x="1901" y="476"/>
                    <a:pt x="1901" y="634"/>
                  </a:cubicBezTo>
                  <a:lnTo>
                    <a:pt x="1901" y="1521"/>
                  </a:lnTo>
                  <a:lnTo>
                    <a:pt x="2154" y="1521"/>
                  </a:lnTo>
                  <a:lnTo>
                    <a:pt x="2154" y="602"/>
                  </a:lnTo>
                  <a:cubicBezTo>
                    <a:pt x="2154" y="412"/>
                    <a:pt x="2123" y="254"/>
                    <a:pt x="2028" y="159"/>
                  </a:cubicBezTo>
                  <a:cubicBezTo>
                    <a:pt x="1964" y="32"/>
                    <a:pt x="1838" y="0"/>
                    <a:pt x="1679" y="0"/>
                  </a:cubicBezTo>
                  <a:cubicBezTo>
                    <a:pt x="1553" y="0"/>
                    <a:pt x="1458" y="0"/>
                    <a:pt x="1363" y="64"/>
                  </a:cubicBezTo>
                  <a:cubicBezTo>
                    <a:pt x="1299" y="127"/>
                    <a:pt x="1204" y="190"/>
                    <a:pt x="1173" y="317"/>
                  </a:cubicBezTo>
                  <a:cubicBezTo>
                    <a:pt x="1109" y="190"/>
                    <a:pt x="1078" y="127"/>
                    <a:pt x="983" y="64"/>
                  </a:cubicBezTo>
                  <a:cubicBezTo>
                    <a:pt x="919" y="0"/>
                    <a:pt x="824" y="0"/>
                    <a:pt x="729"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5"/>
            <p:cNvSpPr/>
            <p:nvPr/>
          </p:nvSpPr>
          <p:spPr>
            <a:xfrm>
              <a:off x="5065203" y="1549797"/>
              <a:ext cx="43141" cy="66737"/>
            </a:xfrm>
            <a:custGeom>
              <a:avLst/>
              <a:gdLst/>
              <a:ahLst/>
              <a:cxnLst/>
              <a:rect l="l" t="t" r="r" b="b"/>
              <a:pathLst>
                <a:path w="1331" h="2059" extrusionOk="0">
                  <a:moveTo>
                    <a:pt x="665" y="190"/>
                  </a:moveTo>
                  <a:cubicBezTo>
                    <a:pt x="792" y="190"/>
                    <a:pt x="919" y="254"/>
                    <a:pt x="982" y="349"/>
                  </a:cubicBezTo>
                  <a:cubicBezTo>
                    <a:pt x="1045" y="444"/>
                    <a:pt x="1077" y="571"/>
                    <a:pt x="1077" y="761"/>
                  </a:cubicBezTo>
                  <a:cubicBezTo>
                    <a:pt x="1077" y="919"/>
                    <a:pt x="1045" y="1046"/>
                    <a:pt x="982" y="1172"/>
                  </a:cubicBezTo>
                  <a:cubicBezTo>
                    <a:pt x="919" y="1267"/>
                    <a:pt x="792" y="1299"/>
                    <a:pt x="665" y="1299"/>
                  </a:cubicBezTo>
                  <a:cubicBezTo>
                    <a:pt x="539" y="1299"/>
                    <a:pt x="444" y="1267"/>
                    <a:pt x="380" y="1172"/>
                  </a:cubicBezTo>
                  <a:cubicBezTo>
                    <a:pt x="285" y="1046"/>
                    <a:pt x="254" y="919"/>
                    <a:pt x="254" y="761"/>
                  </a:cubicBezTo>
                  <a:cubicBezTo>
                    <a:pt x="254" y="571"/>
                    <a:pt x="285" y="444"/>
                    <a:pt x="380" y="349"/>
                  </a:cubicBezTo>
                  <a:cubicBezTo>
                    <a:pt x="444" y="254"/>
                    <a:pt x="539" y="190"/>
                    <a:pt x="665" y="190"/>
                  </a:cubicBezTo>
                  <a:close/>
                  <a:moveTo>
                    <a:pt x="602" y="0"/>
                  </a:moveTo>
                  <a:cubicBezTo>
                    <a:pt x="444" y="0"/>
                    <a:pt x="285" y="64"/>
                    <a:pt x="159" y="190"/>
                  </a:cubicBezTo>
                  <a:cubicBezTo>
                    <a:pt x="64" y="349"/>
                    <a:pt x="0" y="507"/>
                    <a:pt x="0" y="761"/>
                  </a:cubicBezTo>
                  <a:cubicBezTo>
                    <a:pt x="0" y="982"/>
                    <a:pt x="64" y="1172"/>
                    <a:pt x="159" y="1299"/>
                  </a:cubicBezTo>
                  <a:cubicBezTo>
                    <a:pt x="285" y="1426"/>
                    <a:pt x="444" y="1521"/>
                    <a:pt x="602" y="1521"/>
                  </a:cubicBezTo>
                  <a:cubicBezTo>
                    <a:pt x="729" y="1521"/>
                    <a:pt x="824" y="1489"/>
                    <a:pt x="887" y="1457"/>
                  </a:cubicBezTo>
                  <a:cubicBezTo>
                    <a:pt x="982" y="1394"/>
                    <a:pt x="1045" y="1331"/>
                    <a:pt x="1077" y="1236"/>
                  </a:cubicBezTo>
                  <a:lnTo>
                    <a:pt x="1077" y="1362"/>
                  </a:lnTo>
                  <a:cubicBezTo>
                    <a:pt x="1077" y="1521"/>
                    <a:pt x="1045" y="1647"/>
                    <a:pt x="982" y="1742"/>
                  </a:cubicBezTo>
                  <a:cubicBezTo>
                    <a:pt x="887" y="1837"/>
                    <a:pt x="760" y="1869"/>
                    <a:pt x="602" y="1869"/>
                  </a:cubicBezTo>
                  <a:cubicBezTo>
                    <a:pt x="539" y="1869"/>
                    <a:pt x="475" y="1869"/>
                    <a:pt x="412" y="1837"/>
                  </a:cubicBezTo>
                  <a:cubicBezTo>
                    <a:pt x="317" y="1837"/>
                    <a:pt x="254" y="1806"/>
                    <a:pt x="190" y="1742"/>
                  </a:cubicBezTo>
                  <a:lnTo>
                    <a:pt x="190" y="1996"/>
                  </a:lnTo>
                  <a:cubicBezTo>
                    <a:pt x="254" y="2027"/>
                    <a:pt x="317" y="2027"/>
                    <a:pt x="412" y="2059"/>
                  </a:cubicBezTo>
                  <a:lnTo>
                    <a:pt x="634" y="2059"/>
                  </a:lnTo>
                  <a:cubicBezTo>
                    <a:pt x="887" y="2059"/>
                    <a:pt x="1045" y="1996"/>
                    <a:pt x="1172" y="1901"/>
                  </a:cubicBezTo>
                  <a:cubicBezTo>
                    <a:pt x="1267" y="1774"/>
                    <a:pt x="1330" y="1584"/>
                    <a:pt x="1330" y="1331"/>
                  </a:cubicBezTo>
                  <a:lnTo>
                    <a:pt x="1330" y="32"/>
                  </a:lnTo>
                  <a:lnTo>
                    <a:pt x="1077" y="32"/>
                  </a:lnTo>
                  <a:lnTo>
                    <a:pt x="1077" y="254"/>
                  </a:lnTo>
                  <a:cubicBezTo>
                    <a:pt x="1045" y="159"/>
                    <a:pt x="982" y="95"/>
                    <a:pt x="887" y="64"/>
                  </a:cubicBezTo>
                  <a:cubicBezTo>
                    <a:pt x="824" y="0"/>
                    <a:pt x="729" y="0"/>
                    <a:pt x="602"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5"/>
            <p:cNvSpPr/>
            <p:nvPr/>
          </p:nvSpPr>
          <p:spPr>
            <a:xfrm>
              <a:off x="5006699" y="1658606"/>
              <a:ext cx="43141" cy="67775"/>
            </a:xfrm>
            <a:custGeom>
              <a:avLst/>
              <a:gdLst/>
              <a:ahLst/>
              <a:cxnLst/>
              <a:rect l="l" t="t" r="r" b="b"/>
              <a:pathLst>
                <a:path w="1331" h="2091" extrusionOk="0">
                  <a:moveTo>
                    <a:pt x="665" y="729"/>
                  </a:moveTo>
                  <a:cubicBezTo>
                    <a:pt x="792" y="729"/>
                    <a:pt x="887" y="792"/>
                    <a:pt x="982" y="887"/>
                  </a:cubicBezTo>
                  <a:cubicBezTo>
                    <a:pt x="1045" y="982"/>
                    <a:pt x="1077" y="1140"/>
                    <a:pt x="1077" y="1330"/>
                  </a:cubicBezTo>
                  <a:cubicBezTo>
                    <a:pt x="1077" y="1489"/>
                    <a:pt x="1045" y="1647"/>
                    <a:pt x="982" y="1742"/>
                  </a:cubicBezTo>
                  <a:cubicBezTo>
                    <a:pt x="887" y="1837"/>
                    <a:pt x="792" y="1901"/>
                    <a:pt x="665" y="1901"/>
                  </a:cubicBezTo>
                  <a:cubicBezTo>
                    <a:pt x="539" y="1901"/>
                    <a:pt x="444" y="1837"/>
                    <a:pt x="349" y="1742"/>
                  </a:cubicBezTo>
                  <a:cubicBezTo>
                    <a:pt x="285" y="1647"/>
                    <a:pt x="254" y="1489"/>
                    <a:pt x="254" y="1330"/>
                  </a:cubicBezTo>
                  <a:cubicBezTo>
                    <a:pt x="254" y="1140"/>
                    <a:pt x="285" y="982"/>
                    <a:pt x="349" y="887"/>
                  </a:cubicBezTo>
                  <a:cubicBezTo>
                    <a:pt x="444" y="792"/>
                    <a:pt x="539" y="729"/>
                    <a:pt x="665" y="729"/>
                  </a:cubicBezTo>
                  <a:close/>
                  <a:moveTo>
                    <a:pt x="1077" y="0"/>
                  </a:moveTo>
                  <a:lnTo>
                    <a:pt x="1077" y="792"/>
                  </a:lnTo>
                  <a:cubicBezTo>
                    <a:pt x="1045" y="697"/>
                    <a:pt x="950" y="634"/>
                    <a:pt x="887" y="602"/>
                  </a:cubicBezTo>
                  <a:cubicBezTo>
                    <a:pt x="824" y="570"/>
                    <a:pt x="729" y="539"/>
                    <a:pt x="602" y="539"/>
                  </a:cubicBezTo>
                  <a:cubicBezTo>
                    <a:pt x="412" y="539"/>
                    <a:pt x="285" y="602"/>
                    <a:pt x="158" y="760"/>
                  </a:cubicBezTo>
                  <a:cubicBezTo>
                    <a:pt x="63" y="887"/>
                    <a:pt x="0" y="1077"/>
                    <a:pt x="0" y="1330"/>
                  </a:cubicBezTo>
                  <a:cubicBezTo>
                    <a:pt x="0" y="1552"/>
                    <a:pt x="63" y="1742"/>
                    <a:pt x="158" y="1869"/>
                  </a:cubicBezTo>
                  <a:cubicBezTo>
                    <a:pt x="285" y="2027"/>
                    <a:pt x="412" y="2091"/>
                    <a:pt x="602" y="2091"/>
                  </a:cubicBezTo>
                  <a:cubicBezTo>
                    <a:pt x="729" y="2091"/>
                    <a:pt x="824" y="2059"/>
                    <a:pt x="887" y="2027"/>
                  </a:cubicBezTo>
                  <a:cubicBezTo>
                    <a:pt x="950" y="1996"/>
                    <a:pt x="1045" y="1932"/>
                    <a:pt x="1077" y="1837"/>
                  </a:cubicBezTo>
                  <a:lnTo>
                    <a:pt x="1077" y="2059"/>
                  </a:lnTo>
                  <a:lnTo>
                    <a:pt x="1330" y="2059"/>
                  </a:lnTo>
                  <a:lnTo>
                    <a:pt x="1330"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5"/>
            <p:cNvSpPr/>
            <p:nvPr/>
          </p:nvSpPr>
          <p:spPr>
            <a:xfrm>
              <a:off x="5066208" y="1658606"/>
              <a:ext cx="7228" cy="66737"/>
            </a:xfrm>
            <a:custGeom>
              <a:avLst/>
              <a:gdLst/>
              <a:ahLst/>
              <a:cxnLst/>
              <a:rect l="l" t="t" r="r" b="b"/>
              <a:pathLst>
                <a:path w="223" h="2059" extrusionOk="0">
                  <a:moveTo>
                    <a:pt x="1" y="0"/>
                  </a:moveTo>
                  <a:lnTo>
                    <a:pt x="1" y="2059"/>
                  </a:lnTo>
                  <a:lnTo>
                    <a:pt x="223" y="2059"/>
                  </a:lnTo>
                  <a:lnTo>
                    <a:pt x="223"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grpSp>
        <p:nvGrpSpPr>
          <p:cNvPr id="383" name="Google Shape;383;p16"/>
          <p:cNvGrpSpPr/>
          <p:nvPr/>
        </p:nvGrpSpPr>
        <p:grpSpPr>
          <a:xfrm>
            <a:off x="457188" y="1854623"/>
            <a:ext cx="2236707" cy="2237626"/>
            <a:chOff x="457188" y="1854623"/>
            <a:chExt cx="2236707" cy="2237626"/>
          </a:xfrm>
        </p:grpSpPr>
        <p:sp>
          <p:nvSpPr>
            <p:cNvPr id="384" name="Google Shape;384;p16"/>
            <p:cNvSpPr/>
            <p:nvPr/>
          </p:nvSpPr>
          <p:spPr>
            <a:xfrm>
              <a:off x="457188" y="1854623"/>
              <a:ext cx="2236707" cy="2237626"/>
            </a:xfrm>
            <a:custGeom>
              <a:avLst/>
              <a:gdLst/>
              <a:ahLst/>
              <a:cxnLst/>
              <a:rect l="l" t="t" r="r" b="b"/>
              <a:pathLst>
                <a:path w="75437" h="75468" extrusionOk="0">
                  <a:moveTo>
                    <a:pt x="37719" y="0"/>
                  </a:moveTo>
                  <a:cubicBezTo>
                    <a:pt x="16881" y="0"/>
                    <a:pt x="1" y="16911"/>
                    <a:pt x="1" y="37750"/>
                  </a:cubicBezTo>
                  <a:cubicBezTo>
                    <a:pt x="1" y="58588"/>
                    <a:pt x="16881" y="75467"/>
                    <a:pt x="37719" y="75467"/>
                  </a:cubicBezTo>
                  <a:cubicBezTo>
                    <a:pt x="58557" y="75467"/>
                    <a:pt x="75437" y="58588"/>
                    <a:pt x="75437" y="37750"/>
                  </a:cubicBezTo>
                  <a:cubicBezTo>
                    <a:pt x="75437" y="16911"/>
                    <a:pt x="58557" y="0"/>
                    <a:pt x="37719"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6"/>
            <p:cNvSpPr/>
            <p:nvPr/>
          </p:nvSpPr>
          <p:spPr>
            <a:xfrm>
              <a:off x="1776464" y="3963568"/>
              <a:ext cx="69529" cy="110832"/>
            </a:xfrm>
            <a:custGeom>
              <a:avLst/>
              <a:gdLst/>
              <a:ahLst/>
              <a:cxnLst/>
              <a:rect l="l" t="t" r="r" b="b"/>
              <a:pathLst>
                <a:path w="2345" h="3738" extrusionOk="0">
                  <a:moveTo>
                    <a:pt x="1" y="1"/>
                  </a:moveTo>
                  <a:lnTo>
                    <a:pt x="1" y="3737"/>
                  </a:lnTo>
                  <a:cubicBezTo>
                    <a:pt x="793" y="3579"/>
                    <a:pt x="1553" y="3421"/>
                    <a:pt x="2345" y="3231"/>
                  </a:cubicBezTo>
                  <a:cubicBezTo>
                    <a:pt x="1806" y="2027"/>
                    <a:pt x="1014" y="951"/>
                    <a:pt x="1"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6"/>
            <p:cNvSpPr/>
            <p:nvPr/>
          </p:nvSpPr>
          <p:spPr>
            <a:xfrm>
              <a:off x="625273" y="3382339"/>
              <a:ext cx="1151221" cy="704276"/>
            </a:xfrm>
            <a:custGeom>
              <a:avLst/>
              <a:gdLst/>
              <a:ahLst/>
              <a:cxnLst/>
              <a:rect l="l" t="t" r="r" b="b"/>
              <a:pathLst>
                <a:path w="38827" h="23753" extrusionOk="0">
                  <a:moveTo>
                    <a:pt x="13333" y="0"/>
                  </a:moveTo>
                  <a:cubicBezTo>
                    <a:pt x="8013" y="0"/>
                    <a:pt x="3231" y="2376"/>
                    <a:pt x="1" y="6113"/>
                  </a:cubicBezTo>
                  <a:cubicBezTo>
                    <a:pt x="5891" y="15550"/>
                    <a:pt x="15804" y="22200"/>
                    <a:pt x="27331" y="23657"/>
                  </a:cubicBezTo>
                  <a:cubicBezTo>
                    <a:pt x="26539" y="20459"/>
                    <a:pt x="26159" y="18147"/>
                    <a:pt x="26128" y="18020"/>
                  </a:cubicBezTo>
                  <a:lnTo>
                    <a:pt x="34077" y="16753"/>
                  </a:lnTo>
                  <a:cubicBezTo>
                    <a:pt x="34425" y="18748"/>
                    <a:pt x="34963" y="21219"/>
                    <a:pt x="35692" y="23752"/>
                  </a:cubicBezTo>
                  <a:cubicBezTo>
                    <a:pt x="36737" y="23657"/>
                    <a:pt x="37782" y="23530"/>
                    <a:pt x="38827" y="23340"/>
                  </a:cubicBezTo>
                  <a:lnTo>
                    <a:pt x="38827" y="19604"/>
                  </a:lnTo>
                  <a:cubicBezTo>
                    <a:pt x="37370" y="18242"/>
                    <a:pt x="35438" y="17070"/>
                    <a:pt x="33063" y="15898"/>
                  </a:cubicBezTo>
                  <a:lnTo>
                    <a:pt x="30118" y="507"/>
                  </a:lnTo>
                  <a:lnTo>
                    <a:pt x="30118" y="507"/>
                  </a:lnTo>
                  <a:cubicBezTo>
                    <a:pt x="30720" y="571"/>
                    <a:pt x="31290" y="634"/>
                    <a:pt x="31860" y="697"/>
                  </a:cubicBezTo>
                  <a:cubicBezTo>
                    <a:pt x="30688" y="254"/>
                    <a:pt x="29453" y="0"/>
                    <a:pt x="2812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6"/>
            <p:cNvSpPr/>
            <p:nvPr/>
          </p:nvSpPr>
          <p:spPr>
            <a:xfrm>
              <a:off x="1399939" y="3879066"/>
              <a:ext cx="283602" cy="213183"/>
            </a:xfrm>
            <a:custGeom>
              <a:avLst/>
              <a:gdLst/>
              <a:ahLst/>
              <a:cxnLst/>
              <a:rect l="l" t="t" r="r" b="b"/>
              <a:pathLst>
                <a:path w="9565" h="7190" extrusionOk="0">
                  <a:moveTo>
                    <a:pt x="7950" y="0"/>
                  </a:moveTo>
                  <a:lnTo>
                    <a:pt x="1" y="1267"/>
                  </a:lnTo>
                  <a:cubicBezTo>
                    <a:pt x="32" y="1394"/>
                    <a:pt x="412" y="3706"/>
                    <a:pt x="1204" y="6904"/>
                  </a:cubicBezTo>
                  <a:cubicBezTo>
                    <a:pt x="2756" y="7094"/>
                    <a:pt x="4339" y="7189"/>
                    <a:pt x="5923" y="7189"/>
                  </a:cubicBezTo>
                  <a:cubicBezTo>
                    <a:pt x="7158" y="7189"/>
                    <a:pt x="8361" y="7126"/>
                    <a:pt x="9565" y="6999"/>
                  </a:cubicBezTo>
                  <a:cubicBezTo>
                    <a:pt x="8836" y="4466"/>
                    <a:pt x="8298" y="1995"/>
                    <a:pt x="7950" y="0"/>
                  </a:cubicBezTo>
                  <a:close/>
                </a:path>
              </a:pathLst>
            </a:custGeom>
            <a:solidFill>
              <a:srgbClr val="F992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6"/>
            <p:cNvSpPr/>
            <p:nvPr/>
          </p:nvSpPr>
          <p:spPr>
            <a:xfrm>
              <a:off x="1569893" y="3403005"/>
              <a:ext cx="669527" cy="656362"/>
            </a:xfrm>
            <a:custGeom>
              <a:avLst/>
              <a:gdLst/>
              <a:ahLst/>
              <a:cxnLst/>
              <a:rect l="l" t="t" r="r" b="b"/>
              <a:pathLst>
                <a:path w="22581" h="22137" extrusionOk="0">
                  <a:moveTo>
                    <a:pt x="1" y="0"/>
                  </a:moveTo>
                  <a:lnTo>
                    <a:pt x="1" y="0"/>
                  </a:lnTo>
                  <a:cubicBezTo>
                    <a:pt x="4054" y="1520"/>
                    <a:pt x="6968" y="5416"/>
                    <a:pt x="6968" y="10008"/>
                  </a:cubicBezTo>
                  <a:lnTo>
                    <a:pt x="6968" y="18907"/>
                  </a:lnTo>
                  <a:cubicBezTo>
                    <a:pt x="7981" y="19857"/>
                    <a:pt x="8773" y="20933"/>
                    <a:pt x="9312" y="22137"/>
                  </a:cubicBezTo>
                  <a:cubicBezTo>
                    <a:pt x="10293" y="21883"/>
                    <a:pt x="11275" y="21598"/>
                    <a:pt x="12225" y="21282"/>
                  </a:cubicBezTo>
                  <a:cubicBezTo>
                    <a:pt x="12162" y="20965"/>
                    <a:pt x="12067" y="20648"/>
                    <a:pt x="12003" y="20332"/>
                  </a:cubicBezTo>
                  <a:lnTo>
                    <a:pt x="18179" y="18685"/>
                  </a:lnTo>
                  <a:cubicBezTo>
                    <a:pt x="19699" y="17861"/>
                    <a:pt x="21187" y="16911"/>
                    <a:pt x="22581" y="15898"/>
                  </a:cubicBezTo>
                  <a:cubicBezTo>
                    <a:pt x="20586" y="7632"/>
                    <a:pt x="14474" y="164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6"/>
            <p:cNvSpPr/>
            <p:nvPr/>
          </p:nvSpPr>
          <p:spPr>
            <a:xfrm>
              <a:off x="1519191" y="3397372"/>
              <a:ext cx="257303" cy="566226"/>
            </a:xfrm>
            <a:custGeom>
              <a:avLst/>
              <a:gdLst/>
              <a:ahLst/>
              <a:cxnLst/>
              <a:rect l="l" t="t" r="r" b="b"/>
              <a:pathLst>
                <a:path w="8678" h="19097" extrusionOk="0">
                  <a:moveTo>
                    <a:pt x="1" y="0"/>
                  </a:moveTo>
                  <a:lnTo>
                    <a:pt x="2914" y="15391"/>
                  </a:lnTo>
                  <a:cubicBezTo>
                    <a:pt x="5258" y="16563"/>
                    <a:pt x="7221" y="17735"/>
                    <a:pt x="8678" y="19097"/>
                  </a:cubicBezTo>
                  <a:lnTo>
                    <a:pt x="8678" y="10198"/>
                  </a:lnTo>
                  <a:cubicBezTo>
                    <a:pt x="8678" y="5606"/>
                    <a:pt x="5764" y="1710"/>
                    <a:pt x="1711" y="190"/>
                  </a:cubicBezTo>
                  <a:cubicBezTo>
                    <a:pt x="1141" y="127"/>
                    <a:pt x="571" y="64"/>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6"/>
            <p:cNvSpPr/>
            <p:nvPr/>
          </p:nvSpPr>
          <p:spPr>
            <a:xfrm>
              <a:off x="1925782" y="3956986"/>
              <a:ext cx="183118" cy="77031"/>
            </a:xfrm>
            <a:custGeom>
              <a:avLst/>
              <a:gdLst/>
              <a:ahLst/>
              <a:cxnLst/>
              <a:rect l="l" t="t" r="r" b="b"/>
              <a:pathLst>
                <a:path w="6176" h="2598" extrusionOk="0">
                  <a:moveTo>
                    <a:pt x="6176" y="1"/>
                  </a:moveTo>
                  <a:lnTo>
                    <a:pt x="0" y="1648"/>
                  </a:lnTo>
                  <a:cubicBezTo>
                    <a:pt x="64" y="1964"/>
                    <a:pt x="159" y="2281"/>
                    <a:pt x="222" y="2598"/>
                  </a:cubicBezTo>
                  <a:cubicBezTo>
                    <a:pt x="2312" y="1901"/>
                    <a:pt x="4276" y="1046"/>
                    <a:pt x="61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6"/>
            <p:cNvSpPr/>
            <p:nvPr/>
          </p:nvSpPr>
          <p:spPr>
            <a:xfrm>
              <a:off x="1046896" y="3466842"/>
              <a:ext cx="598159" cy="309902"/>
            </a:xfrm>
            <a:custGeom>
              <a:avLst/>
              <a:gdLst/>
              <a:ahLst/>
              <a:cxnLst/>
              <a:rect l="l" t="t" r="r" b="b"/>
              <a:pathLst>
                <a:path w="20174" h="10452" extrusionOk="0">
                  <a:moveTo>
                    <a:pt x="222" y="1"/>
                  </a:moveTo>
                  <a:cubicBezTo>
                    <a:pt x="158" y="1"/>
                    <a:pt x="63" y="64"/>
                    <a:pt x="63" y="127"/>
                  </a:cubicBezTo>
                  <a:cubicBezTo>
                    <a:pt x="0" y="2819"/>
                    <a:pt x="982" y="5353"/>
                    <a:pt x="2850" y="7316"/>
                  </a:cubicBezTo>
                  <a:cubicBezTo>
                    <a:pt x="4687" y="9248"/>
                    <a:pt x="7189" y="10356"/>
                    <a:pt x="9881" y="10451"/>
                  </a:cubicBezTo>
                  <a:lnTo>
                    <a:pt x="10134" y="10451"/>
                  </a:lnTo>
                  <a:cubicBezTo>
                    <a:pt x="12731" y="10451"/>
                    <a:pt x="15170" y="9470"/>
                    <a:pt x="17038" y="7665"/>
                  </a:cubicBezTo>
                  <a:cubicBezTo>
                    <a:pt x="19002" y="5828"/>
                    <a:pt x="20110" y="3326"/>
                    <a:pt x="20173" y="634"/>
                  </a:cubicBezTo>
                  <a:cubicBezTo>
                    <a:pt x="20173" y="571"/>
                    <a:pt x="20110" y="507"/>
                    <a:pt x="20015" y="507"/>
                  </a:cubicBezTo>
                  <a:cubicBezTo>
                    <a:pt x="19952" y="507"/>
                    <a:pt x="19888" y="571"/>
                    <a:pt x="19888" y="634"/>
                  </a:cubicBezTo>
                  <a:cubicBezTo>
                    <a:pt x="19793" y="3263"/>
                    <a:pt x="18717" y="5669"/>
                    <a:pt x="16848" y="7475"/>
                  </a:cubicBezTo>
                  <a:cubicBezTo>
                    <a:pt x="15007" y="9192"/>
                    <a:pt x="12632" y="10138"/>
                    <a:pt x="10125" y="10138"/>
                  </a:cubicBezTo>
                  <a:cubicBezTo>
                    <a:pt x="10044" y="10138"/>
                    <a:pt x="9962" y="10137"/>
                    <a:pt x="9881" y="10135"/>
                  </a:cubicBezTo>
                  <a:cubicBezTo>
                    <a:pt x="7252" y="10071"/>
                    <a:pt x="4845" y="8995"/>
                    <a:pt x="3040" y="7095"/>
                  </a:cubicBezTo>
                  <a:cubicBezTo>
                    <a:pt x="1267" y="5226"/>
                    <a:pt x="317" y="2756"/>
                    <a:pt x="380" y="127"/>
                  </a:cubicBezTo>
                  <a:cubicBezTo>
                    <a:pt x="380" y="64"/>
                    <a:pt x="317" y="1"/>
                    <a:pt x="222" y="1"/>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6"/>
            <p:cNvSpPr/>
            <p:nvPr/>
          </p:nvSpPr>
          <p:spPr>
            <a:xfrm>
              <a:off x="1129531" y="3073416"/>
              <a:ext cx="555908" cy="622205"/>
            </a:xfrm>
            <a:custGeom>
              <a:avLst/>
              <a:gdLst/>
              <a:ahLst/>
              <a:cxnLst/>
              <a:rect l="l" t="t" r="r" b="b"/>
              <a:pathLst>
                <a:path w="18749" h="20985" extrusionOk="0">
                  <a:moveTo>
                    <a:pt x="7791" y="0"/>
                  </a:moveTo>
                  <a:lnTo>
                    <a:pt x="1583" y="11971"/>
                  </a:lnTo>
                  <a:cubicBezTo>
                    <a:pt x="0" y="15011"/>
                    <a:pt x="1203" y="18717"/>
                    <a:pt x="4244" y="20300"/>
                  </a:cubicBezTo>
                  <a:cubicBezTo>
                    <a:pt x="5143" y="20764"/>
                    <a:pt x="6107" y="20985"/>
                    <a:pt x="7060" y="20985"/>
                  </a:cubicBezTo>
                  <a:cubicBezTo>
                    <a:pt x="9294" y="20985"/>
                    <a:pt x="11462" y="19771"/>
                    <a:pt x="12573" y="17640"/>
                  </a:cubicBezTo>
                  <a:lnTo>
                    <a:pt x="18748" y="5669"/>
                  </a:lnTo>
                  <a:lnTo>
                    <a:pt x="7791" y="0"/>
                  </a:lnTo>
                  <a:close/>
                </a:path>
              </a:pathLst>
            </a:custGeom>
            <a:solidFill>
              <a:srgbClr val="EA84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6"/>
            <p:cNvSpPr/>
            <p:nvPr/>
          </p:nvSpPr>
          <p:spPr>
            <a:xfrm>
              <a:off x="1264735" y="2423636"/>
              <a:ext cx="720228" cy="1006618"/>
            </a:xfrm>
            <a:custGeom>
              <a:avLst/>
              <a:gdLst/>
              <a:ahLst/>
              <a:cxnLst/>
              <a:rect l="l" t="t" r="r" b="b"/>
              <a:pathLst>
                <a:path w="24291" h="33950" extrusionOk="0">
                  <a:moveTo>
                    <a:pt x="127" y="1"/>
                  </a:moveTo>
                  <a:lnTo>
                    <a:pt x="32" y="21820"/>
                  </a:lnTo>
                  <a:cubicBezTo>
                    <a:pt x="0" y="28471"/>
                    <a:pt x="5384" y="33918"/>
                    <a:pt x="12066" y="33950"/>
                  </a:cubicBezTo>
                  <a:cubicBezTo>
                    <a:pt x="12086" y="33950"/>
                    <a:pt x="12105" y="33950"/>
                    <a:pt x="12125" y="33950"/>
                  </a:cubicBezTo>
                  <a:cubicBezTo>
                    <a:pt x="18780" y="33950"/>
                    <a:pt x="24164" y="28578"/>
                    <a:pt x="24196" y="21915"/>
                  </a:cubicBezTo>
                  <a:lnTo>
                    <a:pt x="24291" y="96"/>
                  </a:lnTo>
                  <a:lnTo>
                    <a:pt x="127" y="1"/>
                  </a:lnTo>
                  <a:close/>
                </a:path>
              </a:pathLst>
            </a:custGeom>
            <a:solidFill>
              <a:srgbClr val="F992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6"/>
            <p:cNvSpPr/>
            <p:nvPr/>
          </p:nvSpPr>
          <p:spPr>
            <a:xfrm>
              <a:off x="1176467" y="2287483"/>
              <a:ext cx="800046" cy="677028"/>
            </a:xfrm>
            <a:custGeom>
              <a:avLst/>
              <a:gdLst/>
              <a:ahLst/>
              <a:cxnLst/>
              <a:rect l="l" t="t" r="r" b="b"/>
              <a:pathLst>
                <a:path w="26983" h="22834" extrusionOk="0">
                  <a:moveTo>
                    <a:pt x="11306" y="1"/>
                  </a:moveTo>
                  <a:cubicBezTo>
                    <a:pt x="5068" y="1"/>
                    <a:pt x="32" y="5036"/>
                    <a:pt x="32" y="11243"/>
                  </a:cubicBezTo>
                  <a:lnTo>
                    <a:pt x="0" y="22802"/>
                  </a:lnTo>
                  <a:lnTo>
                    <a:pt x="4149" y="22834"/>
                  </a:lnTo>
                  <a:lnTo>
                    <a:pt x="4149" y="14315"/>
                  </a:lnTo>
                  <a:cubicBezTo>
                    <a:pt x="4180" y="12529"/>
                    <a:pt x="5638" y="11053"/>
                    <a:pt x="7418" y="11053"/>
                  </a:cubicBezTo>
                  <a:cubicBezTo>
                    <a:pt x="7437" y="11053"/>
                    <a:pt x="7455" y="11053"/>
                    <a:pt x="7474" y="11053"/>
                  </a:cubicBezTo>
                  <a:lnTo>
                    <a:pt x="24956" y="11085"/>
                  </a:lnTo>
                  <a:cubicBezTo>
                    <a:pt x="26064" y="11085"/>
                    <a:pt x="26983" y="10166"/>
                    <a:pt x="26951" y="9026"/>
                  </a:cubicBezTo>
                  <a:cubicBezTo>
                    <a:pt x="26919" y="7949"/>
                    <a:pt x="25969" y="7094"/>
                    <a:pt x="24892" y="7094"/>
                  </a:cubicBezTo>
                  <a:lnTo>
                    <a:pt x="14093" y="1"/>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6"/>
            <p:cNvSpPr/>
            <p:nvPr/>
          </p:nvSpPr>
          <p:spPr>
            <a:xfrm>
              <a:off x="1134216" y="2912861"/>
              <a:ext cx="267651" cy="266702"/>
            </a:xfrm>
            <a:custGeom>
              <a:avLst/>
              <a:gdLst/>
              <a:ahLst/>
              <a:cxnLst/>
              <a:rect l="l" t="t" r="r" b="b"/>
              <a:pathLst>
                <a:path w="9027" h="8995" extrusionOk="0">
                  <a:moveTo>
                    <a:pt x="4529" y="0"/>
                  </a:moveTo>
                  <a:cubicBezTo>
                    <a:pt x="2027" y="0"/>
                    <a:pt x="0" y="1995"/>
                    <a:pt x="0" y="4465"/>
                  </a:cubicBezTo>
                  <a:cubicBezTo>
                    <a:pt x="0" y="6967"/>
                    <a:pt x="1996" y="8994"/>
                    <a:pt x="4497" y="8994"/>
                  </a:cubicBezTo>
                  <a:cubicBezTo>
                    <a:pt x="6968" y="8994"/>
                    <a:pt x="8994" y="6999"/>
                    <a:pt x="8994" y="4497"/>
                  </a:cubicBezTo>
                  <a:cubicBezTo>
                    <a:pt x="9026" y="2027"/>
                    <a:pt x="6999" y="0"/>
                    <a:pt x="4529" y="0"/>
                  </a:cubicBezTo>
                  <a:close/>
                </a:path>
              </a:pathLst>
            </a:custGeom>
            <a:solidFill>
              <a:srgbClr val="F992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6"/>
            <p:cNvSpPr/>
            <p:nvPr/>
          </p:nvSpPr>
          <p:spPr>
            <a:xfrm>
              <a:off x="1183968" y="2962614"/>
              <a:ext cx="88298" cy="167167"/>
            </a:xfrm>
            <a:custGeom>
              <a:avLst/>
              <a:gdLst/>
              <a:ahLst/>
              <a:cxnLst/>
              <a:rect l="l" t="t" r="r" b="b"/>
              <a:pathLst>
                <a:path w="2978" h="5638" extrusionOk="0">
                  <a:moveTo>
                    <a:pt x="2819" y="1"/>
                  </a:moveTo>
                  <a:cubicBezTo>
                    <a:pt x="1268" y="1"/>
                    <a:pt x="1" y="1236"/>
                    <a:pt x="1" y="2787"/>
                  </a:cubicBezTo>
                  <a:cubicBezTo>
                    <a:pt x="1" y="4371"/>
                    <a:pt x="1268" y="5638"/>
                    <a:pt x="2819" y="5638"/>
                  </a:cubicBezTo>
                  <a:cubicBezTo>
                    <a:pt x="2914" y="5638"/>
                    <a:pt x="2978" y="5574"/>
                    <a:pt x="2978" y="5479"/>
                  </a:cubicBezTo>
                  <a:cubicBezTo>
                    <a:pt x="2978" y="5416"/>
                    <a:pt x="2914" y="5353"/>
                    <a:pt x="2819" y="5353"/>
                  </a:cubicBezTo>
                  <a:cubicBezTo>
                    <a:pt x="1426" y="5321"/>
                    <a:pt x="286" y="4212"/>
                    <a:pt x="286" y="2819"/>
                  </a:cubicBezTo>
                  <a:cubicBezTo>
                    <a:pt x="286" y="1426"/>
                    <a:pt x="1426" y="286"/>
                    <a:pt x="2819" y="286"/>
                  </a:cubicBezTo>
                  <a:cubicBezTo>
                    <a:pt x="2914" y="286"/>
                    <a:pt x="2978" y="222"/>
                    <a:pt x="2978" y="127"/>
                  </a:cubicBezTo>
                  <a:cubicBezTo>
                    <a:pt x="2978" y="64"/>
                    <a:pt x="2914" y="1"/>
                    <a:pt x="2819" y="1"/>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6"/>
            <p:cNvSpPr/>
            <p:nvPr/>
          </p:nvSpPr>
          <p:spPr>
            <a:xfrm>
              <a:off x="1381171" y="2288432"/>
              <a:ext cx="813181" cy="327721"/>
            </a:xfrm>
            <a:custGeom>
              <a:avLst/>
              <a:gdLst/>
              <a:ahLst/>
              <a:cxnLst/>
              <a:rect l="l" t="t" r="r" b="b"/>
              <a:pathLst>
                <a:path w="27426" h="11053" extrusionOk="0">
                  <a:moveTo>
                    <a:pt x="6461" y="0"/>
                  </a:moveTo>
                  <a:cubicBezTo>
                    <a:pt x="2882" y="0"/>
                    <a:pt x="0" y="2882"/>
                    <a:pt x="0" y="6429"/>
                  </a:cubicBezTo>
                  <a:lnTo>
                    <a:pt x="0" y="11053"/>
                  </a:lnTo>
                  <a:lnTo>
                    <a:pt x="18052" y="11053"/>
                  </a:lnTo>
                  <a:cubicBezTo>
                    <a:pt x="23214" y="11053"/>
                    <a:pt x="27426" y="6872"/>
                    <a:pt x="27426" y="1710"/>
                  </a:cubicBezTo>
                  <a:lnTo>
                    <a:pt x="27426"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6"/>
            <p:cNvSpPr/>
            <p:nvPr/>
          </p:nvSpPr>
          <p:spPr>
            <a:xfrm>
              <a:off x="1445956" y="2079044"/>
              <a:ext cx="654494" cy="458241"/>
            </a:xfrm>
            <a:custGeom>
              <a:avLst/>
              <a:gdLst/>
              <a:ahLst/>
              <a:cxnLst/>
              <a:rect l="l" t="t" r="r" b="b"/>
              <a:pathLst>
                <a:path w="22074" h="15455" extrusionOk="0">
                  <a:moveTo>
                    <a:pt x="20300" y="0"/>
                  </a:moveTo>
                  <a:lnTo>
                    <a:pt x="3389" y="6746"/>
                  </a:lnTo>
                  <a:cubicBezTo>
                    <a:pt x="1109" y="7632"/>
                    <a:pt x="0" y="10229"/>
                    <a:pt x="919" y="12509"/>
                  </a:cubicBezTo>
                  <a:lnTo>
                    <a:pt x="2122" y="15454"/>
                  </a:lnTo>
                  <a:lnTo>
                    <a:pt x="17165" y="9469"/>
                  </a:lnTo>
                  <a:cubicBezTo>
                    <a:pt x="20459" y="8171"/>
                    <a:pt x="22074" y="4402"/>
                    <a:pt x="20744" y="1077"/>
                  </a:cubicBezTo>
                  <a:lnTo>
                    <a:pt x="20300"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6"/>
            <p:cNvSpPr/>
            <p:nvPr/>
          </p:nvSpPr>
          <p:spPr>
            <a:xfrm>
              <a:off x="1552073" y="2871529"/>
              <a:ext cx="57284" cy="50968"/>
            </a:xfrm>
            <a:custGeom>
              <a:avLst/>
              <a:gdLst/>
              <a:ahLst/>
              <a:cxnLst/>
              <a:rect l="l" t="t" r="r" b="b"/>
              <a:pathLst>
                <a:path w="1932" h="1719" extrusionOk="0">
                  <a:moveTo>
                    <a:pt x="1457" y="1"/>
                  </a:moveTo>
                  <a:lnTo>
                    <a:pt x="0" y="919"/>
                  </a:lnTo>
                  <a:cubicBezTo>
                    <a:pt x="58" y="1386"/>
                    <a:pt x="493" y="1718"/>
                    <a:pt x="957" y="1718"/>
                  </a:cubicBezTo>
                  <a:cubicBezTo>
                    <a:pt x="997" y="1718"/>
                    <a:pt x="1037" y="1716"/>
                    <a:pt x="1077" y="1711"/>
                  </a:cubicBezTo>
                  <a:cubicBezTo>
                    <a:pt x="1584" y="1616"/>
                    <a:pt x="1932" y="1109"/>
                    <a:pt x="1837" y="602"/>
                  </a:cubicBezTo>
                  <a:cubicBezTo>
                    <a:pt x="1805" y="349"/>
                    <a:pt x="1679" y="127"/>
                    <a:pt x="1457" y="1"/>
                  </a:cubicBezTo>
                  <a:close/>
                </a:path>
              </a:pathLst>
            </a:custGeom>
            <a:solidFill>
              <a:srgbClr val="2A1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6"/>
            <p:cNvSpPr/>
            <p:nvPr/>
          </p:nvSpPr>
          <p:spPr>
            <a:xfrm>
              <a:off x="1691043" y="2860944"/>
              <a:ext cx="76082" cy="265071"/>
            </a:xfrm>
            <a:custGeom>
              <a:avLst/>
              <a:gdLst/>
              <a:ahLst/>
              <a:cxnLst/>
              <a:rect l="l" t="t" r="r" b="b"/>
              <a:pathLst>
                <a:path w="2566" h="8940" extrusionOk="0">
                  <a:moveTo>
                    <a:pt x="176" y="1"/>
                  </a:moveTo>
                  <a:cubicBezTo>
                    <a:pt x="161" y="1"/>
                    <a:pt x="144" y="3"/>
                    <a:pt x="127" y="9"/>
                  </a:cubicBezTo>
                  <a:cubicBezTo>
                    <a:pt x="63" y="41"/>
                    <a:pt x="0" y="104"/>
                    <a:pt x="32" y="199"/>
                  </a:cubicBezTo>
                  <a:lnTo>
                    <a:pt x="2249" y="7515"/>
                  </a:lnTo>
                  <a:lnTo>
                    <a:pt x="222" y="8655"/>
                  </a:lnTo>
                  <a:cubicBezTo>
                    <a:pt x="158" y="8687"/>
                    <a:pt x="127" y="8782"/>
                    <a:pt x="190" y="8845"/>
                  </a:cubicBezTo>
                  <a:cubicBezTo>
                    <a:pt x="222" y="8908"/>
                    <a:pt x="253" y="8940"/>
                    <a:pt x="317" y="8940"/>
                  </a:cubicBezTo>
                  <a:cubicBezTo>
                    <a:pt x="348" y="8940"/>
                    <a:pt x="348" y="8940"/>
                    <a:pt x="380" y="8908"/>
                  </a:cubicBezTo>
                  <a:lnTo>
                    <a:pt x="2470" y="7736"/>
                  </a:lnTo>
                  <a:cubicBezTo>
                    <a:pt x="2534" y="7705"/>
                    <a:pt x="2565" y="7610"/>
                    <a:pt x="2565" y="7546"/>
                  </a:cubicBezTo>
                  <a:lnTo>
                    <a:pt x="317" y="104"/>
                  </a:lnTo>
                  <a:cubicBezTo>
                    <a:pt x="291" y="53"/>
                    <a:pt x="244" y="1"/>
                    <a:pt x="176" y="1"/>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6"/>
            <p:cNvSpPr/>
            <p:nvPr/>
          </p:nvSpPr>
          <p:spPr>
            <a:xfrm>
              <a:off x="1280687" y="3492044"/>
              <a:ext cx="382218" cy="509120"/>
            </a:xfrm>
            <a:custGeom>
              <a:avLst/>
              <a:gdLst/>
              <a:ahLst/>
              <a:cxnLst/>
              <a:rect l="l" t="t" r="r" b="b"/>
              <a:pathLst>
                <a:path w="12891" h="17171" extrusionOk="0">
                  <a:moveTo>
                    <a:pt x="2870" y="1"/>
                  </a:moveTo>
                  <a:cubicBezTo>
                    <a:pt x="2424" y="1"/>
                    <a:pt x="2026" y="518"/>
                    <a:pt x="1996" y="1178"/>
                  </a:cubicBezTo>
                  <a:cubicBezTo>
                    <a:pt x="1901" y="2888"/>
                    <a:pt x="2028" y="4629"/>
                    <a:pt x="2344" y="6308"/>
                  </a:cubicBezTo>
                  <a:cubicBezTo>
                    <a:pt x="2154" y="6340"/>
                    <a:pt x="1996" y="6371"/>
                    <a:pt x="1806" y="6403"/>
                  </a:cubicBezTo>
                  <a:cubicBezTo>
                    <a:pt x="1648" y="5453"/>
                    <a:pt x="1521" y="4503"/>
                    <a:pt x="1489" y="3521"/>
                  </a:cubicBezTo>
                  <a:cubicBezTo>
                    <a:pt x="1458" y="2951"/>
                    <a:pt x="1109" y="2476"/>
                    <a:pt x="729" y="2476"/>
                  </a:cubicBezTo>
                  <a:cubicBezTo>
                    <a:pt x="317" y="2476"/>
                    <a:pt x="1" y="2983"/>
                    <a:pt x="32" y="3616"/>
                  </a:cubicBezTo>
                  <a:cubicBezTo>
                    <a:pt x="64" y="4629"/>
                    <a:pt x="191" y="5643"/>
                    <a:pt x="381" y="6656"/>
                  </a:cubicBezTo>
                  <a:cubicBezTo>
                    <a:pt x="761" y="8778"/>
                    <a:pt x="1426" y="10868"/>
                    <a:pt x="2376" y="12800"/>
                  </a:cubicBezTo>
                  <a:cubicBezTo>
                    <a:pt x="3389" y="14985"/>
                    <a:pt x="6430" y="17170"/>
                    <a:pt x="6430" y="17170"/>
                  </a:cubicBezTo>
                  <a:lnTo>
                    <a:pt x="12890" y="16379"/>
                  </a:lnTo>
                  <a:lnTo>
                    <a:pt x="12510" y="13243"/>
                  </a:lnTo>
                  <a:lnTo>
                    <a:pt x="12478" y="13212"/>
                  </a:lnTo>
                  <a:lnTo>
                    <a:pt x="12827" y="5928"/>
                  </a:lnTo>
                  <a:cubicBezTo>
                    <a:pt x="12858" y="5453"/>
                    <a:pt x="12478" y="5041"/>
                    <a:pt x="12003" y="5009"/>
                  </a:cubicBezTo>
                  <a:cubicBezTo>
                    <a:pt x="11528" y="5009"/>
                    <a:pt x="11117" y="5358"/>
                    <a:pt x="11117" y="5865"/>
                  </a:cubicBezTo>
                  <a:lnTo>
                    <a:pt x="10832" y="11090"/>
                  </a:lnTo>
                  <a:cubicBezTo>
                    <a:pt x="10357" y="10361"/>
                    <a:pt x="9945" y="9601"/>
                    <a:pt x="9596" y="8810"/>
                  </a:cubicBezTo>
                  <a:cubicBezTo>
                    <a:pt x="9090" y="7638"/>
                    <a:pt x="8710" y="6435"/>
                    <a:pt x="8488" y="5168"/>
                  </a:cubicBezTo>
                  <a:cubicBezTo>
                    <a:pt x="8266" y="3964"/>
                    <a:pt x="8203" y="2729"/>
                    <a:pt x="8266" y="1463"/>
                  </a:cubicBezTo>
                  <a:cubicBezTo>
                    <a:pt x="8266" y="987"/>
                    <a:pt x="7950" y="544"/>
                    <a:pt x="7475" y="481"/>
                  </a:cubicBezTo>
                  <a:cubicBezTo>
                    <a:pt x="7442" y="476"/>
                    <a:pt x="7410" y="474"/>
                    <a:pt x="7378" y="474"/>
                  </a:cubicBezTo>
                  <a:cubicBezTo>
                    <a:pt x="6941" y="474"/>
                    <a:pt x="6554" y="868"/>
                    <a:pt x="6525" y="1399"/>
                  </a:cubicBezTo>
                  <a:cubicBezTo>
                    <a:pt x="6461" y="2761"/>
                    <a:pt x="6525" y="4154"/>
                    <a:pt x="6778" y="5484"/>
                  </a:cubicBezTo>
                  <a:cubicBezTo>
                    <a:pt x="6620" y="5516"/>
                    <a:pt x="6430" y="5548"/>
                    <a:pt x="6271" y="5579"/>
                  </a:cubicBezTo>
                  <a:cubicBezTo>
                    <a:pt x="6018" y="4218"/>
                    <a:pt x="5923" y="2793"/>
                    <a:pt x="5986" y="1368"/>
                  </a:cubicBezTo>
                  <a:cubicBezTo>
                    <a:pt x="6018" y="797"/>
                    <a:pt x="5701" y="291"/>
                    <a:pt x="5226" y="259"/>
                  </a:cubicBezTo>
                  <a:cubicBezTo>
                    <a:pt x="5196" y="255"/>
                    <a:pt x="5165" y="253"/>
                    <a:pt x="5135" y="253"/>
                  </a:cubicBezTo>
                  <a:cubicBezTo>
                    <a:pt x="4668" y="253"/>
                    <a:pt x="4274" y="707"/>
                    <a:pt x="4244" y="1273"/>
                  </a:cubicBezTo>
                  <a:cubicBezTo>
                    <a:pt x="4181" y="2824"/>
                    <a:pt x="4276" y="4376"/>
                    <a:pt x="4561" y="5896"/>
                  </a:cubicBezTo>
                  <a:cubicBezTo>
                    <a:pt x="4403" y="5928"/>
                    <a:pt x="4213" y="5960"/>
                    <a:pt x="4054" y="5991"/>
                  </a:cubicBezTo>
                  <a:cubicBezTo>
                    <a:pt x="3769" y="4439"/>
                    <a:pt x="3643" y="2856"/>
                    <a:pt x="3738" y="1241"/>
                  </a:cubicBezTo>
                  <a:cubicBezTo>
                    <a:pt x="3769" y="607"/>
                    <a:pt x="3453" y="69"/>
                    <a:pt x="2946" y="6"/>
                  </a:cubicBezTo>
                  <a:cubicBezTo>
                    <a:pt x="2920" y="2"/>
                    <a:pt x="2895" y="1"/>
                    <a:pt x="2870" y="1"/>
                  </a:cubicBezTo>
                  <a:close/>
                </a:path>
              </a:pathLst>
            </a:custGeom>
            <a:solidFill>
              <a:srgbClr val="F992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6"/>
            <p:cNvSpPr/>
            <p:nvPr/>
          </p:nvSpPr>
          <p:spPr>
            <a:xfrm>
              <a:off x="1438454" y="2771490"/>
              <a:ext cx="201887" cy="119341"/>
            </a:xfrm>
            <a:custGeom>
              <a:avLst/>
              <a:gdLst/>
              <a:ahLst/>
              <a:cxnLst/>
              <a:rect l="l" t="t" r="r" b="b"/>
              <a:pathLst>
                <a:path w="6809" h="4025" extrusionOk="0">
                  <a:moveTo>
                    <a:pt x="5541" y="1"/>
                  </a:moveTo>
                  <a:cubicBezTo>
                    <a:pt x="5402" y="1"/>
                    <a:pt x="5263" y="27"/>
                    <a:pt x="5131" y="81"/>
                  </a:cubicBezTo>
                  <a:lnTo>
                    <a:pt x="792" y="1950"/>
                  </a:lnTo>
                  <a:cubicBezTo>
                    <a:pt x="253" y="2171"/>
                    <a:pt x="0" y="2805"/>
                    <a:pt x="222" y="3375"/>
                  </a:cubicBezTo>
                  <a:cubicBezTo>
                    <a:pt x="413" y="3781"/>
                    <a:pt x="821" y="4025"/>
                    <a:pt x="1240" y="4025"/>
                  </a:cubicBezTo>
                  <a:cubicBezTo>
                    <a:pt x="1377" y="4025"/>
                    <a:pt x="1515" y="3999"/>
                    <a:pt x="1647" y="3945"/>
                  </a:cubicBezTo>
                  <a:lnTo>
                    <a:pt x="5986" y="2076"/>
                  </a:lnTo>
                  <a:cubicBezTo>
                    <a:pt x="6524" y="1855"/>
                    <a:pt x="6809" y="1221"/>
                    <a:pt x="6556" y="651"/>
                  </a:cubicBezTo>
                  <a:cubicBezTo>
                    <a:pt x="6388" y="245"/>
                    <a:pt x="5969" y="1"/>
                    <a:pt x="5541"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6"/>
            <p:cNvSpPr/>
            <p:nvPr/>
          </p:nvSpPr>
          <p:spPr>
            <a:xfrm>
              <a:off x="1797130" y="2871529"/>
              <a:ext cx="58262" cy="50968"/>
            </a:xfrm>
            <a:custGeom>
              <a:avLst/>
              <a:gdLst/>
              <a:ahLst/>
              <a:cxnLst/>
              <a:rect l="l" t="t" r="r" b="b"/>
              <a:pathLst>
                <a:path w="1965" h="1719" extrusionOk="0">
                  <a:moveTo>
                    <a:pt x="476" y="1"/>
                  </a:moveTo>
                  <a:cubicBezTo>
                    <a:pt x="286" y="127"/>
                    <a:pt x="159" y="349"/>
                    <a:pt x="96" y="602"/>
                  </a:cubicBezTo>
                  <a:cubicBezTo>
                    <a:pt x="1" y="1109"/>
                    <a:pt x="349" y="1616"/>
                    <a:pt x="887" y="1711"/>
                  </a:cubicBezTo>
                  <a:cubicBezTo>
                    <a:pt x="927" y="1716"/>
                    <a:pt x="967" y="1718"/>
                    <a:pt x="1007" y="1718"/>
                  </a:cubicBezTo>
                  <a:cubicBezTo>
                    <a:pt x="1467" y="1718"/>
                    <a:pt x="1877" y="1386"/>
                    <a:pt x="1964" y="919"/>
                  </a:cubicBezTo>
                  <a:lnTo>
                    <a:pt x="476" y="1"/>
                  </a:lnTo>
                  <a:close/>
                </a:path>
              </a:pathLst>
            </a:custGeom>
            <a:solidFill>
              <a:srgbClr val="2A1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6"/>
            <p:cNvSpPr/>
            <p:nvPr/>
          </p:nvSpPr>
          <p:spPr>
            <a:xfrm>
              <a:off x="1767095" y="2771490"/>
              <a:ext cx="201917" cy="119341"/>
            </a:xfrm>
            <a:custGeom>
              <a:avLst/>
              <a:gdLst/>
              <a:ahLst/>
              <a:cxnLst/>
              <a:rect l="l" t="t" r="r" b="b"/>
              <a:pathLst>
                <a:path w="6810" h="4025" extrusionOk="0">
                  <a:moveTo>
                    <a:pt x="1255" y="1"/>
                  </a:moveTo>
                  <a:cubicBezTo>
                    <a:pt x="823" y="1"/>
                    <a:pt x="421" y="245"/>
                    <a:pt x="254" y="651"/>
                  </a:cubicBezTo>
                  <a:cubicBezTo>
                    <a:pt x="0" y="1221"/>
                    <a:pt x="254" y="1855"/>
                    <a:pt x="824" y="2076"/>
                  </a:cubicBezTo>
                  <a:lnTo>
                    <a:pt x="5131" y="3945"/>
                  </a:lnTo>
                  <a:cubicBezTo>
                    <a:pt x="5271" y="3999"/>
                    <a:pt x="5414" y="4025"/>
                    <a:pt x="5555" y="4025"/>
                  </a:cubicBezTo>
                  <a:cubicBezTo>
                    <a:pt x="5987" y="4025"/>
                    <a:pt x="6389" y="3781"/>
                    <a:pt x="6556" y="3375"/>
                  </a:cubicBezTo>
                  <a:cubicBezTo>
                    <a:pt x="6809" y="2805"/>
                    <a:pt x="6556" y="2171"/>
                    <a:pt x="5986" y="1950"/>
                  </a:cubicBezTo>
                  <a:lnTo>
                    <a:pt x="1679" y="81"/>
                  </a:lnTo>
                  <a:cubicBezTo>
                    <a:pt x="1539" y="27"/>
                    <a:pt x="1395" y="1"/>
                    <a:pt x="1255"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p:nvPr/>
          </p:nvSpPr>
          <p:spPr>
            <a:xfrm>
              <a:off x="1653476" y="3184307"/>
              <a:ext cx="174668" cy="95710"/>
            </a:xfrm>
            <a:custGeom>
              <a:avLst/>
              <a:gdLst/>
              <a:ahLst/>
              <a:cxnLst/>
              <a:rect l="l" t="t" r="r" b="b"/>
              <a:pathLst>
                <a:path w="5891" h="3228" extrusionOk="0">
                  <a:moveTo>
                    <a:pt x="3110" y="1"/>
                  </a:moveTo>
                  <a:cubicBezTo>
                    <a:pt x="2389" y="1"/>
                    <a:pt x="1673" y="330"/>
                    <a:pt x="1109" y="852"/>
                  </a:cubicBezTo>
                  <a:cubicBezTo>
                    <a:pt x="507" y="1391"/>
                    <a:pt x="95" y="2151"/>
                    <a:pt x="0" y="2943"/>
                  </a:cubicBezTo>
                  <a:cubicBezTo>
                    <a:pt x="880" y="2659"/>
                    <a:pt x="1708" y="2426"/>
                    <a:pt x="2600" y="2426"/>
                  </a:cubicBezTo>
                  <a:cubicBezTo>
                    <a:pt x="2703" y="2426"/>
                    <a:pt x="2808" y="2429"/>
                    <a:pt x="2914" y="2436"/>
                  </a:cubicBezTo>
                  <a:cubicBezTo>
                    <a:pt x="3959" y="2468"/>
                    <a:pt x="4909" y="2974"/>
                    <a:pt x="5891" y="3228"/>
                  </a:cubicBezTo>
                  <a:cubicBezTo>
                    <a:pt x="5827" y="2341"/>
                    <a:pt x="5542" y="1612"/>
                    <a:pt x="5067" y="1011"/>
                  </a:cubicBezTo>
                  <a:cubicBezTo>
                    <a:pt x="4814" y="694"/>
                    <a:pt x="4529" y="472"/>
                    <a:pt x="4212" y="282"/>
                  </a:cubicBezTo>
                  <a:cubicBezTo>
                    <a:pt x="3857" y="88"/>
                    <a:pt x="3483" y="1"/>
                    <a:pt x="3110" y="1"/>
                  </a:cubicBezTo>
                  <a:close/>
                </a:path>
              </a:pathLst>
            </a:custGeom>
            <a:solidFill>
              <a:srgbClr val="B752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a:off x="1653476" y="3234801"/>
              <a:ext cx="213183" cy="187358"/>
            </a:xfrm>
            <a:custGeom>
              <a:avLst/>
              <a:gdLst/>
              <a:ahLst/>
              <a:cxnLst/>
              <a:rect l="l" t="t" r="r" b="b"/>
              <a:pathLst>
                <a:path w="7190" h="6319" extrusionOk="0">
                  <a:moveTo>
                    <a:pt x="2827" y="1"/>
                  </a:moveTo>
                  <a:cubicBezTo>
                    <a:pt x="972" y="1"/>
                    <a:pt x="0" y="1271"/>
                    <a:pt x="0" y="1271"/>
                  </a:cubicBezTo>
                  <a:lnTo>
                    <a:pt x="2027" y="1366"/>
                  </a:lnTo>
                  <a:lnTo>
                    <a:pt x="2661" y="1651"/>
                  </a:lnTo>
                  <a:cubicBezTo>
                    <a:pt x="3452" y="2031"/>
                    <a:pt x="3864" y="2886"/>
                    <a:pt x="3674" y="3741"/>
                  </a:cubicBezTo>
                  <a:lnTo>
                    <a:pt x="3516" y="4375"/>
                  </a:lnTo>
                  <a:cubicBezTo>
                    <a:pt x="3357" y="5135"/>
                    <a:pt x="3769" y="5927"/>
                    <a:pt x="4529" y="6212"/>
                  </a:cubicBezTo>
                  <a:cubicBezTo>
                    <a:pt x="4713" y="6284"/>
                    <a:pt x="4903" y="6318"/>
                    <a:pt x="5090" y="6318"/>
                  </a:cubicBezTo>
                  <a:cubicBezTo>
                    <a:pt x="5802" y="6318"/>
                    <a:pt x="6469" y="5824"/>
                    <a:pt x="6619" y="5072"/>
                  </a:cubicBezTo>
                  <a:lnTo>
                    <a:pt x="6778" y="4406"/>
                  </a:lnTo>
                  <a:cubicBezTo>
                    <a:pt x="7189" y="2411"/>
                    <a:pt x="5859" y="480"/>
                    <a:pt x="3864" y="131"/>
                  </a:cubicBezTo>
                  <a:cubicBezTo>
                    <a:pt x="3769" y="99"/>
                    <a:pt x="3674" y="68"/>
                    <a:pt x="3579" y="68"/>
                  </a:cubicBezTo>
                  <a:cubicBezTo>
                    <a:pt x="3314" y="21"/>
                    <a:pt x="3063" y="1"/>
                    <a:pt x="2827" y="1"/>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7" name="Google Shape;407;p16"/>
          <p:cNvSpPr txBox="1"/>
          <p:nvPr/>
        </p:nvSpPr>
        <p:spPr>
          <a:xfrm>
            <a:off x="-1611200" y="457200"/>
            <a:ext cx="77235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900">
                <a:latin typeface="Fira Sans Extra Condensed Medium"/>
                <a:ea typeface="Fira Sans Extra Condensed Medium"/>
                <a:cs typeface="Fira Sans Extra Condensed Medium"/>
                <a:sym typeface="Fira Sans Extra Condensed Medium"/>
              </a:rPr>
              <a:t>Research Questions</a:t>
            </a:r>
            <a:endParaRPr sz="2900">
              <a:latin typeface="Fira Sans Extra Condensed Medium"/>
              <a:ea typeface="Fira Sans Extra Condensed Medium"/>
              <a:cs typeface="Fira Sans Extra Condensed Medium"/>
              <a:sym typeface="Fira Sans Extra Condensed Medium"/>
            </a:endParaRPr>
          </a:p>
        </p:txBody>
      </p:sp>
      <p:sp>
        <p:nvSpPr>
          <p:cNvPr id="408" name="Google Shape;408;p16"/>
          <p:cNvSpPr txBox="1"/>
          <p:nvPr/>
        </p:nvSpPr>
        <p:spPr>
          <a:xfrm>
            <a:off x="2286000" y="1063250"/>
            <a:ext cx="6858000" cy="3567000"/>
          </a:xfrm>
          <a:prstGeom prst="rect">
            <a:avLst/>
          </a:prstGeom>
          <a:noFill/>
          <a:ln>
            <a:noFill/>
          </a:ln>
        </p:spPr>
        <p:txBody>
          <a:bodyPr spcFirstLastPara="1" wrap="square" lIns="91425" tIns="91425" rIns="91425" bIns="91425" anchor="t" anchorCtr="0">
            <a:noAutofit/>
          </a:bodyPr>
          <a:lstStyle/>
          <a:p>
            <a:pPr marL="914400" lvl="0" indent="-304800" algn="l" rtl="0">
              <a:lnSpc>
                <a:spcPct val="150000"/>
              </a:lnSpc>
              <a:spcBef>
                <a:spcPts val="0"/>
              </a:spcBef>
              <a:spcAft>
                <a:spcPts val="0"/>
              </a:spcAft>
              <a:buClr>
                <a:srgbClr val="1F1F1F"/>
              </a:buClr>
              <a:buSzPts val="1200"/>
              <a:buFont typeface="Albert Sans"/>
              <a:buAutoNum type="romanUcPeriod"/>
            </a:pPr>
            <a:r>
              <a:rPr lang="en" sz="1200" b="1">
                <a:solidFill>
                  <a:srgbClr val="1F1F1F"/>
                </a:solidFill>
                <a:latin typeface="Albert Sans"/>
                <a:ea typeface="Albert Sans"/>
                <a:cs typeface="Albert Sans"/>
                <a:sym typeface="Albert Sans"/>
              </a:rPr>
              <a:t>Which features appear most strongly associated with diabetes status (e.g., Age, BMI, Glucose, Family History, Activity Level)?</a:t>
            </a:r>
            <a:endParaRPr sz="1200" b="1">
              <a:solidFill>
                <a:srgbClr val="1F1F1F"/>
              </a:solidFill>
              <a:latin typeface="Albert Sans"/>
              <a:ea typeface="Albert Sans"/>
              <a:cs typeface="Albert Sans"/>
              <a:sym typeface="Albert Sans"/>
            </a:endParaRPr>
          </a:p>
          <a:p>
            <a:pPr marL="914400" lvl="0" indent="-304800" algn="l" rtl="0">
              <a:lnSpc>
                <a:spcPct val="150000"/>
              </a:lnSpc>
              <a:spcBef>
                <a:spcPts val="0"/>
              </a:spcBef>
              <a:spcAft>
                <a:spcPts val="0"/>
              </a:spcAft>
              <a:buClr>
                <a:srgbClr val="1F1F1F"/>
              </a:buClr>
              <a:buSzPts val="1200"/>
              <a:buFont typeface="Albert Sans"/>
              <a:buAutoNum type="romanUcPeriod"/>
            </a:pPr>
            <a:r>
              <a:rPr lang="en" sz="1200" b="1">
                <a:solidFill>
                  <a:srgbClr val="1F1F1F"/>
                </a:solidFill>
                <a:latin typeface="Albert Sans"/>
                <a:ea typeface="Albert Sans"/>
                <a:cs typeface="Albert Sans"/>
                <a:sym typeface="Albert Sans"/>
              </a:rPr>
              <a:t>Which demographic groups (by age, gender, ethnicity, or BMI category) show higher risk profiles?</a:t>
            </a:r>
            <a:endParaRPr sz="1200" b="1">
              <a:solidFill>
                <a:srgbClr val="1F1F1F"/>
              </a:solidFill>
              <a:latin typeface="Albert Sans"/>
              <a:ea typeface="Albert Sans"/>
              <a:cs typeface="Albert Sans"/>
              <a:sym typeface="Albert Sans"/>
            </a:endParaRPr>
          </a:p>
          <a:p>
            <a:pPr marL="1371600" lvl="1" indent="-304800" algn="l" rtl="0">
              <a:lnSpc>
                <a:spcPct val="150000"/>
              </a:lnSpc>
              <a:spcBef>
                <a:spcPts val="0"/>
              </a:spcBef>
              <a:spcAft>
                <a:spcPts val="0"/>
              </a:spcAft>
              <a:buClr>
                <a:srgbClr val="1F1F1F"/>
              </a:buClr>
              <a:buSzPts val="1200"/>
              <a:buFont typeface="Albert Sans"/>
              <a:buAutoNum type="alphaUcPeriod"/>
            </a:pPr>
            <a:r>
              <a:rPr lang="en" sz="1200" b="1" i="1">
                <a:solidFill>
                  <a:srgbClr val="1F1F1F"/>
                </a:solidFill>
                <a:latin typeface="Albert Sans"/>
                <a:ea typeface="Albert Sans"/>
                <a:cs typeface="Albert Sans"/>
                <a:sym typeface="Albert Sans"/>
              </a:rPr>
              <a:t>How does the proportion of individuals in different BMI categories look across categories like sex, age, and ethnicity?</a:t>
            </a:r>
            <a:endParaRPr sz="1200" b="1" i="1">
              <a:solidFill>
                <a:srgbClr val="1F1F1F"/>
              </a:solidFill>
              <a:latin typeface="Albert Sans"/>
              <a:ea typeface="Albert Sans"/>
              <a:cs typeface="Albert Sans"/>
              <a:sym typeface="Albert Sans"/>
            </a:endParaRPr>
          </a:p>
          <a:p>
            <a:pPr marL="914400" lvl="0" indent="-304800" algn="l" rtl="0">
              <a:lnSpc>
                <a:spcPct val="150000"/>
              </a:lnSpc>
              <a:spcBef>
                <a:spcPts val="0"/>
              </a:spcBef>
              <a:spcAft>
                <a:spcPts val="0"/>
              </a:spcAft>
              <a:buClr>
                <a:srgbClr val="1F1F1F"/>
              </a:buClr>
              <a:buSzPts val="1200"/>
              <a:buFont typeface="Albert Sans"/>
              <a:buAutoNum type="romanUcPeriod"/>
            </a:pPr>
            <a:r>
              <a:rPr lang="en" sz="1200" b="1">
                <a:solidFill>
                  <a:srgbClr val="1F1F1F"/>
                </a:solidFill>
                <a:latin typeface="Albert Sans"/>
                <a:ea typeface="Albert Sans"/>
                <a:cs typeface="Albert Sans"/>
                <a:sym typeface="Albert Sans"/>
              </a:rPr>
              <a:t>How do lifestyle factors (alcohol use, activity level) relate to diabetes or prediabetes indicators?</a:t>
            </a:r>
            <a:endParaRPr sz="1200" b="1">
              <a:solidFill>
                <a:srgbClr val="1F1F1F"/>
              </a:solidFill>
              <a:latin typeface="Albert Sans"/>
              <a:ea typeface="Albert Sans"/>
              <a:cs typeface="Albert Sans"/>
              <a:sym typeface="Albert Sans"/>
            </a:endParaRPr>
          </a:p>
          <a:p>
            <a:pPr marL="914400" lvl="0" indent="-304800" algn="l" rtl="0">
              <a:lnSpc>
                <a:spcPct val="150000"/>
              </a:lnSpc>
              <a:spcBef>
                <a:spcPts val="0"/>
              </a:spcBef>
              <a:spcAft>
                <a:spcPts val="0"/>
              </a:spcAft>
              <a:buClr>
                <a:srgbClr val="1F1F1F"/>
              </a:buClr>
              <a:buSzPts val="1200"/>
              <a:buFont typeface="Albert Sans"/>
              <a:buAutoNum type="romanUcPeriod"/>
            </a:pPr>
            <a:r>
              <a:rPr lang="en" sz="1200" b="1">
                <a:solidFill>
                  <a:srgbClr val="1F1F1F"/>
                </a:solidFill>
                <a:latin typeface="Albert Sans"/>
                <a:ea typeface="Albert Sans"/>
                <a:cs typeface="Albert Sans"/>
                <a:sym typeface="Albert Sans"/>
              </a:rPr>
              <a:t>Are there combinations of risk factors that seem particularly important?</a:t>
            </a:r>
            <a:endParaRPr sz="1200" b="1">
              <a:solidFill>
                <a:srgbClr val="1F1F1F"/>
              </a:solidFill>
              <a:latin typeface="Albert Sans"/>
              <a:ea typeface="Albert Sans"/>
              <a:cs typeface="Albert Sans"/>
              <a:sym typeface="Albert Sans"/>
            </a:endParaRPr>
          </a:p>
          <a:p>
            <a:pPr marL="914400" lvl="0" indent="-304800" algn="l" rtl="0">
              <a:lnSpc>
                <a:spcPct val="150000"/>
              </a:lnSpc>
              <a:spcBef>
                <a:spcPts val="0"/>
              </a:spcBef>
              <a:spcAft>
                <a:spcPts val="0"/>
              </a:spcAft>
              <a:buClr>
                <a:srgbClr val="1F1F1F"/>
              </a:buClr>
              <a:buSzPts val="1200"/>
              <a:buFont typeface="Albert Sans"/>
              <a:buAutoNum type="romanUcPeriod"/>
            </a:pPr>
            <a:r>
              <a:rPr lang="en" sz="1200" b="1">
                <a:solidFill>
                  <a:srgbClr val="1F1F1F"/>
                </a:solidFill>
                <a:latin typeface="Albert Sans"/>
                <a:ea typeface="Albert Sans"/>
                <a:cs typeface="Albert Sans"/>
                <a:sym typeface="Albert Sans"/>
              </a:rPr>
              <a:t>How does the distribution of high-risk glucose categories (Pre-diabetes and Diabetes) evolve across BMI Categories as the population ages?</a:t>
            </a:r>
            <a:endParaRPr sz="1200" b="1">
              <a:solidFill>
                <a:srgbClr val="1F1F1F"/>
              </a:solidFill>
              <a:latin typeface="Albert Sans"/>
              <a:ea typeface="Albert Sans"/>
              <a:cs typeface="Albert Sans"/>
              <a:sym typeface="Albert Sans"/>
            </a:endParaRPr>
          </a:p>
          <a:p>
            <a:pPr marL="914400" lvl="0" indent="-304800" algn="l" rtl="0">
              <a:lnSpc>
                <a:spcPct val="150000"/>
              </a:lnSpc>
              <a:spcBef>
                <a:spcPts val="0"/>
              </a:spcBef>
              <a:spcAft>
                <a:spcPts val="0"/>
              </a:spcAft>
              <a:buClr>
                <a:srgbClr val="1F1F1F"/>
              </a:buClr>
              <a:buSzPts val="1200"/>
              <a:buFont typeface="Albert Sans"/>
              <a:buAutoNum type="romanUcPeriod"/>
            </a:pPr>
            <a:r>
              <a:rPr lang="en" sz="1200" b="1">
                <a:solidFill>
                  <a:srgbClr val="1F1F1F"/>
                </a:solidFill>
                <a:latin typeface="Albert Sans"/>
                <a:ea typeface="Albert Sans"/>
                <a:cs typeface="Albert Sans"/>
                <a:sym typeface="Albert Sans"/>
              </a:rPr>
              <a:t>How does the trade-off between the two primary cardiovascular risk factors(Blood Pressure and Cholesterol) differ between individuals with a normal glucose status versus those with diabetes?</a:t>
            </a:r>
            <a:endParaRPr sz="1200" b="1">
              <a:solidFill>
                <a:srgbClr val="1F1F1F"/>
              </a:solidFill>
              <a:latin typeface="Albert Sans"/>
              <a:ea typeface="Albert Sans"/>
              <a:cs typeface="Albert Sans"/>
              <a:sym typeface="Albert Sans"/>
            </a:endParaRPr>
          </a:p>
          <a:p>
            <a:pPr marL="0" lvl="0" indent="0" algn="l" rtl="0">
              <a:spcBef>
                <a:spcPts val="0"/>
              </a:spcBef>
              <a:spcAft>
                <a:spcPts val="0"/>
              </a:spcAft>
              <a:buNone/>
            </a:pPr>
            <a:endParaRPr sz="1800">
              <a:solidFill>
                <a:schemeClr val="dk2"/>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7"/>
          <p:cNvSpPr txBox="1"/>
          <p:nvPr/>
        </p:nvSpPr>
        <p:spPr>
          <a:xfrm>
            <a:off x="710250" y="457200"/>
            <a:ext cx="77235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latin typeface="Fira Sans Extra Condensed Medium"/>
                <a:ea typeface="Fira Sans Extra Condensed Medium"/>
                <a:cs typeface="Fira Sans Extra Condensed Medium"/>
                <a:sym typeface="Fira Sans Extra Condensed Medium"/>
              </a:rPr>
              <a:t>Data Cleaning and Data Understanding</a:t>
            </a:r>
            <a:endParaRPr sz="2700">
              <a:latin typeface="Fira Sans Extra Condensed Medium"/>
              <a:ea typeface="Fira Sans Extra Condensed Medium"/>
              <a:cs typeface="Fira Sans Extra Condensed Medium"/>
              <a:sym typeface="Fira Sans Extra Condensed Medium"/>
            </a:endParaRPr>
          </a:p>
        </p:txBody>
      </p:sp>
      <p:sp>
        <p:nvSpPr>
          <p:cNvPr id="414" name="Google Shape;414;p17"/>
          <p:cNvSpPr/>
          <p:nvPr/>
        </p:nvSpPr>
        <p:spPr>
          <a:xfrm>
            <a:off x="443025" y="1187300"/>
            <a:ext cx="3615000" cy="3384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Albert Sans"/>
                <a:ea typeface="Albert Sans"/>
                <a:cs typeface="Albert Sans"/>
                <a:sym typeface="Albert Sans"/>
              </a:rPr>
              <a:t>Data Cleaning:</a:t>
            </a:r>
            <a:endParaRPr sz="1800" b="1">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Unknown Column was dropped</a:t>
            </a:r>
            <a:endParaRPr sz="1800">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Alcohol Consumption was missing 3,320 values</a:t>
            </a:r>
            <a:endParaRPr sz="1800">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Mode imputation was used for Alcohol Consumption Column</a:t>
            </a:r>
            <a:endParaRPr sz="1800">
              <a:latin typeface="Albert Sans"/>
              <a:ea typeface="Albert Sans"/>
              <a:cs typeface="Albert Sans"/>
              <a:sym typeface="Albert Sans"/>
            </a:endParaRPr>
          </a:p>
          <a:p>
            <a:pPr marL="914400" lvl="1" indent="-342900" algn="l" rtl="0">
              <a:spcBef>
                <a:spcPts val="0"/>
              </a:spcBef>
              <a:spcAft>
                <a:spcPts val="0"/>
              </a:spcAft>
              <a:buSzPts val="1800"/>
              <a:buFont typeface="Albert Sans"/>
              <a:buChar char="○"/>
            </a:pPr>
            <a:r>
              <a:rPr lang="en" sz="1800">
                <a:latin typeface="Albert Sans"/>
                <a:ea typeface="Albert Sans"/>
                <a:cs typeface="Albert Sans"/>
                <a:sym typeface="Albert Sans"/>
              </a:rPr>
              <a:t>Mode was Moderate</a:t>
            </a:r>
            <a:endParaRPr sz="1800">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Converted all columns to category types</a:t>
            </a:r>
            <a:endParaRPr sz="1800">
              <a:latin typeface="Albert Sans"/>
              <a:ea typeface="Albert Sans"/>
              <a:cs typeface="Albert Sans"/>
              <a:sym typeface="Albert Sans"/>
            </a:endParaRPr>
          </a:p>
        </p:txBody>
      </p:sp>
      <p:sp>
        <p:nvSpPr>
          <p:cNvPr id="415" name="Google Shape;415;p17"/>
          <p:cNvSpPr/>
          <p:nvPr/>
        </p:nvSpPr>
        <p:spPr>
          <a:xfrm>
            <a:off x="4818750" y="1187300"/>
            <a:ext cx="3615000" cy="3384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1"/>
                </a:solidFill>
                <a:latin typeface="Albert Sans"/>
                <a:ea typeface="Albert Sans"/>
                <a:cs typeface="Albert Sans"/>
                <a:sym typeface="Albert Sans"/>
              </a:rPr>
              <a:t>Data Understanding:</a:t>
            </a:r>
            <a:endParaRPr sz="1800" b="1">
              <a:solidFill>
                <a:schemeClr val="lt1"/>
              </a:solidFill>
              <a:latin typeface="Albert Sans"/>
              <a:ea typeface="Albert Sans"/>
              <a:cs typeface="Albert Sans"/>
              <a:sym typeface="Albert Sans"/>
            </a:endParaRPr>
          </a:p>
          <a:p>
            <a:pPr marL="457200" lvl="0" indent="-342900" algn="l" rtl="0">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Created new categories based on clinical measures:</a:t>
            </a:r>
            <a:endParaRPr sz="1800">
              <a:solidFill>
                <a:schemeClr val="lt1"/>
              </a:solidFill>
              <a:latin typeface="Albert Sans"/>
              <a:ea typeface="Albert Sans"/>
              <a:cs typeface="Albert Sans"/>
              <a:sym typeface="Albert Sans"/>
            </a:endParaRPr>
          </a:p>
          <a:p>
            <a:pPr marL="914400" lvl="1" indent="-342900" algn="l" rtl="0">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BMI Category</a:t>
            </a:r>
            <a:endParaRPr sz="1800">
              <a:solidFill>
                <a:schemeClr val="lt1"/>
              </a:solidFill>
              <a:latin typeface="Albert Sans"/>
              <a:ea typeface="Albert Sans"/>
              <a:cs typeface="Albert Sans"/>
              <a:sym typeface="Albert Sans"/>
            </a:endParaRPr>
          </a:p>
          <a:p>
            <a:pPr marL="914400" lvl="1" indent="-342900" algn="l" rtl="0">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Glucose Control Status</a:t>
            </a:r>
            <a:endParaRPr sz="1800">
              <a:solidFill>
                <a:schemeClr val="lt1"/>
              </a:solidFill>
              <a:latin typeface="Albert Sans"/>
              <a:ea typeface="Albert Sans"/>
              <a:cs typeface="Albert Sans"/>
              <a:sym typeface="Albert Sans"/>
            </a:endParaRPr>
          </a:p>
          <a:p>
            <a:pPr marL="914400" lvl="1" indent="-342900" algn="l" rtl="0">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Age Group</a:t>
            </a:r>
            <a:endParaRPr sz="1800">
              <a:solidFill>
                <a:schemeClr val="lt1"/>
              </a:solidFill>
              <a:latin typeface="Albert Sans"/>
              <a:ea typeface="Albert Sans"/>
              <a:cs typeface="Albert Sans"/>
              <a:sym typeface="Albert Sans"/>
            </a:endParaRPr>
          </a:p>
          <a:p>
            <a:pPr marL="914400" lvl="1" indent="-342900" algn="l" rtl="0">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Fasting Blood Glucose Risk Level</a:t>
            </a:r>
            <a:endParaRPr sz="1800">
              <a:solidFill>
                <a:schemeClr val="lt1"/>
              </a:solidFill>
              <a:latin typeface="Albert Sans"/>
              <a:ea typeface="Albert Sans"/>
              <a:cs typeface="Albert Sans"/>
              <a:sym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18"/>
          <p:cNvSpPr txBox="1"/>
          <p:nvPr/>
        </p:nvSpPr>
        <p:spPr>
          <a:xfrm>
            <a:off x="710250" y="457200"/>
            <a:ext cx="77235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Fira Sans Extra Condensed Medium"/>
                <a:ea typeface="Fira Sans Extra Condensed Medium"/>
                <a:cs typeface="Fira Sans Extra Condensed Medium"/>
                <a:sym typeface="Fira Sans Extra Condensed Medium"/>
              </a:rPr>
              <a:t>Understanding the New Categories</a:t>
            </a:r>
            <a:endParaRPr sz="2800">
              <a:latin typeface="Fira Sans Extra Condensed Medium"/>
              <a:ea typeface="Fira Sans Extra Condensed Medium"/>
              <a:cs typeface="Fira Sans Extra Condensed Medium"/>
              <a:sym typeface="Fira Sans Extra Condensed Medium"/>
            </a:endParaRPr>
          </a:p>
        </p:txBody>
      </p:sp>
      <p:sp>
        <p:nvSpPr>
          <p:cNvPr id="421" name="Google Shape;421;p18"/>
          <p:cNvSpPr/>
          <p:nvPr/>
        </p:nvSpPr>
        <p:spPr>
          <a:xfrm>
            <a:off x="5478479" y="3464410"/>
            <a:ext cx="68384" cy="14890"/>
          </a:xfrm>
          <a:custGeom>
            <a:avLst/>
            <a:gdLst/>
            <a:ahLst/>
            <a:cxnLst/>
            <a:rect l="l" t="t" r="r" b="b"/>
            <a:pathLst>
              <a:path w="2186" h="476" extrusionOk="0">
                <a:moveTo>
                  <a:pt x="254" y="1"/>
                </a:moveTo>
                <a:cubicBezTo>
                  <a:pt x="127" y="1"/>
                  <a:pt x="1" y="96"/>
                  <a:pt x="1" y="222"/>
                </a:cubicBezTo>
                <a:cubicBezTo>
                  <a:pt x="1" y="349"/>
                  <a:pt x="127" y="476"/>
                  <a:pt x="254" y="476"/>
                </a:cubicBezTo>
                <a:lnTo>
                  <a:pt x="1964" y="476"/>
                </a:lnTo>
                <a:cubicBezTo>
                  <a:pt x="2091" y="476"/>
                  <a:pt x="2186" y="349"/>
                  <a:pt x="2186" y="222"/>
                </a:cubicBezTo>
                <a:cubicBezTo>
                  <a:pt x="2186" y="96"/>
                  <a:pt x="2091" y="1"/>
                  <a:pt x="1964" y="1"/>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lbert Sans"/>
              <a:ea typeface="Albert Sans"/>
              <a:cs typeface="Albert Sans"/>
              <a:sym typeface="Albert Sans"/>
            </a:endParaRPr>
          </a:p>
        </p:txBody>
      </p:sp>
      <p:sp>
        <p:nvSpPr>
          <p:cNvPr id="422" name="Google Shape;422;p18"/>
          <p:cNvSpPr/>
          <p:nvPr/>
        </p:nvSpPr>
        <p:spPr>
          <a:xfrm>
            <a:off x="5478479" y="3546652"/>
            <a:ext cx="68384" cy="14890"/>
          </a:xfrm>
          <a:custGeom>
            <a:avLst/>
            <a:gdLst/>
            <a:ahLst/>
            <a:cxnLst/>
            <a:rect l="l" t="t" r="r" b="b"/>
            <a:pathLst>
              <a:path w="2186" h="476" extrusionOk="0">
                <a:moveTo>
                  <a:pt x="254" y="0"/>
                </a:moveTo>
                <a:cubicBezTo>
                  <a:pt x="127" y="0"/>
                  <a:pt x="1" y="95"/>
                  <a:pt x="1" y="222"/>
                </a:cubicBezTo>
                <a:cubicBezTo>
                  <a:pt x="1" y="348"/>
                  <a:pt x="127" y="475"/>
                  <a:pt x="254" y="475"/>
                </a:cubicBezTo>
                <a:lnTo>
                  <a:pt x="1964" y="475"/>
                </a:lnTo>
                <a:cubicBezTo>
                  <a:pt x="2091" y="475"/>
                  <a:pt x="2186" y="348"/>
                  <a:pt x="2186" y="222"/>
                </a:cubicBezTo>
                <a:cubicBezTo>
                  <a:pt x="2186" y="95"/>
                  <a:pt x="2091" y="0"/>
                  <a:pt x="1964"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lbert Sans"/>
              <a:ea typeface="Albert Sans"/>
              <a:cs typeface="Albert Sans"/>
              <a:sym typeface="Albert Sans"/>
            </a:endParaRPr>
          </a:p>
        </p:txBody>
      </p:sp>
      <p:sp>
        <p:nvSpPr>
          <p:cNvPr id="423" name="Google Shape;423;p18"/>
          <p:cNvSpPr/>
          <p:nvPr/>
        </p:nvSpPr>
        <p:spPr>
          <a:xfrm>
            <a:off x="5478479" y="3710103"/>
            <a:ext cx="68384" cy="14890"/>
          </a:xfrm>
          <a:custGeom>
            <a:avLst/>
            <a:gdLst/>
            <a:ahLst/>
            <a:cxnLst/>
            <a:rect l="l" t="t" r="r" b="b"/>
            <a:pathLst>
              <a:path w="2186" h="476" extrusionOk="0">
                <a:moveTo>
                  <a:pt x="254" y="0"/>
                </a:moveTo>
                <a:cubicBezTo>
                  <a:pt x="127" y="0"/>
                  <a:pt x="1" y="127"/>
                  <a:pt x="1" y="254"/>
                </a:cubicBezTo>
                <a:cubicBezTo>
                  <a:pt x="1" y="380"/>
                  <a:pt x="127" y="475"/>
                  <a:pt x="254" y="475"/>
                </a:cubicBezTo>
                <a:lnTo>
                  <a:pt x="1964" y="475"/>
                </a:lnTo>
                <a:cubicBezTo>
                  <a:pt x="2091" y="475"/>
                  <a:pt x="2186" y="380"/>
                  <a:pt x="2186" y="254"/>
                </a:cubicBezTo>
                <a:cubicBezTo>
                  <a:pt x="2186" y="127"/>
                  <a:pt x="2091" y="0"/>
                  <a:pt x="1964"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lbert Sans"/>
              <a:ea typeface="Albert Sans"/>
              <a:cs typeface="Albert Sans"/>
              <a:sym typeface="Albert Sans"/>
            </a:endParaRPr>
          </a:p>
        </p:txBody>
      </p:sp>
      <p:graphicFrame>
        <p:nvGraphicFramePr>
          <p:cNvPr id="424" name="Google Shape;424;p18"/>
          <p:cNvGraphicFramePr/>
          <p:nvPr/>
        </p:nvGraphicFramePr>
        <p:xfrm>
          <a:off x="3374325" y="2272588"/>
          <a:ext cx="5599000" cy="942900"/>
        </p:xfrm>
        <a:graphic>
          <a:graphicData uri="http://schemas.openxmlformats.org/drawingml/2006/table">
            <a:tbl>
              <a:tblPr>
                <a:noFill/>
                <a:tableStyleId>{A4EA0A25-34B4-492A-8548-D38FF84DE3EA}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gridCol w="1119800">
                  <a:extLst>
                    <a:ext uri="{9D8B030D-6E8A-4147-A177-3AD203B41FA5}">
                      <a16:colId xmlns:a16="http://schemas.microsoft.com/office/drawing/2014/main" val="20003"/>
                    </a:ext>
                  </a:extLst>
                </a:gridCol>
                <a:gridCol w="1119800">
                  <a:extLst>
                    <a:ext uri="{9D8B030D-6E8A-4147-A177-3AD203B41FA5}">
                      <a16:colId xmlns:a16="http://schemas.microsoft.com/office/drawing/2014/main" val="20004"/>
                    </a:ext>
                  </a:extLst>
                </a:gridCol>
              </a:tblGrid>
              <a:tr h="578500">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*Based on NHC Inform*</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Underweight</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Normal Weight</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Overweight</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Obese</a:t>
                      </a:r>
                      <a:endParaRPr sz="1200" b="1">
                        <a:solidFill>
                          <a:srgbClr val="1F1F1F"/>
                        </a:solidFill>
                        <a:latin typeface="Albert Sans"/>
                        <a:ea typeface="Albert Sans"/>
                        <a:cs typeface="Albert Sans"/>
                        <a:sym typeface="Albert Sans"/>
                      </a:endParaRPr>
                    </a:p>
                  </a:txBody>
                  <a:tcPr marL="63500" marR="63500" marT="63500" marB="63500"/>
                </a:tc>
                <a:extLst>
                  <a:ext uri="{0D108BD9-81ED-4DB2-BD59-A6C34878D82A}">
                    <a16:rowId xmlns:a16="http://schemas.microsoft.com/office/drawing/2014/main" val="10000"/>
                  </a:ext>
                </a:extLst>
              </a:tr>
              <a:tr h="364400">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BMI</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&lt;18.5</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18.5 to 24.9</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25 to 29.9</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&gt;30</a:t>
                      </a:r>
                      <a:endParaRPr sz="1200">
                        <a:solidFill>
                          <a:srgbClr val="1F1F1F"/>
                        </a:solidFill>
                        <a:latin typeface="Albert Sans"/>
                        <a:ea typeface="Albert Sans"/>
                        <a:cs typeface="Albert Sans"/>
                        <a:sym typeface="Albert Sans"/>
                      </a:endParaRPr>
                    </a:p>
                  </a:txBody>
                  <a:tcPr marL="63500" marR="63500" marT="63500" marB="63500"/>
                </a:tc>
                <a:extLst>
                  <a:ext uri="{0D108BD9-81ED-4DB2-BD59-A6C34878D82A}">
                    <a16:rowId xmlns:a16="http://schemas.microsoft.com/office/drawing/2014/main" val="10001"/>
                  </a:ext>
                </a:extLst>
              </a:tr>
            </a:tbl>
          </a:graphicData>
        </a:graphic>
      </p:graphicFrame>
      <p:graphicFrame>
        <p:nvGraphicFramePr>
          <p:cNvPr id="425" name="Google Shape;425;p18"/>
          <p:cNvGraphicFramePr/>
          <p:nvPr/>
        </p:nvGraphicFramePr>
        <p:xfrm>
          <a:off x="219650" y="3628900"/>
          <a:ext cx="5599000" cy="942900"/>
        </p:xfrm>
        <a:graphic>
          <a:graphicData uri="http://schemas.openxmlformats.org/drawingml/2006/table">
            <a:tbl>
              <a:tblPr>
                <a:noFill/>
                <a:tableStyleId>{A4EA0A25-34B4-492A-8548-D38FF84DE3EA}</a:tableStyleId>
              </a:tblPr>
              <a:tblGrid>
                <a:gridCol w="1399750">
                  <a:extLst>
                    <a:ext uri="{9D8B030D-6E8A-4147-A177-3AD203B41FA5}">
                      <a16:colId xmlns:a16="http://schemas.microsoft.com/office/drawing/2014/main" val="20000"/>
                    </a:ext>
                  </a:extLst>
                </a:gridCol>
                <a:gridCol w="1399750">
                  <a:extLst>
                    <a:ext uri="{9D8B030D-6E8A-4147-A177-3AD203B41FA5}">
                      <a16:colId xmlns:a16="http://schemas.microsoft.com/office/drawing/2014/main" val="20001"/>
                    </a:ext>
                  </a:extLst>
                </a:gridCol>
                <a:gridCol w="1399750">
                  <a:extLst>
                    <a:ext uri="{9D8B030D-6E8A-4147-A177-3AD203B41FA5}">
                      <a16:colId xmlns:a16="http://schemas.microsoft.com/office/drawing/2014/main" val="20002"/>
                    </a:ext>
                  </a:extLst>
                </a:gridCol>
                <a:gridCol w="1399750">
                  <a:extLst>
                    <a:ext uri="{9D8B030D-6E8A-4147-A177-3AD203B41FA5}">
                      <a16:colId xmlns:a16="http://schemas.microsoft.com/office/drawing/2014/main" val="20003"/>
                    </a:ext>
                  </a:extLst>
                </a:gridCol>
              </a:tblGrid>
              <a:tr h="471450">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*Based on CDC*</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Normal</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Pre-Diabetes</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Diabetes</a:t>
                      </a:r>
                      <a:endParaRPr sz="1200" b="1">
                        <a:solidFill>
                          <a:srgbClr val="1F1F1F"/>
                        </a:solidFill>
                        <a:latin typeface="Albert Sans"/>
                        <a:ea typeface="Albert Sans"/>
                        <a:cs typeface="Albert Sans"/>
                        <a:sym typeface="Albert Sans"/>
                      </a:endParaRPr>
                    </a:p>
                  </a:txBody>
                  <a:tcPr marL="63500" marR="63500" marT="63500" marB="63500"/>
                </a:tc>
                <a:extLst>
                  <a:ext uri="{0D108BD9-81ED-4DB2-BD59-A6C34878D82A}">
                    <a16:rowId xmlns:a16="http://schemas.microsoft.com/office/drawing/2014/main" val="10000"/>
                  </a:ext>
                </a:extLst>
              </a:tr>
              <a:tr h="471450">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HbA1c Levels</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&lt;5.7%</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5.7% to 6.4%</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&gt;6.5%</a:t>
                      </a:r>
                      <a:endParaRPr sz="1200">
                        <a:solidFill>
                          <a:srgbClr val="1F1F1F"/>
                        </a:solidFill>
                        <a:latin typeface="Albert Sans"/>
                        <a:ea typeface="Albert Sans"/>
                        <a:cs typeface="Albert Sans"/>
                        <a:sym typeface="Albert Sans"/>
                      </a:endParaRPr>
                    </a:p>
                  </a:txBody>
                  <a:tcPr marL="63500" marR="63500" marT="63500" marB="63500"/>
                </a:tc>
                <a:extLst>
                  <a:ext uri="{0D108BD9-81ED-4DB2-BD59-A6C34878D82A}">
                    <a16:rowId xmlns:a16="http://schemas.microsoft.com/office/drawing/2014/main" val="10001"/>
                  </a:ext>
                </a:extLst>
              </a:tr>
            </a:tbl>
          </a:graphicData>
        </a:graphic>
      </p:graphicFrame>
      <p:graphicFrame>
        <p:nvGraphicFramePr>
          <p:cNvPr id="426" name="Google Shape;426;p18"/>
          <p:cNvGraphicFramePr/>
          <p:nvPr/>
        </p:nvGraphicFramePr>
        <p:xfrm>
          <a:off x="219650" y="1259850"/>
          <a:ext cx="5599000" cy="672275"/>
        </p:xfrm>
        <a:graphic>
          <a:graphicData uri="http://schemas.openxmlformats.org/drawingml/2006/table">
            <a:tbl>
              <a:tblPr>
                <a:noFill/>
                <a:tableStyleId>{A4EA0A25-34B4-492A-8548-D38FF84DE3EA}</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gridCol w="1119800">
                  <a:extLst>
                    <a:ext uri="{9D8B030D-6E8A-4147-A177-3AD203B41FA5}">
                      <a16:colId xmlns:a16="http://schemas.microsoft.com/office/drawing/2014/main" val="20003"/>
                    </a:ext>
                  </a:extLst>
                </a:gridCol>
                <a:gridCol w="1119800">
                  <a:extLst>
                    <a:ext uri="{9D8B030D-6E8A-4147-A177-3AD203B41FA5}">
                      <a16:colId xmlns:a16="http://schemas.microsoft.com/office/drawing/2014/main" val="20004"/>
                    </a:ext>
                  </a:extLst>
                </a:gridCol>
              </a:tblGrid>
              <a:tr h="337175">
                <a:tc>
                  <a:txBody>
                    <a:bodyPr/>
                    <a:lstStyle/>
                    <a:p>
                      <a:pPr marL="0" lvl="0" indent="0" algn="l" rtl="0">
                        <a:spcBef>
                          <a:spcPts val="0"/>
                        </a:spcBef>
                        <a:spcAft>
                          <a:spcPts val="0"/>
                        </a:spcAft>
                        <a:buNone/>
                      </a:pP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Young Adult</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Middle-Aged</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Senior</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Elderly</a:t>
                      </a:r>
                      <a:endParaRPr sz="1200" b="1">
                        <a:solidFill>
                          <a:srgbClr val="1F1F1F"/>
                        </a:solidFill>
                        <a:latin typeface="Albert Sans"/>
                        <a:ea typeface="Albert Sans"/>
                        <a:cs typeface="Albert Sans"/>
                        <a:sym typeface="Albert Sans"/>
                      </a:endParaRPr>
                    </a:p>
                  </a:txBody>
                  <a:tcPr marL="63500" marR="63500" marT="63500" marB="63500"/>
                </a:tc>
                <a:extLst>
                  <a:ext uri="{0D108BD9-81ED-4DB2-BD59-A6C34878D82A}">
                    <a16:rowId xmlns:a16="http://schemas.microsoft.com/office/drawing/2014/main" val="10000"/>
                  </a:ext>
                </a:extLst>
              </a:tr>
              <a:tr h="335100">
                <a:tc>
                  <a:txBody>
                    <a:bodyPr/>
                    <a:lstStyle/>
                    <a:p>
                      <a:pPr marL="0" lvl="0" indent="0" algn="l" rtl="0">
                        <a:spcBef>
                          <a:spcPts val="0"/>
                        </a:spcBef>
                        <a:spcAft>
                          <a:spcPts val="0"/>
                        </a:spcAft>
                        <a:buNone/>
                      </a:pPr>
                      <a:r>
                        <a:rPr lang="en" sz="1200" b="1">
                          <a:solidFill>
                            <a:srgbClr val="1F1F1F"/>
                          </a:solidFill>
                          <a:latin typeface="Albert Sans"/>
                          <a:ea typeface="Albert Sans"/>
                          <a:cs typeface="Albert Sans"/>
                          <a:sym typeface="Albert Sans"/>
                        </a:rPr>
                        <a:t>Age</a:t>
                      </a:r>
                      <a:endParaRPr sz="1200" b="1">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&lt;30</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30 to 50</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50 to 65</a:t>
                      </a:r>
                      <a:endParaRPr sz="1200">
                        <a:solidFill>
                          <a:srgbClr val="1F1F1F"/>
                        </a:solidFill>
                        <a:latin typeface="Albert Sans"/>
                        <a:ea typeface="Albert Sans"/>
                        <a:cs typeface="Albert Sans"/>
                        <a:sym typeface="Albert Sans"/>
                      </a:endParaRPr>
                    </a:p>
                  </a:txBody>
                  <a:tcPr marL="63500" marR="63500" marT="63500" marB="63500"/>
                </a:tc>
                <a:tc>
                  <a:txBody>
                    <a:bodyPr/>
                    <a:lstStyle/>
                    <a:p>
                      <a:pPr marL="0" lvl="0" indent="0" algn="l" rtl="0">
                        <a:spcBef>
                          <a:spcPts val="0"/>
                        </a:spcBef>
                        <a:spcAft>
                          <a:spcPts val="0"/>
                        </a:spcAft>
                        <a:buNone/>
                      </a:pPr>
                      <a:r>
                        <a:rPr lang="en" sz="1200">
                          <a:solidFill>
                            <a:srgbClr val="1F1F1F"/>
                          </a:solidFill>
                          <a:latin typeface="Albert Sans"/>
                          <a:ea typeface="Albert Sans"/>
                          <a:cs typeface="Albert Sans"/>
                          <a:sym typeface="Albert Sans"/>
                        </a:rPr>
                        <a:t>&gt;65</a:t>
                      </a:r>
                      <a:endParaRPr sz="1200">
                        <a:solidFill>
                          <a:srgbClr val="1F1F1F"/>
                        </a:solidFill>
                        <a:latin typeface="Albert Sans"/>
                        <a:ea typeface="Albert Sans"/>
                        <a:cs typeface="Albert Sans"/>
                        <a:sym typeface="Albert Sans"/>
                      </a:endParaRPr>
                    </a:p>
                  </a:txBody>
                  <a:tcPr marL="63500" marR="63500" marT="63500" marB="63500"/>
                </a:tc>
                <a:extLst>
                  <a:ext uri="{0D108BD9-81ED-4DB2-BD59-A6C34878D82A}">
                    <a16:rowId xmlns:a16="http://schemas.microsoft.com/office/drawing/2014/main" val="10001"/>
                  </a:ext>
                </a:extLst>
              </a:tr>
            </a:tbl>
          </a:graphicData>
        </a:graphic>
      </p:graphicFrame>
      <p:sp>
        <p:nvSpPr>
          <p:cNvPr id="427" name="Google Shape;427;p18"/>
          <p:cNvSpPr txBox="1"/>
          <p:nvPr/>
        </p:nvSpPr>
        <p:spPr>
          <a:xfrm>
            <a:off x="219650" y="859500"/>
            <a:ext cx="1965900" cy="2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lbert Sans"/>
                <a:ea typeface="Albert Sans"/>
                <a:cs typeface="Albert Sans"/>
                <a:sym typeface="Albert Sans"/>
              </a:rPr>
              <a:t>Age Group</a:t>
            </a:r>
            <a:endParaRPr sz="1800" b="1">
              <a:solidFill>
                <a:schemeClr val="dk1"/>
              </a:solidFill>
              <a:latin typeface="Albert Sans"/>
              <a:ea typeface="Albert Sans"/>
              <a:cs typeface="Albert Sans"/>
              <a:sym typeface="Albert Sans"/>
            </a:endParaRPr>
          </a:p>
        </p:txBody>
      </p:sp>
      <p:sp>
        <p:nvSpPr>
          <p:cNvPr id="428" name="Google Shape;428;p18"/>
          <p:cNvSpPr txBox="1"/>
          <p:nvPr/>
        </p:nvSpPr>
        <p:spPr>
          <a:xfrm>
            <a:off x="7383800" y="1840675"/>
            <a:ext cx="1965900" cy="2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lbert Sans"/>
                <a:ea typeface="Albert Sans"/>
                <a:cs typeface="Albert Sans"/>
                <a:sym typeface="Albert Sans"/>
              </a:rPr>
              <a:t>BMI Category</a:t>
            </a:r>
            <a:endParaRPr sz="1800" b="1">
              <a:solidFill>
                <a:schemeClr val="dk1"/>
              </a:solidFill>
              <a:latin typeface="Albert Sans"/>
              <a:ea typeface="Albert Sans"/>
              <a:cs typeface="Albert Sans"/>
              <a:sym typeface="Albert Sans"/>
            </a:endParaRPr>
          </a:p>
        </p:txBody>
      </p:sp>
      <p:sp>
        <p:nvSpPr>
          <p:cNvPr id="429" name="Google Shape;429;p18"/>
          <p:cNvSpPr txBox="1"/>
          <p:nvPr/>
        </p:nvSpPr>
        <p:spPr>
          <a:xfrm>
            <a:off x="219650" y="3215500"/>
            <a:ext cx="1965900" cy="2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lbert Sans"/>
                <a:ea typeface="Albert Sans"/>
                <a:cs typeface="Albert Sans"/>
                <a:sym typeface="Albert Sans"/>
              </a:rPr>
              <a:t>Glucose Status</a:t>
            </a:r>
            <a:endParaRPr sz="1800" b="1">
              <a:solidFill>
                <a:schemeClr val="dk1"/>
              </a:solidFill>
              <a:latin typeface="Albert Sans"/>
              <a:ea typeface="Albert Sans"/>
              <a:cs typeface="Albert Sans"/>
              <a:sym typeface="Albert Sans"/>
            </a:endParaRPr>
          </a:p>
        </p:txBody>
      </p:sp>
      <p:grpSp>
        <p:nvGrpSpPr>
          <p:cNvPr id="430" name="Google Shape;430;p18"/>
          <p:cNvGrpSpPr/>
          <p:nvPr/>
        </p:nvGrpSpPr>
        <p:grpSpPr>
          <a:xfrm>
            <a:off x="6949439" y="3546645"/>
            <a:ext cx="1845651" cy="1526341"/>
            <a:chOff x="4825703" y="1503813"/>
            <a:chExt cx="849513" cy="702573"/>
          </a:xfrm>
        </p:grpSpPr>
        <p:sp>
          <p:nvSpPr>
            <p:cNvPr id="431" name="Google Shape;431;p18"/>
            <p:cNvSpPr/>
            <p:nvPr/>
          </p:nvSpPr>
          <p:spPr>
            <a:xfrm>
              <a:off x="4938735" y="1539477"/>
              <a:ext cx="123493" cy="330421"/>
            </a:xfrm>
            <a:custGeom>
              <a:avLst/>
              <a:gdLst/>
              <a:ahLst/>
              <a:cxnLst/>
              <a:rect l="l" t="t" r="r" b="b"/>
              <a:pathLst>
                <a:path w="4498" h="12035" extrusionOk="0">
                  <a:moveTo>
                    <a:pt x="1" y="0"/>
                  </a:moveTo>
                  <a:lnTo>
                    <a:pt x="1" y="12034"/>
                  </a:lnTo>
                  <a:lnTo>
                    <a:pt x="4498" y="12034"/>
                  </a:lnTo>
                  <a:lnTo>
                    <a:pt x="4498" y="0"/>
                  </a:ln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32" name="Google Shape;432;p18"/>
            <p:cNvSpPr/>
            <p:nvPr/>
          </p:nvSpPr>
          <p:spPr>
            <a:xfrm>
              <a:off x="4916140" y="1552518"/>
              <a:ext cx="22623" cy="40002"/>
            </a:xfrm>
            <a:custGeom>
              <a:avLst/>
              <a:gdLst/>
              <a:ahLst/>
              <a:cxnLst/>
              <a:rect l="l" t="t" r="r" b="b"/>
              <a:pathLst>
                <a:path w="824" h="1457" extrusionOk="0">
                  <a:moveTo>
                    <a:pt x="0" y="0"/>
                  </a:moveTo>
                  <a:cubicBezTo>
                    <a:pt x="0" y="0"/>
                    <a:pt x="824" y="222"/>
                    <a:pt x="824" y="1457"/>
                  </a:cubicBezTo>
                  <a:lnTo>
                    <a:pt x="824" y="0"/>
                  </a:ln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33" name="Google Shape;433;p18"/>
            <p:cNvSpPr/>
            <p:nvPr/>
          </p:nvSpPr>
          <p:spPr>
            <a:xfrm>
              <a:off x="5062200" y="1552518"/>
              <a:ext cx="22623" cy="40002"/>
            </a:xfrm>
            <a:custGeom>
              <a:avLst/>
              <a:gdLst/>
              <a:ahLst/>
              <a:cxnLst/>
              <a:rect l="l" t="t" r="r" b="b"/>
              <a:pathLst>
                <a:path w="824" h="1457" extrusionOk="0">
                  <a:moveTo>
                    <a:pt x="1" y="0"/>
                  </a:moveTo>
                  <a:lnTo>
                    <a:pt x="1" y="1457"/>
                  </a:lnTo>
                  <a:cubicBezTo>
                    <a:pt x="1" y="222"/>
                    <a:pt x="824" y="0"/>
                    <a:pt x="824" y="0"/>
                  </a:cubicBez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34" name="Google Shape;434;p18"/>
            <p:cNvSpPr/>
            <p:nvPr/>
          </p:nvSpPr>
          <p:spPr>
            <a:xfrm>
              <a:off x="4963966" y="1616845"/>
              <a:ext cx="73909" cy="253053"/>
            </a:xfrm>
            <a:custGeom>
              <a:avLst/>
              <a:gdLst/>
              <a:ahLst/>
              <a:cxnLst/>
              <a:rect l="l" t="t" r="r" b="b"/>
              <a:pathLst>
                <a:path w="2692" h="9217" extrusionOk="0">
                  <a:moveTo>
                    <a:pt x="127" y="1"/>
                  </a:moveTo>
                  <a:cubicBezTo>
                    <a:pt x="63" y="1"/>
                    <a:pt x="0" y="64"/>
                    <a:pt x="0" y="127"/>
                  </a:cubicBezTo>
                  <a:lnTo>
                    <a:pt x="0" y="9216"/>
                  </a:lnTo>
                  <a:lnTo>
                    <a:pt x="2692" y="9216"/>
                  </a:lnTo>
                  <a:lnTo>
                    <a:pt x="2692" y="127"/>
                  </a:lnTo>
                  <a:cubicBezTo>
                    <a:pt x="2692" y="64"/>
                    <a:pt x="2629" y="1"/>
                    <a:pt x="2534" y="1"/>
                  </a:cubicBezTo>
                  <a:close/>
                </a:path>
              </a:pathLst>
            </a:custGeom>
            <a:solidFill>
              <a:srgbClr val="F2856D"/>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35" name="Google Shape;435;p18"/>
            <p:cNvSpPr/>
            <p:nvPr/>
          </p:nvSpPr>
          <p:spPr>
            <a:xfrm>
              <a:off x="4900490" y="1503813"/>
              <a:ext cx="200861" cy="49584"/>
            </a:xfrm>
            <a:custGeom>
              <a:avLst/>
              <a:gdLst/>
              <a:ahLst/>
              <a:cxnLst/>
              <a:rect l="l" t="t" r="r" b="b"/>
              <a:pathLst>
                <a:path w="7316" h="1806" extrusionOk="0">
                  <a:moveTo>
                    <a:pt x="855" y="1"/>
                  </a:moveTo>
                  <a:cubicBezTo>
                    <a:pt x="380" y="1"/>
                    <a:pt x="0" y="381"/>
                    <a:pt x="0" y="856"/>
                  </a:cubicBezTo>
                  <a:lnTo>
                    <a:pt x="0" y="951"/>
                  </a:lnTo>
                  <a:cubicBezTo>
                    <a:pt x="0" y="1426"/>
                    <a:pt x="380" y="1806"/>
                    <a:pt x="855" y="1806"/>
                  </a:cubicBezTo>
                  <a:lnTo>
                    <a:pt x="6429" y="1806"/>
                  </a:lnTo>
                  <a:cubicBezTo>
                    <a:pt x="6936" y="1806"/>
                    <a:pt x="7316" y="1426"/>
                    <a:pt x="7316" y="951"/>
                  </a:cubicBezTo>
                  <a:lnTo>
                    <a:pt x="7316" y="856"/>
                  </a:lnTo>
                  <a:cubicBezTo>
                    <a:pt x="7316" y="381"/>
                    <a:pt x="6936" y="1"/>
                    <a:pt x="6429" y="1"/>
                  </a:cubicBez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36" name="Google Shape;436;p18"/>
            <p:cNvSpPr/>
            <p:nvPr/>
          </p:nvSpPr>
          <p:spPr>
            <a:xfrm>
              <a:off x="4982224" y="1509908"/>
              <a:ext cx="96532" cy="29596"/>
            </a:xfrm>
            <a:custGeom>
              <a:avLst/>
              <a:gdLst/>
              <a:ahLst/>
              <a:cxnLst/>
              <a:rect l="l" t="t" r="r" b="b"/>
              <a:pathLst>
                <a:path w="3516" h="1078" extrusionOk="0">
                  <a:moveTo>
                    <a:pt x="507" y="0"/>
                  </a:moveTo>
                  <a:cubicBezTo>
                    <a:pt x="222" y="0"/>
                    <a:pt x="0" y="222"/>
                    <a:pt x="0" y="507"/>
                  </a:cubicBezTo>
                  <a:lnTo>
                    <a:pt x="0" y="570"/>
                  </a:lnTo>
                  <a:cubicBezTo>
                    <a:pt x="0" y="855"/>
                    <a:pt x="222" y="1077"/>
                    <a:pt x="507" y="1077"/>
                  </a:cubicBezTo>
                  <a:lnTo>
                    <a:pt x="3009" y="1077"/>
                  </a:lnTo>
                  <a:cubicBezTo>
                    <a:pt x="3294" y="1077"/>
                    <a:pt x="3515" y="855"/>
                    <a:pt x="3515" y="570"/>
                  </a:cubicBezTo>
                  <a:lnTo>
                    <a:pt x="3515" y="507"/>
                  </a:lnTo>
                  <a:cubicBezTo>
                    <a:pt x="3515" y="222"/>
                    <a:pt x="3294" y="0"/>
                    <a:pt x="3009" y="0"/>
                  </a:cubicBezTo>
                  <a:close/>
                </a:path>
              </a:pathLst>
            </a:custGeom>
            <a:solidFill>
              <a:srgbClr val="FFFFF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37" name="Google Shape;437;p18"/>
            <p:cNvSpPr/>
            <p:nvPr/>
          </p:nvSpPr>
          <p:spPr>
            <a:xfrm>
              <a:off x="5016131" y="1716836"/>
              <a:ext cx="29569" cy="96532"/>
            </a:xfrm>
            <a:custGeom>
              <a:avLst/>
              <a:gdLst/>
              <a:ahLst/>
              <a:cxnLst/>
              <a:rect l="l" t="t" r="r" b="b"/>
              <a:pathLst>
                <a:path w="1077" h="3516" extrusionOk="0">
                  <a:moveTo>
                    <a:pt x="507" y="0"/>
                  </a:moveTo>
                  <a:cubicBezTo>
                    <a:pt x="222" y="0"/>
                    <a:pt x="0" y="222"/>
                    <a:pt x="0" y="507"/>
                  </a:cubicBezTo>
                  <a:lnTo>
                    <a:pt x="0" y="3009"/>
                  </a:lnTo>
                  <a:cubicBezTo>
                    <a:pt x="0" y="3262"/>
                    <a:pt x="222" y="3484"/>
                    <a:pt x="507" y="3516"/>
                  </a:cubicBezTo>
                  <a:lnTo>
                    <a:pt x="539" y="3516"/>
                  </a:lnTo>
                  <a:cubicBezTo>
                    <a:pt x="824" y="3516"/>
                    <a:pt x="1077" y="3262"/>
                    <a:pt x="1077" y="3009"/>
                  </a:cubicBezTo>
                  <a:lnTo>
                    <a:pt x="1077" y="507"/>
                  </a:lnTo>
                  <a:cubicBezTo>
                    <a:pt x="1077" y="222"/>
                    <a:pt x="824" y="0"/>
                    <a:pt x="539" y="0"/>
                  </a:cubicBezTo>
                  <a:close/>
                </a:path>
              </a:pathLst>
            </a:custGeom>
            <a:solidFill>
              <a:srgbClr val="FFFFF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38" name="Google Shape;438;p18"/>
            <p:cNvSpPr/>
            <p:nvPr/>
          </p:nvSpPr>
          <p:spPr>
            <a:xfrm>
              <a:off x="5016131" y="1612507"/>
              <a:ext cx="29569" cy="76545"/>
            </a:xfrm>
            <a:custGeom>
              <a:avLst/>
              <a:gdLst/>
              <a:ahLst/>
              <a:cxnLst/>
              <a:rect l="l" t="t" r="r" b="b"/>
              <a:pathLst>
                <a:path w="1077" h="2788" extrusionOk="0">
                  <a:moveTo>
                    <a:pt x="507" y="0"/>
                  </a:moveTo>
                  <a:cubicBezTo>
                    <a:pt x="222" y="0"/>
                    <a:pt x="0" y="222"/>
                    <a:pt x="0" y="507"/>
                  </a:cubicBezTo>
                  <a:lnTo>
                    <a:pt x="0" y="2280"/>
                  </a:lnTo>
                  <a:cubicBezTo>
                    <a:pt x="0" y="2565"/>
                    <a:pt x="222" y="2787"/>
                    <a:pt x="507" y="2787"/>
                  </a:cubicBezTo>
                  <a:lnTo>
                    <a:pt x="539" y="2787"/>
                  </a:lnTo>
                  <a:cubicBezTo>
                    <a:pt x="824" y="2787"/>
                    <a:pt x="1077" y="2565"/>
                    <a:pt x="1077" y="2280"/>
                  </a:cubicBezTo>
                  <a:lnTo>
                    <a:pt x="1077" y="507"/>
                  </a:lnTo>
                  <a:cubicBezTo>
                    <a:pt x="1077" y="222"/>
                    <a:pt x="824" y="0"/>
                    <a:pt x="539" y="0"/>
                  </a:cubicBezTo>
                  <a:close/>
                </a:path>
              </a:pathLst>
            </a:custGeom>
            <a:solidFill>
              <a:srgbClr val="FFFFF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39" name="Google Shape;439;p18"/>
            <p:cNvSpPr/>
            <p:nvPr/>
          </p:nvSpPr>
          <p:spPr>
            <a:xfrm>
              <a:off x="5182179" y="1539477"/>
              <a:ext cx="123493" cy="330421"/>
            </a:xfrm>
            <a:custGeom>
              <a:avLst/>
              <a:gdLst/>
              <a:ahLst/>
              <a:cxnLst/>
              <a:rect l="l" t="t" r="r" b="b"/>
              <a:pathLst>
                <a:path w="4498" h="12035" extrusionOk="0">
                  <a:moveTo>
                    <a:pt x="1" y="0"/>
                  </a:moveTo>
                  <a:lnTo>
                    <a:pt x="1" y="12034"/>
                  </a:lnTo>
                  <a:lnTo>
                    <a:pt x="4498" y="12034"/>
                  </a:lnTo>
                  <a:lnTo>
                    <a:pt x="4498" y="0"/>
                  </a:ln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0" name="Google Shape;440;p18"/>
            <p:cNvSpPr/>
            <p:nvPr/>
          </p:nvSpPr>
          <p:spPr>
            <a:xfrm>
              <a:off x="5159583" y="1552518"/>
              <a:ext cx="22623" cy="40002"/>
            </a:xfrm>
            <a:custGeom>
              <a:avLst/>
              <a:gdLst/>
              <a:ahLst/>
              <a:cxnLst/>
              <a:rect l="l" t="t" r="r" b="b"/>
              <a:pathLst>
                <a:path w="824" h="1457" extrusionOk="0">
                  <a:moveTo>
                    <a:pt x="1" y="0"/>
                  </a:moveTo>
                  <a:cubicBezTo>
                    <a:pt x="1" y="0"/>
                    <a:pt x="824" y="222"/>
                    <a:pt x="824" y="1457"/>
                  </a:cubicBezTo>
                  <a:lnTo>
                    <a:pt x="824" y="0"/>
                  </a:ln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1" name="Google Shape;441;p18"/>
            <p:cNvSpPr/>
            <p:nvPr/>
          </p:nvSpPr>
          <p:spPr>
            <a:xfrm>
              <a:off x="5305644" y="1552518"/>
              <a:ext cx="22650" cy="40002"/>
            </a:xfrm>
            <a:custGeom>
              <a:avLst/>
              <a:gdLst/>
              <a:ahLst/>
              <a:cxnLst/>
              <a:rect l="l" t="t" r="r" b="b"/>
              <a:pathLst>
                <a:path w="825" h="1457" extrusionOk="0">
                  <a:moveTo>
                    <a:pt x="1" y="0"/>
                  </a:moveTo>
                  <a:lnTo>
                    <a:pt x="1" y="1457"/>
                  </a:lnTo>
                  <a:cubicBezTo>
                    <a:pt x="1" y="222"/>
                    <a:pt x="824" y="0"/>
                    <a:pt x="824" y="0"/>
                  </a:cubicBez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2" name="Google Shape;442;p18"/>
            <p:cNvSpPr/>
            <p:nvPr/>
          </p:nvSpPr>
          <p:spPr>
            <a:xfrm>
              <a:off x="5207410" y="1616845"/>
              <a:ext cx="73936" cy="253053"/>
            </a:xfrm>
            <a:custGeom>
              <a:avLst/>
              <a:gdLst/>
              <a:ahLst/>
              <a:cxnLst/>
              <a:rect l="l" t="t" r="r" b="b"/>
              <a:pathLst>
                <a:path w="2693" h="9217" extrusionOk="0">
                  <a:moveTo>
                    <a:pt x="127" y="1"/>
                  </a:moveTo>
                  <a:cubicBezTo>
                    <a:pt x="64" y="1"/>
                    <a:pt x="0" y="64"/>
                    <a:pt x="0" y="127"/>
                  </a:cubicBezTo>
                  <a:lnTo>
                    <a:pt x="0" y="9216"/>
                  </a:lnTo>
                  <a:lnTo>
                    <a:pt x="2692" y="9216"/>
                  </a:lnTo>
                  <a:lnTo>
                    <a:pt x="2692" y="127"/>
                  </a:lnTo>
                  <a:cubicBezTo>
                    <a:pt x="2692" y="64"/>
                    <a:pt x="2629" y="1"/>
                    <a:pt x="2534" y="1"/>
                  </a:cubicBezTo>
                  <a:close/>
                </a:path>
              </a:pathLst>
            </a:custGeom>
            <a:solidFill>
              <a:srgbClr val="F2856D"/>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3" name="Google Shape;443;p18"/>
            <p:cNvSpPr/>
            <p:nvPr/>
          </p:nvSpPr>
          <p:spPr>
            <a:xfrm>
              <a:off x="5143934" y="1503813"/>
              <a:ext cx="200888" cy="49584"/>
            </a:xfrm>
            <a:custGeom>
              <a:avLst/>
              <a:gdLst/>
              <a:ahLst/>
              <a:cxnLst/>
              <a:rect l="l" t="t" r="r" b="b"/>
              <a:pathLst>
                <a:path w="7317" h="1806" extrusionOk="0">
                  <a:moveTo>
                    <a:pt x="856" y="1"/>
                  </a:moveTo>
                  <a:cubicBezTo>
                    <a:pt x="381" y="1"/>
                    <a:pt x="0" y="381"/>
                    <a:pt x="0" y="856"/>
                  </a:cubicBezTo>
                  <a:lnTo>
                    <a:pt x="0" y="951"/>
                  </a:lnTo>
                  <a:cubicBezTo>
                    <a:pt x="0" y="1426"/>
                    <a:pt x="381" y="1806"/>
                    <a:pt x="856" y="1806"/>
                  </a:cubicBezTo>
                  <a:lnTo>
                    <a:pt x="6429" y="1806"/>
                  </a:lnTo>
                  <a:cubicBezTo>
                    <a:pt x="6936" y="1806"/>
                    <a:pt x="7316" y="1426"/>
                    <a:pt x="7316" y="951"/>
                  </a:cubicBezTo>
                  <a:lnTo>
                    <a:pt x="7316" y="856"/>
                  </a:lnTo>
                  <a:cubicBezTo>
                    <a:pt x="7316" y="381"/>
                    <a:pt x="6936" y="1"/>
                    <a:pt x="6429" y="1"/>
                  </a:cubicBez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4" name="Google Shape;444;p18"/>
            <p:cNvSpPr/>
            <p:nvPr/>
          </p:nvSpPr>
          <p:spPr>
            <a:xfrm>
              <a:off x="5225667" y="1509908"/>
              <a:ext cx="96532" cy="29596"/>
            </a:xfrm>
            <a:custGeom>
              <a:avLst/>
              <a:gdLst/>
              <a:ahLst/>
              <a:cxnLst/>
              <a:rect l="l" t="t" r="r" b="b"/>
              <a:pathLst>
                <a:path w="3516" h="1078" extrusionOk="0">
                  <a:moveTo>
                    <a:pt x="507" y="0"/>
                  </a:moveTo>
                  <a:cubicBezTo>
                    <a:pt x="222" y="0"/>
                    <a:pt x="0" y="222"/>
                    <a:pt x="0" y="507"/>
                  </a:cubicBezTo>
                  <a:lnTo>
                    <a:pt x="0" y="570"/>
                  </a:lnTo>
                  <a:cubicBezTo>
                    <a:pt x="0" y="855"/>
                    <a:pt x="222" y="1077"/>
                    <a:pt x="507" y="1077"/>
                  </a:cubicBezTo>
                  <a:lnTo>
                    <a:pt x="3009" y="1077"/>
                  </a:lnTo>
                  <a:cubicBezTo>
                    <a:pt x="3294" y="1077"/>
                    <a:pt x="3516" y="855"/>
                    <a:pt x="3516" y="570"/>
                  </a:cubicBezTo>
                  <a:lnTo>
                    <a:pt x="3516" y="507"/>
                  </a:lnTo>
                  <a:cubicBezTo>
                    <a:pt x="3516" y="222"/>
                    <a:pt x="3294" y="0"/>
                    <a:pt x="3009" y="0"/>
                  </a:cubicBezTo>
                  <a:close/>
                </a:path>
              </a:pathLst>
            </a:custGeom>
            <a:solidFill>
              <a:srgbClr val="FFFFF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5" name="Google Shape;445;p18"/>
            <p:cNvSpPr/>
            <p:nvPr/>
          </p:nvSpPr>
          <p:spPr>
            <a:xfrm>
              <a:off x="5259574" y="1716836"/>
              <a:ext cx="29596" cy="96532"/>
            </a:xfrm>
            <a:custGeom>
              <a:avLst/>
              <a:gdLst/>
              <a:ahLst/>
              <a:cxnLst/>
              <a:rect l="l" t="t" r="r" b="b"/>
              <a:pathLst>
                <a:path w="1078" h="3516" extrusionOk="0">
                  <a:moveTo>
                    <a:pt x="507" y="0"/>
                  </a:moveTo>
                  <a:cubicBezTo>
                    <a:pt x="222" y="0"/>
                    <a:pt x="0" y="222"/>
                    <a:pt x="0" y="507"/>
                  </a:cubicBezTo>
                  <a:lnTo>
                    <a:pt x="0" y="3009"/>
                  </a:lnTo>
                  <a:cubicBezTo>
                    <a:pt x="0" y="3262"/>
                    <a:pt x="222" y="3484"/>
                    <a:pt x="507" y="3516"/>
                  </a:cubicBezTo>
                  <a:lnTo>
                    <a:pt x="539" y="3516"/>
                  </a:lnTo>
                  <a:cubicBezTo>
                    <a:pt x="824" y="3516"/>
                    <a:pt x="1077" y="3262"/>
                    <a:pt x="1077" y="3009"/>
                  </a:cubicBezTo>
                  <a:lnTo>
                    <a:pt x="1077" y="507"/>
                  </a:lnTo>
                  <a:cubicBezTo>
                    <a:pt x="1077" y="222"/>
                    <a:pt x="824" y="0"/>
                    <a:pt x="539" y="0"/>
                  </a:cubicBezTo>
                  <a:close/>
                </a:path>
              </a:pathLst>
            </a:custGeom>
            <a:solidFill>
              <a:srgbClr val="FFFFF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6" name="Google Shape;446;p18"/>
            <p:cNvSpPr/>
            <p:nvPr/>
          </p:nvSpPr>
          <p:spPr>
            <a:xfrm>
              <a:off x="5259574" y="1612507"/>
              <a:ext cx="29596" cy="76545"/>
            </a:xfrm>
            <a:custGeom>
              <a:avLst/>
              <a:gdLst/>
              <a:ahLst/>
              <a:cxnLst/>
              <a:rect l="l" t="t" r="r" b="b"/>
              <a:pathLst>
                <a:path w="1078" h="2788" extrusionOk="0">
                  <a:moveTo>
                    <a:pt x="507" y="0"/>
                  </a:moveTo>
                  <a:cubicBezTo>
                    <a:pt x="222" y="0"/>
                    <a:pt x="0" y="222"/>
                    <a:pt x="0" y="507"/>
                  </a:cubicBezTo>
                  <a:lnTo>
                    <a:pt x="0" y="2280"/>
                  </a:lnTo>
                  <a:cubicBezTo>
                    <a:pt x="0" y="2565"/>
                    <a:pt x="222" y="2787"/>
                    <a:pt x="507" y="2787"/>
                  </a:cubicBezTo>
                  <a:lnTo>
                    <a:pt x="539" y="2787"/>
                  </a:lnTo>
                  <a:cubicBezTo>
                    <a:pt x="824" y="2787"/>
                    <a:pt x="1077" y="2565"/>
                    <a:pt x="1077" y="2280"/>
                  </a:cubicBezTo>
                  <a:lnTo>
                    <a:pt x="1077" y="507"/>
                  </a:lnTo>
                  <a:cubicBezTo>
                    <a:pt x="1077" y="222"/>
                    <a:pt x="824" y="0"/>
                    <a:pt x="539" y="0"/>
                  </a:cubicBezTo>
                  <a:close/>
                </a:path>
              </a:pathLst>
            </a:custGeom>
            <a:solidFill>
              <a:srgbClr val="FFFFF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7" name="Google Shape;447;p18"/>
            <p:cNvSpPr/>
            <p:nvPr/>
          </p:nvSpPr>
          <p:spPr>
            <a:xfrm>
              <a:off x="5425650" y="1539477"/>
              <a:ext cx="123493" cy="330421"/>
            </a:xfrm>
            <a:custGeom>
              <a:avLst/>
              <a:gdLst/>
              <a:ahLst/>
              <a:cxnLst/>
              <a:rect l="l" t="t" r="r" b="b"/>
              <a:pathLst>
                <a:path w="4498" h="12035" extrusionOk="0">
                  <a:moveTo>
                    <a:pt x="0" y="0"/>
                  </a:moveTo>
                  <a:lnTo>
                    <a:pt x="0" y="12034"/>
                  </a:lnTo>
                  <a:lnTo>
                    <a:pt x="4497" y="12034"/>
                  </a:lnTo>
                  <a:lnTo>
                    <a:pt x="4497" y="0"/>
                  </a:ln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8" name="Google Shape;448;p18"/>
            <p:cNvSpPr/>
            <p:nvPr/>
          </p:nvSpPr>
          <p:spPr>
            <a:xfrm>
              <a:off x="5403027" y="1552518"/>
              <a:ext cx="22650" cy="40002"/>
            </a:xfrm>
            <a:custGeom>
              <a:avLst/>
              <a:gdLst/>
              <a:ahLst/>
              <a:cxnLst/>
              <a:rect l="l" t="t" r="r" b="b"/>
              <a:pathLst>
                <a:path w="825" h="1457" extrusionOk="0">
                  <a:moveTo>
                    <a:pt x="1" y="0"/>
                  </a:moveTo>
                  <a:cubicBezTo>
                    <a:pt x="1" y="0"/>
                    <a:pt x="824" y="222"/>
                    <a:pt x="824" y="1457"/>
                  </a:cubicBezTo>
                  <a:lnTo>
                    <a:pt x="824" y="0"/>
                  </a:ln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49" name="Google Shape;449;p18"/>
            <p:cNvSpPr/>
            <p:nvPr/>
          </p:nvSpPr>
          <p:spPr>
            <a:xfrm>
              <a:off x="5549115" y="1552518"/>
              <a:ext cx="22623" cy="40002"/>
            </a:xfrm>
            <a:custGeom>
              <a:avLst/>
              <a:gdLst/>
              <a:ahLst/>
              <a:cxnLst/>
              <a:rect l="l" t="t" r="r" b="b"/>
              <a:pathLst>
                <a:path w="824" h="1457" extrusionOk="0">
                  <a:moveTo>
                    <a:pt x="0" y="0"/>
                  </a:moveTo>
                  <a:lnTo>
                    <a:pt x="0" y="1457"/>
                  </a:lnTo>
                  <a:cubicBezTo>
                    <a:pt x="0" y="222"/>
                    <a:pt x="824" y="0"/>
                    <a:pt x="824" y="0"/>
                  </a:cubicBez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50" name="Google Shape;450;p18"/>
            <p:cNvSpPr/>
            <p:nvPr/>
          </p:nvSpPr>
          <p:spPr>
            <a:xfrm>
              <a:off x="5450853" y="1616845"/>
              <a:ext cx="73936" cy="253053"/>
            </a:xfrm>
            <a:custGeom>
              <a:avLst/>
              <a:gdLst/>
              <a:ahLst/>
              <a:cxnLst/>
              <a:rect l="l" t="t" r="r" b="b"/>
              <a:pathLst>
                <a:path w="2693" h="9217" extrusionOk="0">
                  <a:moveTo>
                    <a:pt x="127" y="1"/>
                  </a:moveTo>
                  <a:cubicBezTo>
                    <a:pt x="64" y="1"/>
                    <a:pt x="1" y="64"/>
                    <a:pt x="1" y="127"/>
                  </a:cubicBezTo>
                  <a:lnTo>
                    <a:pt x="1" y="9216"/>
                  </a:lnTo>
                  <a:lnTo>
                    <a:pt x="2693" y="9216"/>
                  </a:lnTo>
                  <a:lnTo>
                    <a:pt x="2693" y="127"/>
                  </a:lnTo>
                  <a:cubicBezTo>
                    <a:pt x="2693" y="64"/>
                    <a:pt x="2629" y="1"/>
                    <a:pt x="2534" y="1"/>
                  </a:cubicBezTo>
                  <a:close/>
                </a:path>
              </a:pathLst>
            </a:custGeom>
            <a:solidFill>
              <a:srgbClr val="F2856D"/>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51" name="Google Shape;451;p18"/>
            <p:cNvSpPr/>
            <p:nvPr/>
          </p:nvSpPr>
          <p:spPr>
            <a:xfrm>
              <a:off x="5387377" y="1503813"/>
              <a:ext cx="200888" cy="49584"/>
            </a:xfrm>
            <a:custGeom>
              <a:avLst/>
              <a:gdLst/>
              <a:ahLst/>
              <a:cxnLst/>
              <a:rect l="l" t="t" r="r" b="b"/>
              <a:pathLst>
                <a:path w="7317" h="1806" extrusionOk="0">
                  <a:moveTo>
                    <a:pt x="856" y="1"/>
                  </a:moveTo>
                  <a:cubicBezTo>
                    <a:pt x="381" y="1"/>
                    <a:pt x="1" y="381"/>
                    <a:pt x="1" y="856"/>
                  </a:cubicBezTo>
                  <a:lnTo>
                    <a:pt x="1" y="951"/>
                  </a:lnTo>
                  <a:cubicBezTo>
                    <a:pt x="1" y="1426"/>
                    <a:pt x="381" y="1806"/>
                    <a:pt x="856" y="1806"/>
                  </a:cubicBezTo>
                  <a:lnTo>
                    <a:pt x="6430" y="1806"/>
                  </a:lnTo>
                  <a:cubicBezTo>
                    <a:pt x="6936" y="1806"/>
                    <a:pt x="7316" y="1426"/>
                    <a:pt x="7316" y="951"/>
                  </a:cubicBezTo>
                  <a:lnTo>
                    <a:pt x="7316" y="856"/>
                  </a:lnTo>
                  <a:cubicBezTo>
                    <a:pt x="7316" y="381"/>
                    <a:pt x="6905" y="1"/>
                    <a:pt x="6430" y="1"/>
                  </a:cubicBez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52" name="Google Shape;452;p18"/>
            <p:cNvSpPr/>
            <p:nvPr/>
          </p:nvSpPr>
          <p:spPr>
            <a:xfrm>
              <a:off x="5469111" y="1509908"/>
              <a:ext cx="96532" cy="29596"/>
            </a:xfrm>
            <a:custGeom>
              <a:avLst/>
              <a:gdLst/>
              <a:ahLst/>
              <a:cxnLst/>
              <a:rect l="l" t="t" r="r" b="b"/>
              <a:pathLst>
                <a:path w="3516" h="1078" extrusionOk="0">
                  <a:moveTo>
                    <a:pt x="507" y="0"/>
                  </a:moveTo>
                  <a:cubicBezTo>
                    <a:pt x="222" y="0"/>
                    <a:pt x="1" y="222"/>
                    <a:pt x="1" y="507"/>
                  </a:cubicBezTo>
                  <a:lnTo>
                    <a:pt x="1" y="570"/>
                  </a:lnTo>
                  <a:cubicBezTo>
                    <a:pt x="1" y="855"/>
                    <a:pt x="222" y="1077"/>
                    <a:pt x="507" y="1077"/>
                  </a:cubicBezTo>
                  <a:lnTo>
                    <a:pt x="3009" y="1077"/>
                  </a:lnTo>
                  <a:cubicBezTo>
                    <a:pt x="3294" y="1077"/>
                    <a:pt x="3516" y="855"/>
                    <a:pt x="3516" y="570"/>
                  </a:cubicBezTo>
                  <a:lnTo>
                    <a:pt x="3516" y="507"/>
                  </a:lnTo>
                  <a:cubicBezTo>
                    <a:pt x="3516" y="222"/>
                    <a:pt x="3294" y="0"/>
                    <a:pt x="3009" y="0"/>
                  </a:cubicBezTo>
                  <a:close/>
                </a:path>
              </a:pathLst>
            </a:custGeom>
            <a:solidFill>
              <a:srgbClr val="FFFFF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53" name="Google Shape;453;p18"/>
            <p:cNvSpPr/>
            <p:nvPr/>
          </p:nvSpPr>
          <p:spPr>
            <a:xfrm>
              <a:off x="5503018" y="1716836"/>
              <a:ext cx="29596" cy="96532"/>
            </a:xfrm>
            <a:custGeom>
              <a:avLst/>
              <a:gdLst/>
              <a:ahLst/>
              <a:cxnLst/>
              <a:rect l="l" t="t" r="r" b="b"/>
              <a:pathLst>
                <a:path w="1078" h="3516" extrusionOk="0">
                  <a:moveTo>
                    <a:pt x="508" y="0"/>
                  </a:moveTo>
                  <a:cubicBezTo>
                    <a:pt x="223" y="0"/>
                    <a:pt x="1" y="222"/>
                    <a:pt x="1" y="507"/>
                  </a:cubicBezTo>
                  <a:lnTo>
                    <a:pt x="1" y="3009"/>
                  </a:lnTo>
                  <a:cubicBezTo>
                    <a:pt x="1" y="3262"/>
                    <a:pt x="223" y="3484"/>
                    <a:pt x="508" y="3516"/>
                  </a:cubicBezTo>
                  <a:lnTo>
                    <a:pt x="539" y="3516"/>
                  </a:lnTo>
                  <a:cubicBezTo>
                    <a:pt x="824" y="3516"/>
                    <a:pt x="1078" y="3262"/>
                    <a:pt x="1078" y="3009"/>
                  </a:cubicBezTo>
                  <a:lnTo>
                    <a:pt x="1078" y="507"/>
                  </a:lnTo>
                  <a:cubicBezTo>
                    <a:pt x="1078" y="222"/>
                    <a:pt x="824" y="0"/>
                    <a:pt x="539" y="0"/>
                  </a:cubicBezTo>
                  <a:close/>
                </a:path>
              </a:pathLst>
            </a:custGeom>
            <a:solidFill>
              <a:srgbClr val="FFFFF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54" name="Google Shape;454;p18"/>
            <p:cNvSpPr/>
            <p:nvPr/>
          </p:nvSpPr>
          <p:spPr>
            <a:xfrm>
              <a:off x="5503018" y="1612507"/>
              <a:ext cx="29596" cy="76545"/>
            </a:xfrm>
            <a:custGeom>
              <a:avLst/>
              <a:gdLst/>
              <a:ahLst/>
              <a:cxnLst/>
              <a:rect l="l" t="t" r="r" b="b"/>
              <a:pathLst>
                <a:path w="1078" h="2788" extrusionOk="0">
                  <a:moveTo>
                    <a:pt x="508" y="0"/>
                  </a:moveTo>
                  <a:cubicBezTo>
                    <a:pt x="223" y="0"/>
                    <a:pt x="1" y="222"/>
                    <a:pt x="1" y="507"/>
                  </a:cubicBezTo>
                  <a:lnTo>
                    <a:pt x="1" y="2280"/>
                  </a:lnTo>
                  <a:cubicBezTo>
                    <a:pt x="1" y="2565"/>
                    <a:pt x="223" y="2787"/>
                    <a:pt x="508" y="2787"/>
                  </a:cubicBezTo>
                  <a:lnTo>
                    <a:pt x="539" y="2787"/>
                  </a:lnTo>
                  <a:cubicBezTo>
                    <a:pt x="824" y="2787"/>
                    <a:pt x="1078" y="2565"/>
                    <a:pt x="1078" y="2280"/>
                  </a:cubicBezTo>
                  <a:lnTo>
                    <a:pt x="1078" y="507"/>
                  </a:lnTo>
                  <a:cubicBezTo>
                    <a:pt x="1078" y="222"/>
                    <a:pt x="824" y="0"/>
                    <a:pt x="539" y="0"/>
                  </a:cubicBezTo>
                  <a:close/>
                </a:path>
              </a:pathLst>
            </a:custGeom>
            <a:solidFill>
              <a:srgbClr val="FFFFF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55" name="Google Shape;455;p18"/>
            <p:cNvSpPr/>
            <p:nvPr/>
          </p:nvSpPr>
          <p:spPr>
            <a:xfrm>
              <a:off x="4825703" y="1869871"/>
              <a:ext cx="849513" cy="336516"/>
            </a:xfrm>
            <a:custGeom>
              <a:avLst/>
              <a:gdLst/>
              <a:ahLst/>
              <a:cxnLst/>
              <a:rect l="l" t="t" r="r" b="b"/>
              <a:pathLst>
                <a:path w="30942" h="12257" extrusionOk="0">
                  <a:moveTo>
                    <a:pt x="1" y="0"/>
                  </a:moveTo>
                  <a:lnTo>
                    <a:pt x="1" y="12256"/>
                  </a:lnTo>
                  <a:lnTo>
                    <a:pt x="30941" y="12256"/>
                  </a:lnTo>
                  <a:lnTo>
                    <a:pt x="30941" y="0"/>
                  </a:lnTo>
                  <a:close/>
                </a:path>
              </a:pathLst>
            </a:custGeom>
            <a:solidFill>
              <a:srgbClr val="EFEFEF"/>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56" name="Google Shape;456;p18"/>
            <p:cNvSpPr/>
            <p:nvPr/>
          </p:nvSpPr>
          <p:spPr>
            <a:xfrm>
              <a:off x="5197828" y="1909845"/>
              <a:ext cx="113938" cy="257391"/>
            </a:xfrm>
            <a:custGeom>
              <a:avLst/>
              <a:gdLst/>
              <a:ahLst/>
              <a:cxnLst/>
              <a:rect l="l" t="t" r="r" b="b"/>
              <a:pathLst>
                <a:path w="4150" h="9375" extrusionOk="0">
                  <a:moveTo>
                    <a:pt x="1" y="1"/>
                  </a:moveTo>
                  <a:lnTo>
                    <a:pt x="1" y="9375"/>
                  </a:lnTo>
                  <a:lnTo>
                    <a:pt x="4150" y="9375"/>
                  </a:lnTo>
                  <a:lnTo>
                    <a:pt x="4150" y="1"/>
                  </a:lnTo>
                  <a:close/>
                </a:path>
              </a:pathLst>
            </a:custGeom>
            <a:solidFill>
              <a:srgbClr val="F2856D"/>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sp>
          <p:nvSpPr>
            <p:cNvPr id="457" name="Google Shape;457;p18"/>
            <p:cNvSpPr/>
            <p:nvPr/>
          </p:nvSpPr>
          <p:spPr>
            <a:xfrm>
              <a:off x="5130893" y="1981146"/>
              <a:ext cx="256512" cy="113938"/>
            </a:xfrm>
            <a:custGeom>
              <a:avLst/>
              <a:gdLst/>
              <a:ahLst/>
              <a:cxnLst/>
              <a:rect l="l" t="t" r="r" b="b"/>
              <a:pathLst>
                <a:path w="9343" h="4150" extrusionOk="0">
                  <a:moveTo>
                    <a:pt x="0" y="1"/>
                  </a:moveTo>
                  <a:lnTo>
                    <a:pt x="0" y="4149"/>
                  </a:lnTo>
                  <a:lnTo>
                    <a:pt x="9343" y="4149"/>
                  </a:lnTo>
                  <a:lnTo>
                    <a:pt x="9343" y="1"/>
                  </a:lnTo>
                  <a:close/>
                </a:path>
              </a:pathLst>
            </a:custGeom>
            <a:solidFill>
              <a:srgbClr val="F2856D"/>
            </a:solidFill>
            <a:ln>
              <a:noFill/>
            </a:ln>
          </p:spPr>
          <p:txBody>
            <a:bodyPr spcFirstLastPara="1" wrap="square" lIns="198625" tIns="198625" rIns="198625" bIns="1986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19"/>
          <p:cNvSpPr txBox="1"/>
          <p:nvPr/>
        </p:nvSpPr>
        <p:spPr>
          <a:xfrm>
            <a:off x="342900" y="153250"/>
            <a:ext cx="8572500" cy="706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latin typeface="Fira Sans Extra Condensed Medium"/>
                <a:ea typeface="Fira Sans Extra Condensed Medium"/>
                <a:cs typeface="Fira Sans Extra Condensed Medium"/>
                <a:sym typeface="Fira Sans Extra Condensed Medium"/>
              </a:rPr>
              <a:t>Which features appear most strongly associated with diabetes status?</a:t>
            </a:r>
            <a:endParaRPr sz="2500">
              <a:latin typeface="Fira Sans Extra Condensed Medium"/>
              <a:ea typeface="Fira Sans Extra Condensed Medium"/>
              <a:cs typeface="Fira Sans Extra Condensed Medium"/>
              <a:sym typeface="Fira Sans Extra Condensed Medium"/>
            </a:endParaRPr>
          </a:p>
        </p:txBody>
      </p:sp>
      <p:sp>
        <p:nvSpPr>
          <p:cNvPr id="463" name="Google Shape;463;p19"/>
          <p:cNvSpPr/>
          <p:nvPr/>
        </p:nvSpPr>
        <p:spPr>
          <a:xfrm>
            <a:off x="4786010" y="1074857"/>
            <a:ext cx="105098" cy="56518"/>
          </a:xfrm>
          <a:custGeom>
            <a:avLst/>
            <a:gdLst/>
            <a:ahLst/>
            <a:cxnLst/>
            <a:rect l="l" t="t" r="r" b="b"/>
            <a:pathLst>
              <a:path w="3390" h="1823" extrusionOk="0">
                <a:moveTo>
                  <a:pt x="3233" y="0"/>
                </a:moveTo>
                <a:cubicBezTo>
                  <a:pt x="3222" y="0"/>
                  <a:pt x="3211" y="6"/>
                  <a:pt x="3199" y="17"/>
                </a:cubicBezTo>
                <a:cubicBezTo>
                  <a:pt x="2408" y="555"/>
                  <a:pt x="1584" y="1252"/>
                  <a:pt x="1" y="1822"/>
                </a:cubicBezTo>
                <a:cubicBezTo>
                  <a:pt x="951" y="1696"/>
                  <a:pt x="1932" y="1506"/>
                  <a:pt x="2883" y="1252"/>
                </a:cubicBezTo>
                <a:cubicBezTo>
                  <a:pt x="2946" y="1220"/>
                  <a:pt x="3009" y="1220"/>
                  <a:pt x="3073" y="1189"/>
                </a:cubicBezTo>
                <a:cubicBezTo>
                  <a:pt x="3389" y="555"/>
                  <a:pt x="3339" y="0"/>
                  <a:pt x="3233"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4" name="Google Shape;464;p19" title="FBG_dis_histogram.png"/>
          <p:cNvPicPr preferRelativeResize="0"/>
          <p:nvPr/>
        </p:nvPicPr>
        <p:blipFill>
          <a:blip r:embed="rId3">
            <a:alphaModFix/>
          </a:blip>
          <a:stretch>
            <a:fillRect/>
          </a:stretch>
        </p:blipFill>
        <p:spPr>
          <a:xfrm>
            <a:off x="248399" y="1074850"/>
            <a:ext cx="6481600" cy="3888975"/>
          </a:xfrm>
          <a:prstGeom prst="rect">
            <a:avLst/>
          </a:prstGeom>
          <a:noFill/>
          <a:ln w="114300" cap="flat" cmpd="sng">
            <a:solidFill>
              <a:srgbClr val="43AEDA"/>
            </a:solidFill>
            <a:prstDash val="solid"/>
            <a:round/>
            <a:headEnd type="none" w="sm" len="sm"/>
            <a:tailEnd type="none" w="sm" len="sm"/>
          </a:ln>
        </p:spPr>
      </p:pic>
      <p:cxnSp>
        <p:nvCxnSpPr>
          <p:cNvPr id="465" name="Google Shape;465;p19"/>
          <p:cNvCxnSpPr/>
          <p:nvPr/>
        </p:nvCxnSpPr>
        <p:spPr>
          <a:xfrm rot="10800000">
            <a:off x="5855100" y="1782650"/>
            <a:ext cx="1211700" cy="297600"/>
          </a:xfrm>
          <a:prstGeom prst="straightConnector1">
            <a:avLst/>
          </a:prstGeom>
          <a:noFill/>
          <a:ln w="38100" cap="flat" cmpd="sng">
            <a:solidFill>
              <a:schemeClr val="dk1"/>
            </a:solidFill>
            <a:prstDash val="solid"/>
            <a:round/>
            <a:headEnd type="none" w="med" len="med"/>
            <a:tailEnd type="triangle" w="med" len="med"/>
          </a:ln>
        </p:spPr>
      </p:cxnSp>
      <p:sp>
        <p:nvSpPr>
          <p:cNvPr id="466" name="Google Shape;466;p19"/>
          <p:cNvSpPr/>
          <p:nvPr/>
        </p:nvSpPr>
        <p:spPr>
          <a:xfrm>
            <a:off x="2997700" y="1668775"/>
            <a:ext cx="3566100" cy="3067800"/>
          </a:xfrm>
          <a:prstGeom prst="ellipse">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 name="Google Shape;467;p19"/>
          <p:cNvSpPr txBox="1"/>
          <p:nvPr/>
        </p:nvSpPr>
        <p:spPr>
          <a:xfrm>
            <a:off x="7066800" y="1636350"/>
            <a:ext cx="1940100" cy="20898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lbert Sans"/>
                <a:ea typeface="Albert Sans"/>
                <a:cs typeface="Albert Sans"/>
                <a:sym typeface="Albert Sans"/>
              </a:rPr>
              <a:t>More individuals in the Diabetes category, which means FBG is a good predictor for diabetes diagnoses.</a:t>
            </a:r>
            <a:endParaRPr sz="1800" b="1">
              <a:solidFill>
                <a:schemeClr val="dk1"/>
              </a:solidFill>
              <a:latin typeface="Albert Sans"/>
              <a:ea typeface="Albert Sans"/>
              <a:cs typeface="Albert Sans"/>
              <a:sym typeface="Albert Sans"/>
            </a:endParaRPr>
          </a:p>
        </p:txBody>
      </p:sp>
      <p:grpSp>
        <p:nvGrpSpPr>
          <p:cNvPr id="468" name="Google Shape;468;p19"/>
          <p:cNvGrpSpPr/>
          <p:nvPr/>
        </p:nvGrpSpPr>
        <p:grpSpPr>
          <a:xfrm>
            <a:off x="8083280" y="-196288"/>
            <a:ext cx="1435645" cy="1306964"/>
            <a:chOff x="3325830" y="1214362"/>
            <a:chExt cx="1435645" cy="1306964"/>
          </a:xfrm>
        </p:grpSpPr>
        <p:sp>
          <p:nvSpPr>
            <p:cNvPr id="469" name="Google Shape;469;p19"/>
            <p:cNvSpPr/>
            <p:nvPr/>
          </p:nvSpPr>
          <p:spPr>
            <a:xfrm>
              <a:off x="3325830" y="1214362"/>
              <a:ext cx="1435645" cy="1163257"/>
            </a:xfrm>
            <a:custGeom>
              <a:avLst/>
              <a:gdLst/>
              <a:ahLst/>
              <a:cxnLst/>
              <a:rect l="l" t="t" r="r" b="b"/>
              <a:pathLst>
                <a:path w="49301" h="39947" extrusionOk="0">
                  <a:moveTo>
                    <a:pt x="24646" y="0"/>
                  </a:moveTo>
                  <a:cubicBezTo>
                    <a:pt x="10677" y="0"/>
                    <a:pt x="1" y="14374"/>
                    <a:pt x="6745" y="29237"/>
                  </a:cubicBezTo>
                  <a:cubicBezTo>
                    <a:pt x="8423" y="32942"/>
                    <a:pt x="11400" y="35919"/>
                    <a:pt x="15042" y="37692"/>
                  </a:cubicBezTo>
                  <a:cubicBezTo>
                    <a:pt x="18303" y="39245"/>
                    <a:pt x="21554" y="39947"/>
                    <a:pt x="24644" y="39947"/>
                  </a:cubicBezTo>
                  <a:cubicBezTo>
                    <a:pt x="38629" y="39947"/>
                    <a:pt x="49301" y="25573"/>
                    <a:pt x="42531" y="10710"/>
                  </a:cubicBezTo>
                  <a:cubicBezTo>
                    <a:pt x="40852" y="7005"/>
                    <a:pt x="37907" y="3997"/>
                    <a:pt x="34233" y="2255"/>
                  </a:cubicBezTo>
                  <a:cubicBezTo>
                    <a:pt x="30978" y="702"/>
                    <a:pt x="27732" y="0"/>
                    <a:pt x="24646" y="0"/>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a:off x="3726958" y="1427549"/>
              <a:ext cx="450050" cy="177108"/>
            </a:xfrm>
            <a:custGeom>
              <a:avLst/>
              <a:gdLst/>
              <a:ahLst/>
              <a:cxnLst/>
              <a:rect l="l" t="t" r="r" b="b"/>
              <a:pathLst>
                <a:path w="15455" h="6082" extrusionOk="0">
                  <a:moveTo>
                    <a:pt x="2882" y="1"/>
                  </a:moveTo>
                  <a:cubicBezTo>
                    <a:pt x="2882" y="1"/>
                    <a:pt x="1" y="1584"/>
                    <a:pt x="12795" y="6081"/>
                  </a:cubicBezTo>
                  <a:lnTo>
                    <a:pt x="15455" y="4466"/>
                  </a:lnTo>
                  <a:cubicBezTo>
                    <a:pt x="15391" y="4403"/>
                    <a:pt x="8171" y="2471"/>
                    <a:pt x="2882" y="1"/>
                  </a:cubicBezTo>
                  <a:close/>
                </a:path>
              </a:pathLst>
            </a:custGeom>
            <a:solidFill>
              <a:srgbClr val="C8A1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9"/>
            <p:cNvSpPr/>
            <p:nvPr/>
          </p:nvSpPr>
          <p:spPr>
            <a:xfrm>
              <a:off x="3779432" y="1494525"/>
              <a:ext cx="350547" cy="74198"/>
            </a:xfrm>
            <a:custGeom>
              <a:avLst/>
              <a:gdLst/>
              <a:ahLst/>
              <a:cxnLst/>
              <a:rect l="l" t="t" r="r" b="b"/>
              <a:pathLst>
                <a:path w="12038" h="2548" extrusionOk="0">
                  <a:moveTo>
                    <a:pt x="335" y="0"/>
                  </a:moveTo>
                  <a:cubicBezTo>
                    <a:pt x="79" y="0"/>
                    <a:pt x="0" y="404"/>
                    <a:pt x="288" y="519"/>
                  </a:cubicBezTo>
                  <a:cubicBezTo>
                    <a:pt x="3930" y="1913"/>
                    <a:pt x="7826" y="2230"/>
                    <a:pt x="11689" y="2546"/>
                  </a:cubicBezTo>
                  <a:cubicBezTo>
                    <a:pt x="11700" y="2547"/>
                    <a:pt x="11710" y="2548"/>
                    <a:pt x="11720" y="2548"/>
                  </a:cubicBezTo>
                  <a:cubicBezTo>
                    <a:pt x="12037" y="2548"/>
                    <a:pt x="12027" y="2070"/>
                    <a:pt x="11689" y="2040"/>
                  </a:cubicBezTo>
                  <a:cubicBezTo>
                    <a:pt x="7889" y="1723"/>
                    <a:pt x="4025" y="1374"/>
                    <a:pt x="415" y="13"/>
                  </a:cubicBezTo>
                  <a:cubicBezTo>
                    <a:pt x="387" y="4"/>
                    <a:pt x="360" y="0"/>
                    <a:pt x="335" y="0"/>
                  </a:cubicBezTo>
                  <a:close/>
                </a:path>
              </a:pathLst>
            </a:custGeom>
            <a:solidFill>
              <a:srgbClr val="BC9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9"/>
            <p:cNvSpPr/>
            <p:nvPr/>
          </p:nvSpPr>
          <p:spPr>
            <a:xfrm>
              <a:off x="3621834" y="1493040"/>
              <a:ext cx="501679" cy="134680"/>
            </a:xfrm>
            <a:custGeom>
              <a:avLst/>
              <a:gdLst/>
              <a:ahLst/>
              <a:cxnLst/>
              <a:rect l="l" t="t" r="r" b="b"/>
              <a:pathLst>
                <a:path w="17228" h="4625" extrusionOk="0">
                  <a:moveTo>
                    <a:pt x="2819" y="0"/>
                  </a:moveTo>
                  <a:cubicBezTo>
                    <a:pt x="2818" y="0"/>
                    <a:pt x="0" y="2249"/>
                    <a:pt x="14663" y="4624"/>
                  </a:cubicBezTo>
                  <a:lnTo>
                    <a:pt x="17228" y="2376"/>
                  </a:lnTo>
                  <a:cubicBezTo>
                    <a:pt x="17133" y="2312"/>
                    <a:pt x="8962" y="1647"/>
                    <a:pt x="2819" y="0"/>
                  </a:cubicBezTo>
                  <a:close/>
                </a:path>
              </a:pathLst>
            </a:custGeom>
            <a:solidFill>
              <a:srgbClr val="D3A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a:off x="3820113" y="1549183"/>
              <a:ext cx="311060" cy="55503"/>
            </a:xfrm>
            <a:custGeom>
              <a:avLst/>
              <a:gdLst/>
              <a:ahLst/>
              <a:cxnLst/>
              <a:rect l="l" t="t" r="r" b="b"/>
              <a:pathLst>
                <a:path w="10682" h="1906" extrusionOk="0">
                  <a:moveTo>
                    <a:pt x="10274" y="0"/>
                  </a:moveTo>
                  <a:cubicBezTo>
                    <a:pt x="10216" y="0"/>
                    <a:pt x="10156" y="20"/>
                    <a:pt x="10102" y="68"/>
                  </a:cubicBezTo>
                  <a:cubicBezTo>
                    <a:pt x="9786" y="353"/>
                    <a:pt x="9152" y="289"/>
                    <a:pt x="8740" y="353"/>
                  </a:cubicBezTo>
                  <a:lnTo>
                    <a:pt x="7569" y="479"/>
                  </a:lnTo>
                  <a:cubicBezTo>
                    <a:pt x="6777" y="606"/>
                    <a:pt x="5954" y="701"/>
                    <a:pt x="5162" y="796"/>
                  </a:cubicBezTo>
                  <a:cubicBezTo>
                    <a:pt x="3547" y="986"/>
                    <a:pt x="1932" y="1176"/>
                    <a:pt x="317" y="1366"/>
                  </a:cubicBezTo>
                  <a:cubicBezTo>
                    <a:pt x="9" y="1397"/>
                    <a:pt x="0" y="1906"/>
                    <a:pt x="290" y="1906"/>
                  </a:cubicBezTo>
                  <a:cubicBezTo>
                    <a:pt x="299" y="1906"/>
                    <a:pt x="307" y="1905"/>
                    <a:pt x="317" y="1904"/>
                  </a:cubicBezTo>
                  <a:cubicBezTo>
                    <a:pt x="2122" y="1683"/>
                    <a:pt x="3927" y="1461"/>
                    <a:pt x="5732" y="1239"/>
                  </a:cubicBezTo>
                  <a:cubicBezTo>
                    <a:pt x="6650" y="1113"/>
                    <a:pt x="7537" y="1018"/>
                    <a:pt x="8455" y="891"/>
                  </a:cubicBezTo>
                  <a:cubicBezTo>
                    <a:pt x="9089" y="828"/>
                    <a:pt x="9944" y="891"/>
                    <a:pt x="10482" y="448"/>
                  </a:cubicBezTo>
                  <a:cubicBezTo>
                    <a:pt x="10682" y="273"/>
                    <a:pt x="10489" y="0"/>
                    <a:pt x="10274" y="0"/>
                  </a:cubicBezTo>
                  <a:close/>
                </a:path>
              </a:pathLst>
            </a:custGeom>
            <a:solidFill>
              <a:srgbClr val="C8A1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a:off x="3528883" y="1567733"/>
              <a:ext cx="580798" cy="115432"/>
            </a:xfrm>
            <a:custGeom>
              <a:avLst/>
              <a:gdLst/>
              <a:ahLst/>
              <a:cxnLst/>
              <a:rect l="l" t="t" r="r" b="b"/>
              <a:pathLst>
                <a:path w="19945" h="3964" extrusionOk="0">
                  <a:moveTo>
                    <a:pt x="19939" y="0"/>
                  </a:moveTo>
                  <a:cubicBezTo>
                    <a:pt x="19644" y="0"/>
                    <a:pt x="10173" y="1619"/>
                    <a:pt x="2404" y="1619"/>
                  </a:cubicBezTo>
                  <a:cubicBezTo>
                    <a:pt x="2191" y="1619"/>
                    <a:pt x="1978" y="1618"/>
                    <a:pt x="1767" y="1616"/>
                  </a:cubicBezTo>
                  <a:lnTo>
                    <a:pt x="1767" y="1616"/>
                  </a:lnTo>
                  <a:cubicBezTo>
                    <a:pt x="1767" y="1616"/>
                    <a:pt x="1" y="3964"/>
                    <a:pt x="9143" y="3964"/>
                  </a:cubicBezTo>
                  <a:cubicBezTo>
                    <a:pt x="11287" y="3964"/>
                    <a:pt x="14031" y="3835"/>
                    <a:pt x="17538" y="3516"/>
                  </a:cubicBezTo>
                  <a:lnTo>
                    <a:pt x="19945" y="1"/>
                  </a:lnTo>
                  <a:cubicBezTo>
                    <a:pt x="19944" y="0"/>
                    <a:pt x="19942" y="0"/>
                    <a:pt x="19939" y="0"/>
                  </a:cubicBezTo>
                  <a:close/>
                </a:path>
              </a:pathLst>
            </a:custGeom>
            <a:solidFill>
              <a:srgbClr val="DE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3817404" y="1565461"/>
              <a:ext cx="278125" cy="152298"/>
            </a:xfrm>
            <a:custGeom>
              <a:avLst/>
              <a:gdLst/>
              <a:ahLst/>
              <a:cxnLst/>
              <a:rect l="l" t="t" r="r" b="b"/>
              <a:pathLst>
                <a:path w="9551" h="5230" extrusionOk="0">
                  <a:moveTo>
                    <a:pt x="9213" y="1"/>
                  </a:moveTo>
                  <a:cubicBezTo>
                    <a:pt x="9173" y="1"/>
                    <a:pt x="9130" y="15"/>
                    <a:pt x="9087" y="47"/>
                  </a:cubicBezTo>
                  <a:cubicBezTo>
                    <a:pt x="6395" y="2042"/>
                    <a:pt x="3450" y="3625"/>
                    <a:pt x="283" y="4702"/>
                  </a:cubicBezTo>
                  <a:cubicBezTo>
                    <a:pt x="1" y="4815"/>
                    <a:pt x="70" y="5229"/>
                    <a:pt x="313" y="5229"/>
                  </a:cubicBezTo>
                  <a:cubicBezTo>
                    <a:pt x="342" y="5229"/>
                    <a:pt x="375" y="5223"/>
                    <a:pt x="410" y="5209"/>
                  </a:cubicBezTo>
                  <a:cubicBezTo>
                    <a:pt x="3608" y="4101"/>
                    <a:pt x="6617" y="2517"/>
                    <a:pt x="9340" y="522"/>
                  </a:cubicBezTo>
                  <a:cubicBezTo>
                    <a:pt x="9551" y="338"/>
                    <a:pt x="9411" y="1"/>
                    <a:pt x="9213" y="1"/>
                  </a:cubicBezTo>
                  <a:close/>
                </a:path>
              </a:pathLst>
            </a:custGeom>
            <a:solidFill>
              <a:srgbClr val="D3A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a:off x="3867112" y="1967958"/>
              <a:ext cx="48922" cy="163276"/>
            </a:xfrm>
            <a:custGeom>
              <a:avLst/>
              <a:gdLst/>
              <a:ahLst/>
              <a:cxnLst/>
              <a:rect l="l" t="t" r="r" b="b"/>
              <a:pathLst>
                <a:path w="1680" h="5607" extrusionOk="0">
                  <a:moveTo>
                    <a:pt x="64" y="1"/>
                  </a:moveTo>
                  <a:lnTo>
                    <a:pt x="1" y="5606"/>
                  </a:lnTo>
                  <a:lnTo>
                    <a:pt x="413" y="5606"/>
                  </a:lnTo>
                  <a:lnTo>
                    <a:pt x="413" y="4593"/>
                  </a:lnTo>
                  <a:lnTo>
                    <a:pt x="634" y="4593"/>
                  </a:lnTo>
                  <a:lnTo>
                    <a:pt x="603" y="5606"/>
                  </a:lnTo>
                  <a:lnTo>
                    <a:pt x="1014" y="5606"/>
                  </a:lnTo>
                  <a:lnTo>
                    <a:pt x="1014" y="4593"/>
                  </a:lnTo>
                  <a:lnTo>
                    <a:pt x="1236" y="4593"/>
                  </a:lnTo>
                  <a:lnTo>
                    <a:pt x="1204" y="5606"/>
                  </a:lnTo>
                  <a:lnTo>
                    <a:pt x="1616" y="5606"/>
                  </a:lnTo>
                  <a:lnTo>
                    <a:pt x="1679" y="1"/>
                  </a:lnTo>
                  <a:lnTo>
                    <a:pt x="1268" y="1"/>
                  </a:lnTo>
                  <a:lnTo>
                    <a:pt x="1268" y="1616"/>
                  </a:lnTo>
                  <a:lnTo>
                    <a:pt x="476" y="1584"/>
                  </a:lnTo>
                  <a:lnTo>
                    <a:pt x="476" y="1"/>
                  </a:ln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a:off x="3880944" y="1944924"/>
              <a:ext cx="24024" cy="70092"/>
            </a:xfrm>
            <a:custGeom>
              <a:avLst/>
              <a:gdLst/>
              <a:ahLst/>
              <a:cxnLst/>
              <a:rect l="l" t="t" r="r" b="b"/>
              <a:pathLst>
                <a:path w="825" h="2407" extrusionOk="0">
                  <a:moveTo>
                    <a:pt x="1" y="0"/>
                  </a:moveTo>
                  <a:lnTo>
                    <a:pt x="1" y="665"/>
                  </a:lnTo>
                  <a:lnTo>
                    <a:pt x="1" y="2375"/>
                  </a:lnTo>
                  <a:lnTo>
                    <a:pt x="793" y="2407"/>
                  </a:lnTo>
                  <a:lnTo>
                    <a:pt x="793" y="665"/>
                  </a:lnTo>
                  <a:lnTo>
                    <a:pt x="824" y="0"/>
                  </a:ln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a:off x="3896640" y="2101677"/>
              <a:ext cx="5562" cy="29557"/>
            </a:xfrm>
            <a:custGeom>
              <a:avLst/>
              <a:gdLst/>
              <a:ahLst/>
              <a:cxnLst/>
              <a:rect l="l" t="t" r="r" b="b"/>
              <a:pathLst>
                <a:path w="191" h="1015" extrusionOk="0">
                  <a:moveTo>
                    <a:pt x="0" y="1"/>
                  </a:moveTo>
                  <a:lnTo>
                    <a:pt x="0" y="1014"/>
                  </a:lnTo>
                  <a:lnTo>
                    <a:pt x="190" y="1014"/>
                  </a:lnTo>
                  <a:lnTo>
                    <a:pt x="190" y="1"/>
                  </a:ln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a:off x="3879110" y="2101677"/>
              <a:ext cx="6494" cy="29557"/>
            </a:xfrm>
            <a:custGeom>
              <a:avLst/>
              <a:gdLst/>
              <a:ahLst/>
              <a:cxnLst/>
              <a:rect l="l" t="t" r="r" b="b"/>
              <a:pathLst>
                <a:path w="223" h="1015" extrusionOk="0">
                  <a:moveTo>
                    <a:pt x="1" y="1"/>
                  </a:moveTo>
                  <a:lnTo>
                    <a:pt x="1" y="1014"/>
                  </a:lnTo>
                  <a:lnTo>
                    <a:pt x="191" y="1014"/>
                  </a:lnTo>
                  <a:lnTo>
                    <a:pt x="222" y="1"/>
                  </a:ln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a:off x="3746322" y="2177302"/>
              <a:ext cx="255470" cy="344024"/>
            </a:xfrm>
            <a:custGeom>
              <a:avLst/>
              <a:gdLst/>
              <a:ahLst/>
              <a:cxnLst/>
              <a:rect l="l" t="t" r="r" b="b"/>
              <a:pathLst>
                <a:path w="8773" h="11814" extrusionOk="0">
                  <a:moveTo>
                    <a:pt x="7316" y="2693"/>
                  </a:moveTo>
                  <a:cubicBezTo>
                    <a:pt x="7569" y="2693"/>
                    <a:pt x="7759" y="2914"/>
                    <a:pt x="7759" y="3168"/>
                  </a:cubicBezTo>
                  <a:lnTo>
                    <a:pt x="7759" y="7316"/>
                  </a:lnTo>
                  <a:cubicBezTo>
                    <a:pt x="7759" y="7570"/>
                    <a:pt x="7569" y="7760"/>
                    <a:pt x="7316" y="7760"/>
                  </a:cubicBezTo>
                  <a:lnTo>
                    <a:pt x="2502" y="7760"/>
                  </a:lnTo>
                  <a:cubicBezTo>
                    <a:pt x="2249" y="7760"/>
                    <a:pt x="2027" y="7570"/>
                    <a:pt x="2027" y="7316"/>
                  </a:cubicBezTo>
                  <a:lnTo>
                    <a:pt x="2027" y="3168"/>
                  </a:lnTo>
                  <a:cubicBezTo>
                    <a:pt x="2027" y="2914"/>
                    <a:pt x="2249" y="2693"/>
                    <a:pt x="2502" y="2693"/>
                  </a:cubicBezTo>
                  <a:close/>
                  <a:moveTo>
                    <a:pt x="4082" y="8784"/>
                  </a:moveTo>
                  <a:cubicBezTo>
                    <a:pt x="4212" y="8784"/>
                    <a:pt x="4402" y="8858"/>
                    <a:pt x="4402" y="8931"/>
                  </a:cubicBezTo>
                  <a:lnTo>
                    <a:pt x="4402" y="9565"/>
                  </a:lnTo>
                  <a:lnTo>
                    <a:pt x="4402" y="10198"/>
                  </a:lnTo>
                  <a:cubicBezTo>
                    <a:pt x="4402" y="10291"/>
                    <a:pt x="4250" y="10350"/>
                    <a:pt x="4118" y="10350"/>
                  </a:cubicBezTo>
                  <a:cubicBezTo>
                    <a:pt x="4070" y="10350"/>
                    <a:pt x="4025" y="10342"/>
                    <a:pt x="3991" y="10325"/>
                  </a:cubicBezTo>
                  <a:lnTo>
                    <a:pt x="3421" y="10008"/>
                  </a:lnTo>
                  <a:lnTo>
                    <a:pt x="2787" y="9691"/>
                  </a:lnTo>
                  <a:cubicBezTo>
                    <a:pt x="2692" y="9660"/>
                    <a:pt x="2597" y="9501"/>
                    <a:pt x="2724" y="9438"/>
                  </a:cubicBezTo>
                  <a:lnTo>
                    <a:pt x="3231" y="9121"/>
                  </a:lnTo>
                  <a:lnTo>
                    <a:pt x="3991" y="8805"/>
                  </a:lnTo>
                  <a:cubicBezTo>
                    <a:pt x="4012" y="8790"/>
                    <a:pt x="4045" y="8784"/>
                    <a:pt x="4082" y="8784"/>
                  </a:cubicBezTo>
                  <a:close/>
                  <a:moveTo>
                    <a:pt x="5598" y="8784"/>
                  </a:moveTo>
                  <a:cubicBezTo>
                    <a:pt x="5623" y="8784"/>
                    <a:pt x="5648" y="8790"/>
                    <a:pt x="5669" y="8805"/>
                  </a:cubicBezTo>
                  <a:lnTo>
                    <a:pt x="6176" y="9121"/>
                  </a:lnTo>
                  <a:lnTo>
                    <a:pt x="6777" y="9438"/>
                  </a:lnTo>
                  <a:cubicBezTo>
                    <a:pt x="6872" y="9501"/>
                    <a:pt x="6872" y="9660"/>
                    <a:pt x="6777" y="9691"/>
                  </a:cubicBezTo>
                  <a:lnTo>
                    <a:pt x="6239" y="10008"/>
                  </a:lnTo>
                  <a:lnTo>
                    <a:pt x="5669" y="10325"/>
                  </a:lnTo>
                  <a:cubicBezTo>
                    <a:pt x="5635" y="10342"/>
                    <a:pt x="5601" y="10350"/>
                    <a:pt x="5570" y="10350"/>
                  </a:cubicBezTo>
                  <a:cubicBezTo>
                    <a:pt x="5484" y="10350"/>
                    <a:pt x="5416" y="10291"/>
                    <a:pt x="5416" y="10198"/>
                  </a:cubicBezTo>
                  <a:lnTo>
                    <a:pt x="5416" y="9565"/>
                  </a:lnTo>
                  <a:lnTo>
                    <a:pt x="5416" y="8931"/>
                  </a:lnTo>
                  <a:cubicBezTo>
                    <a:pt x="5416" y="8858"/>
                    <a:pt x="5511" y="8784"/>
                    <a:pt x="5598" y="8784"/>
                  </a:cubicBezTo>
                  <a:close/>
                  <a:moveTo>
                    <a:pt x="3199" y="1"/>
                  </a:moveTo>
                  <a:cubicBezTo>
                    <a:pt x="1425" y="1"/>
                    <a:pt x="0" y="1426"/>
                    <a:pt x="0" y="3199"/>
                  </a:cubicBezTo>
                  <a:lnTo>
                    <a:pt x="0" y="8615"/>
                  </a:lnTo>
                  <a:cubicBezTo>
                    <a:pt x="0" y="10388"/>
                    <a:pt x="1425" y="11813"/>
                    <a:pt x="3199" y="11813"/>
                  </a:cubicBezTo>
                  <a:lnTo>
                    <a:pt x="5606" y="11813"/>
                  </a:lnTo>
                  <a:cubicBezTo>
                    <a:pt x="7348" y="11813"/>
                    <a:pt x="8773" y="10388"/>
                    <a:pt x="8773" y="8615"/>
                  </a:cubicBezTo>
                  <a:lnTo>
                    <a:pt x="8773" y="3199"/>
                  </a:lnTo>
                  <a:cubicBezTo>
                    <a:pt x="8773" y="1426"/>
                    <a:pt x="7348" y="1"/>
                    <a:pt x="5606" y="1"/>
                  </a:cubicBezTo>
                  <a:close/>
                </a:path>
              </a:pathLst>
            </a:custGeom>
            <a:solidFill>
              <a:srgbClr val="416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a:off x="3800719" y="2251092"/>
              <a:ext cx="166945" cy="147580"/>
            </a:xfrm>
            <a:custGeom>
              <a:avLst/>
              <a:gdLst/>
              <a:ahLst/>
              <a:cxnLst/>
              <a:rect l="l" t="t" r="r" b="b"/>
              <a:pathLst>
                <a:path w="5733" h="5068" extrusionOk="0">
                  <a:moveTo>
                    <a:pt x="444" y="0"/>
                  </a:moveTo>
                  <a:cubicBezTo>
                    <a:pt x="191" y="0"/>
                    <a:pt x="1" y="222"/>
                    <a:pt x="1" y="475"/>
                  </a:cubicBezTo>
                  <a:lnTo>
                    <a:pt x="1" y="4592"/>
                  </a:lnTo>
                  <a:cubicBezTo>
                    <a:pt x="1" y="4846"/>
                    <a:pt x="191" y="5067"/>
                    <a:pt x="444" y="5067"/>
                  </a:cubicBezTo>
                  <a:lnTo>
                    <a:pt x="5290" y="5067"/>
                  </a:lnTo>
                  <a:cubicBezTo>
                    <a:pt x="5543" y="5067"/>
                    <a:pt x="5733" y="4846"/>
                    <a:pt x="5733" y="4592"/>
                  </a:cubicBezTo>
                  <a:lnTo>
                    <a:pt x="5733" y="475"/>
                  </a:lnTo>
                  <a:cubicBezTo>
                    <a:pt x="5733" y="222"/>
                    <a:pt x="5543" y="0"/>
                    <a:pt x="5290" y="0"/>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a:off x="3904007" y="2433092"/>
              <a:ext cx="42457" cy="45602"/>
            </a:xfrm>
            <a:custGeom>
              <a:avLst/>
              <a:gdLst/>
              <a:ahLst/>
              <a:cxnLst/>
              <a:rect l="l" t="t" r="r" b="b"/>
              <a:pathLst>
                <a:path w="1458" h="1566" extrusionOk="0">
                  <a:moveTo>
                    <a:pt x="170" y="0"/>
                  </a:moveTo>
                  <a:cubicBezTo>
                    <a:pt x="77" y="0"/>
                    <a:pt x="1" y="74"/>
                    <a:pt x="1" y="147"/>
                  </a:cubicBezTo>
                  <a:lnTo>
                    <a:pt x="1" y="781"/>
                  </a:lnTo>
                  <a:lnTo>
                    <a:pt x="1" y="1414"/>
                  </a:lnTo>
                  <a:cubicBezTo>
                    <a:pt x="1" y="1507"/>
                    <a:pt x="69" y="1566"/>
                    <a:pt x="155" y="1566"/>
                  </a:cubicBezTo>
                  <a:cubicBezTo>
                    <a:pt x="186" y="1566"/>
                    <a:pt x="220" y="1558"/>
                    <a:pt x="254" y="1541"/>
                  </a:cubicBezTo>
                  <a:lnTo>
                    <a:pt x="824" y="1224"/>
                  </a:lnTo>
                  <a:lnTo>
                    <a:pt x="1362" y="907"/>
                  </a:lnTo>
                  <a:cubicBezTo>
                    <a:pt x="1457" y="876"/>
                    <a:pt x="1457" y="717"/>
                    <a:pt x="1362" y="654"/>
                  </a:cubicBezTo>
                  <a:lnTo>
                    <a:pt x="792" y="337"/>
                  </a:lnTo>
                  <a:lnTo>
                    <a:pt x="254" y="21"/>
                  </a:lnTo>
                  <a:cubicBezTo>
                    <a:pt x="226" y="6"/>
                    <a:pt x="197" y="0"/>
                    <a:pt x="170" y="0"/>
                  </a:cubicBez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a:off x="3822850" y="2433092"/>
              <a:ext cx="51688" cy="45602"/>
            </a:xfrm>
            <a:custGeom>
              <a:avLst/>
              <a:gdLst/>
              <a:ahLst/>
              <a:cxnLst/>
              <a:rect l="l" t="t" r="r" b="b"/>
              <a:pathLst>
                <a:path w="1775" h="1566" extrusionOk="0">
                  <a:moveTo>
                    <a:pt x="1467" y="0"/>
                  </a:moveTo>
                  <a:cubicBezTo>
                    <a:pt x="1428" y="0"/>
                    <a:pt x="1391" y="6"/>
                    <a:pt x="1363" y="21"/>
                  </a:cubicBezTo>
                  <a:lnTo>
                    <a:pt x="666" y="337"/>
                  </a:lnTo>
                  <a:lnTo>
                    <a:pt x="128" y="654"/>
                  </a:lnTo>
                  <a:cubicBezTo>
                    <a:pt x="1" y="717"/>
                    <a:pt x="32" y="876"/>
                    <a:pt x="159" y="907"/>
                  </a:cubicBezTo>
                  <a:lnTo>
                    <a:pt x="729" y="1224"/>
                  </a:lnTo>
                  <a:lnTo>
                    <a:pt x="1363" y="1541"/>
                  </a:lnTo>
                  <a:cubicBezTo>
                    <a:pt x="1397" y="1558"/>
                    <a:pt x="1442" y="1566"/>
                    <a:pt x="1490" y="1566"/>
                  </a:cubicBezTo>
                  <a:cubicBezTo>
                    <a:pt x="1622" y="1566"/>
                    <a:pt x="1774" y="1507"/>
                    <a:pt x="1774" y="1414"/>
                  </a:cubicBezTo>
                  <a:lnTo>
                    <a:pt x="1774" y="781"/>
                  </a:lnTo>
                  <a:lnTo>
                    <a:pt x="1774" y="147"/>
                  </a:lnTo>
                  <a:cubicBezTo>
                    <a:pt x="1774" y="74"/>
                    <a:pt x="1603" y="0"/>
                    <a:pt x="1467" y="0"/>
                  </a:cubicBez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3758291" y="1407747"/>
              <a:ext cx="881666" cy="667955"/>
            </a:xfrm>
            <a:custGeom>
              <a:avLst/>
              <a:gdLst/>
              <a:ahLst/>
              <a:cxnLst/>
              <a:rect l="l" t="t" r="r" b="b"/>
              <a:pathLst>
                <a:path w="30277" h="22938" extrusionOk="0">
                  <a:moveTo>
                    <a:pt x="26397" y="0"/>
                  </a:moveTo>
                  <a:cubicBezTo>
                    <a:pt x="26255" y="0"/>
                    <a:pt x="26112" y="48"/>
                    <a:pt x="26001" y="143"/>
                  </a:cubicBezTo>
                  <a:lnTo>
                    <a:pt x="25653" y="459"/>
                  </a:lnTo>
                  <a:cubicBezTo>
                    <a:pt x="24101" y="1853"/>
                    <a:pt x="22201" y="2771"/>
                    <a:pt x="20143" y="3088"/>
                  </a:cubicBezTo>
                  <a:cubicBezTo>
                    <a:pt x="18084" y="3404"/>
                    <a:pt x="15836" y="3689"/>
                    <a:pt x="15519" y="3848"/>
                  </a:cubicBezTo>
                  <a:cubicBezTo>
                    <a:pt x="14284" y="4386"/>
                    <a:pt x="12510" y="4766"/>
                    <a:pt x="11434" y="5590"/>
                  </a:cubicBezTo>
                  <a:cubicBezTo>
                    <a:pt x="8742" y="7585"/>
                    <a:pt x="4403" y="9992"/>
                    <a:pt x="1806" y="11385"/>
                  </a:cubicBezTo>
                  <a:cubicBezTo>
                    <a:pt x="634" y="12018"/>
                    <a:pt x="1" y="13348"/>
                    <a:pt x="318" y="14647"/>
                  </a:cubicBezTo>
                  <a:cubicBezTo>
                    <a:pt x="856" y="17117"/>
                    <a:pt x="1521" y="20854"/>
                    <a:pt x="1711" y="21962"/>
                  </a:cubicBezTo>
                  <a:cubicBezTo>
                    <a:pt x="1740" y="22136"/>
                    <a:pt x="1901" y="22283"/>
                    <a:pt x="2074" y="22283"/>
                  </a:cubicBezTo>
                  <a:cubicBezTo>
                    <a:pt x="2090" y="22283"/>
                    <a:pt x="2106" y="22282"/>
                    <a:pt x="2123" y="22279"/>
                  </a:cubicBezTo>
                  <a:cubicBezTo>
                    <a:pt x="4213" y="22152"/>
                    <a:pt x="3833" y="17719"/>
                    <a:pt x="3485" y="15534"/>
                  </a:cubicBezTo>
                  <a:cubicBezTo>
                    <a:pt x="3390" y="14837"/>
                    <a:pt x="3770" y="14172"/>
                    <a:pt x="4435" y="13918"/>
                  </a:cubicBezTo>
                  <a:cubicBezTo>
                    <a:pt x="5385" y="13538"/>
                    <a:pt x="6810" y="12937"/>
                    <a:pt x="8045" y="12177"/>
                  </a:cubicBezTo>
                  <a:cubicBezTo>
                    <a:pt x="8771" y="11743"/>
                    <a:pt x="9582" y="11555"/>
                    <a:pt x="10341" y="11555"/>
                  </a:cubicBezTo>
                  <a:cubicBezTo>
                    <a:pt x="11802" y="11555"/>
                    <a:pt x="13071" y="12253"/>
                    <a:pt x="13175" y="13253"/>
                  </a:cubicBezTo>
                  <a:cubicBezTo>
                    <a:pt x="13334" y="14805"/>
                    <a:pt x="11877" y="15090"/>
                    <a:pt x="11877" y="15090"/>
                  </a:cubicBezTo>
                  <a:cubicBezTo>
                    <a:pt x="11877" y="15090"/>
                    <a:pt x="9185" y="15850"/>
                    <a:pt x="6525" y="19144"/>
                  </a:cubicBezTo>
                  <a:cubicBezTo>
                    <a:pt x="5226" y="20696"/>
                    <a:pt x="5290" y="21772"/>
                    <a:pt x="5733" y="22437"/>
                  </a:cubicBezTo>
                  <a:cubicBezTo>
                    <a:pt x="5950" y="22771"/>
                    <a:pt x="6307" y="22937"/>
                    <a:pt x="6670" y="22937"/>
                  </a:cubicBezTo>
                  <a:cubicBezTo>
                    <a:pt x="6997" y="22937"/>
                    <a:pt x="7330" y="22802"/>
                    <a:pt x="7570" y="22532"/>
                  </a:cubicBezTo>
                  <a:cubicBezTo>
                    <a:pt x="9185" y="20569"/>
                    <a:pt x="14125" y="17149"/>
                    <a:pt x="17007" y="16484"/>
                  </a:cubicBezTo>
                  <a:cubicBezTo>
                    <a:pt x="18337" y="16167"/>
                    <a:pt x="19572" y="15692"/>
                    <a:pt x="20586" y="15217"/>
                  </a:cubicBezTo>
                  <a:cubicBezTo>
                    <a:pt x="21948" y="14520"/>
                    <a:pt x="23183" y="13570"/>
                    <a:pt x="24133" y="12367"/>
                  </a:cubicBezTo>
                  <a:cubicBezTo>
                    <a:pt x="24766" y="11575"/>
                    <a:pt x="25558" y="10720"/>
                    <a:pt x="26223" y="10023"/>
                  </a:cubicBezTo>
                  <a:cubicBezTo>
                    <a:pt x="27173" y="8978"/>
                    <a:pt x="28345" y="8091"/>
                    <a:pt x="29612" y="7458"/>
                  </a:cubicBezTo>
                  <a:lnTo>
                    <a:pt x="29865" y="7331"/>
                  </a:lnTo>
                  <a:cubicBezTo>
                    <a:pt x="30118" y="7205"/>
                    <a:pt x="30277" y="6920"/>
                    <a:pt x="30213" y="6603"/>
                  </a:cubicBezTo>
                  <a:cubicBezTo>
                    <a:pt x="29738" y="3404"/>
                    <a:pt x="27648" y="1029"/>
                    <a:pt x="26793" y="143"/>
                  </a:cubicBezTo>
                  <a:cubicBezTo>
                    <a:pt x="26682" y="48"/>
                    <a:pt x="26540" y="0"/>
                    <a:pt x="26397" y="0"/>
                  </a:cubicBezTo>
                  <a:close/>
                </a:path>
              </a:pathLst>
            </a:custGeom>
            <a:solidFill>
              <a:srgbClr val="E9C6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3917839" y="2013152"/>
              <a:ext cx="75654" cy="59580"/>
            </a:xfrm>
            <a:custGeom>
              <a:avLst/>
              <a:gdLst/>
              <a:ahLst/>
              <a:cxnLst/>
              <a:rect l="l" t="t" r="r" b="b"/>
              <a:pathLst>
                <a:path w="2598" h="2046" extrusionOk="0">
                  <a:moveTo>
                    <a:pt x="1458" y="1"/>
                  </a:moveTo>
                  <a:cubicBezTo>
                    <a:pt x="1458" y="1"/>
                    <a:pt x="1" y="1109"/>
                    <a:pt x="887" y="1996"/>
                  </a:cubicBezTo>
                  <a:cubicBezTo>
                    <a:pt x="887" y="1996"/>
                    <a:pt x="956" y="2045"/>
                    <a:pt x="1093" y="2045"/>
                  </a:cubicBezTo>
                  <a:cubicBezTo>
                    <a:pt x="1351" y="2045"/>
                    <a:pt x="1853" y="1870"/>
                    <a:pt x="2598" y="856"/>
                  </a:cubicBezTo>
                  <a:cubicBezTo>
                    <a:pt x="2598" y="856"/>
                    <a:pt x="2154" y="127"/>
                    <a:pt x="1458" y="1"/>
                  </a:cubicBezTo>
                  <a:close/>
                </a:path>
              </a:pathLst>
            </a:custGeom>
            <a:solidFill>
              <a:srgbClr val="F5DE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a:off x="3801650" y="2012191"/>
              <a:ext cx="7396" cy="36953"/>
            </a:xfrm>
            <a:custGeom>
              <a:avLst/>
              <a:gdLst/>
              <a:ahLst/>
              <a:cxnLst/>
              <a:rect l="l" t="t" r="r" b="b"/>
              <a:pathLst>
                <a:path w="254" h="1269" extrusionOk="0">
                  <a:moveTo>
                    <a:pt x="32" y="1"/>
                  </a:moveTo>
                  <a:cubicBezTo>
                    <a:pt x="32" y="1"/>
                    <a:pt x="32" y="1"/>
                    <a:pt x="32" y="2"/>
                  </a:cubicBezTo>
                  <a:cubicBezTo>
                    <a:pt x="0" y="477"/>
                    <a:pt x="254" y="1269"/>
                    <a:pt x="254" y="1269"/>
                  </a:cubicBezTo>
                  <a:cubicBezTo>
                    <a:pt x="254" y="650"/>
                    <a:pt x="42" y="1"/>
                    <a:pt x="32" y="1"/>
                  </a:cubicBezTo>
                  <a:close/>
                </a:path>
              </a:pathLst>
            </a:custGeom>
            <a:solidFill>
              <a:srgbClr val="F5DE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a:off x="3580309" y="1613946"/>
              <a:ext cx="38468" cy="1660"/>
            </a:xfrm>
            <a:custGeom>
              <a:avLst/>
              <a:gdLst/>
              <a:ahLst/>
              <a:cxnLst/>
              <a:rect l="l" t="t" r="r" b="b"/>
              <a:pathLst>
                <a:path w="1321" h="57" extrusionOk="0">
                  <a:moveTo>
                    <a:pt x="752" y="1"/>
                  </a:moveTo>
                  <a:cubicBezTo>
                    <a:pt x="367" y="1"/>
                    <a:pt x="1" y="29"/>
                    <a:pt x="1" y="29"/>
                  </a:cubicBezTo>
                  <a:cubicBezTo>
                    <a:pt x="201" y="50"/>
                    <a:pt x="416" y="57"/>
                    <a:pt x="612" y="57"/>
                  </a:cubicBezTo>
                  <a:cubicBezTo>
                    <a:pt x="1004" y="57"/>
                    <a:pt x="1320" y="29"/>
                    <a:pt x="1299" y="29"/>
                  </a:cubicBezTo>
                  <a:cubicBezTo>
                    <a:pt x="1141" y="8"/>
                    <a:pt x="944" y="1"/>
                    <a:pt x="752" y="1"/>
                  </a:cubicBezTo>
                  <a:close/>
                </a:path>
              </a:pathLst>
            </a:custGeom>
            <a:solidFill>
              <a:srgbClr val="F5DE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20"/>
          <p:cNvSpPr txBox="1"/>
          <p:nvPr/>
        </p:nvSpPr>
        <p:spPr>
          <a:xfrm>
            <a:off x="2103125" y="308700"/>
            <a:ext cx="8572500" cy="921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latin typeface="Fira Sans Extra Condensed Medium"/>
                <a:ea typeface="Fira Sans Extra Condensed Medium"/>
                <a:cs typeface="Fira Sans Extra Condensed Medium"/>
                <a:sym typeface="Fira Sans Extra Condensed Medium"/>
              </a:rPr>
              <a:t>Which demographic groups show higher risk profiles? </a:t>
            </a:r>
            <a:endParaRPr sz="2500">
              <a:latin typeface="Fira Sans Extra Condensed Medium"/>
              <a:ea typeface="Fira Sans Extra Condensed Medium"/>
              <a:cs typeface="Fira Sans Extra Condensed Medium"/>
              <a:sym typeface="Fira Sans Extra Condensed Medium"/>
            </a:endParaRPr>
          </a:p>
        </p:txBody>
      </p:sp>
      <p:sp>
        <p:nvSpPr>
          <p:cNvPr id="493" name="Google Shape;493;p20"/>
          <p:cNvSpPr/>
          <p:nvPr/>
        </p:nvSpPr>
        <p:spPr>
          <a:xfrm>
            <a:off x="4786010" y="1074857"/>
            <a:ext cx="105098" cy="56518"/>
          </a:xfrm>
          <a:custGeom>
            <a:avLst/>
            <a:gdLst/>
            <a:ahLst/>
            <a:cxnLst/>
            <a:rect l="l" t="t" r="r" b="b"/>
            <a:pathLst>
              <a:path w="3390" h="1823" extrusionOk="0">
                <a:moveTo>
                  <a:pt x="3233" y="0"/>
                </a:moveTo>
                <a:cubicBezTo>
                  <a:pt x="3222" y="0"/>
                  <a:pt x="3211" y="6"/>
                  <a:pt x="3199" y="17"/>
                </a:cubicBezTo>
                <a:cubicBezTo>
                  <a:pt x="2408" y="555"/>
                  <a:pt x="1584" y="1252"/>
                  <a:pt x="1" y="1822"/>
                </a:cubicBezTo>
                <a:cubicBezTo>
                  <a:pt x="951" y="1696"/>
                  <a:pt x="1932" y="1506"/>
                  <a:pt x="2883" y="1252"/>
                </a:cubicBezTo>
                <a:cubicBezTo>
                  <a:pt x="2946" y="1220"/>
                  <a:pt x="3009" y="1220"/>
                  <a:pt x="3073" y="1189"/>
                </a:cubicBezTo>
                <a:cubicBezTo>
                  <a:pt x="3389" y="555"/>
                  <a:pt x="3339" y="0"/>
                  <a:pt x="3233"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4" name="Google Shape;494;p20" title="BMI_Ethnic_Boxplot.png"/>
          <p:cNvPicPr preferRelativeResize="0"/>
          <p:nvPr/>
        </p:nvPicPr>
        <p:blipFill rotWithShape="1">
          <a:blip r:embed="rId3">
            <a:alphaModFix/>
          </a:blip>
          <a:srcRect/>
          <a:stretch/>
        </p:blipFill>
        <p:spPr>
          <a:xfrm>
            <a:off x="99013" y="1395712"/>
            <a:ext cx="4325375" cy="2595221"/>
          </a:xfrm>
          <a:prstGeom prst="rect">
            <a:avLst/>
          </a:prstGeom>
          <a:noFill/>
          <a:ln w="114300" cap="flat" cmpd="sng">
            <a:solidFill>
              <a:schemeClr val="accent5"/>
            </a:solidFill>
            <a:prstDash val="solid"/>
            <a:round/>
            <a:headEnd type="none" w="sm" len="sm"/>
            <a:tailEnd type="none" w="sm" len="sm"/>
          </a:ln>
        </p:spPr>
      </p:pic>
      <p:pic>
        <p:nvPicPr>
          <p:cNvPr id="495" name="Google Shape;495;p20" title="family_gender_countplot.png"/>
          <p:cNvPicPr preferRelativeResize="0"/>
          <p:nvPr/>
        </p:nvPicPr>
        <p:blipFill rotWithShape="1">
          <a:blip r:embed="rId4">
            <a:alphaModFix/>
          </a:blip>
          <a:srcRect t="10000" b="10000"/>
          <a:stretch/>
        </p:blipFill>
        <p:spPr>
          <a:xfrm>
            <a:off x="4719604" y="1395712"/>
            <a:ext cx="4325384" cy="2595225"/>
          </a:xfrm>
          <a:prstGeom prst="rect">
            <a:avLst/>
          </a:prstGeom>
          <a:noFill/>
          <a:ln w="114300" cap="flat" cmpd="sng">
            <a:solidFill>
              <a:schemeClr val="accent5"/>
            </a:solidFill>
            <a:prstDash val="solid"/>
            <a:round/>
            <a:headEnd type="none" w="sm" len="sm"/>
            <a:tailEnd type="none" w="sm" len="sm"/>
          </a:ln>
        </p:spPr>
      </p:pic>
      <p:grpSp>
        <p:nvGrpSpPr>
          <p:cNvPr id="496" name="Google Shape;496;p20"/>
          <p:cNvGrpSpPr/>
          <p:nvPr/>
        </p:nvGrpSpPr>
        <p:grpSpPr>
          <a:xfrm>
            <a:off x="-260746" y="-196459"/>
            <a:ext cx="1435907" cy="1307313"/>
            <a:chOff x="2080804" y="2779241"/>
            <a:chExt cx="1435907" cy="1307313"/>
          </a:xfrm>
        </p:grpSpPr>
        <p:sp>
          <p:nvSpPr>
            <p:cNvPr id="497" name="Google Shape;497;p20"/>
            <p:cNvSpPr/>
            <p:nvPr/>
          </p:nvSpPr>
          <p:spPr>
            <a:xfrm>
              <a:off x="2080804" y="2779241"/>
              <a:ext cx="1435907" cy="1307313"/>
            </a:xfrm>
            <a:custGeom>
              <a:avLst/>
              <a:gdLst/>
              <a:ahLst/>
              <a:cxnLst/>
              <a:rect l="l" t="t" r="r" b="b"/>
              <a:pathLst>
                <a:path w="49310" h="44894" extrusionOk="0">
                  <a:moveTo>
                    <a:pt x="24636" y="0"/>
                  </a:moveTo>
                  <a:cubicBezTo>
                    <a:pt x="14410" y="0"/>
                    <a:pt x="5183" y="7025"/>
                    <a:pt x="2788" y="17396"/>
                  </a:cubicBezTo>
                  <a:cubicBezTo>
                    <a:pt x="1" y="29493"/>
                    <a:pt x="7538" y="41527"/>
                    <a:pt x="19604" y="44314"/>
                  </a:cubicBezTo>
                  <a:cubicBezTo>
                    <a:pt x="21304" y="44706"/>
                    <a:pt x="23003" y="44894"/>
                    <a:pt x="24674" y="44894"/>
                  </a:cubicBezTo>
                  <a:cubicBezTo>
                    <a:pt x="34901" y="44894"/>
                    <a:pt x="44128" y="37869"/>
                    <a:pt x="46523" y="27498"/>
                  </a:cubicBezTo>
                  <a:cubicBezTo>
                    <a:pt x="49310" y="15401"/>
                    <a:pt x="41772" y="3366"/>
                    <a:pt x="29707" y="580"/>
                  </a:cubicBezTo>
                  <a:cubicBezTo>
                    <a:pt x="28007" y="188"/>
                    <a:pt x="26308" y="0"/>
                    <a:pt x="24636" y="0"/>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0"/>
            <p:cNvSpPr/>
            <p:nvPr/>
          </p:nvSpPr>
          <p:spPr>
            <a:xfrm>
              <a:off x="3287071" y="3396440"/>
              <a:ext cx="37827" cy="128215"/>
            </a:xfrm>
            <a:custGeom>
              <a:avLst/>
              <a:gdLst/>
              <a:ahLst/>
              <a:cxnLst/>
              <a:rect l="l" t="t" r="r" b="b"/>
              <a:pathLst>
                <a:path w="1299" h="4403" extrusionOk="0">
                  <a:moveTo>
                    <a:pt x="0" y="1"/>
                  </a:moveTo>
                  <a:lnTo>
                    <a:pt x="63" y="4403"/>
                  </a:lnTo>
                  <a:lnTo>
                    <a:pt x="380" y="4403"/>
                  </a:lnTo>
                  <a:lnTo>
                    <a:pt x="348" y="3611"/>
                  </a:lnTo>
                  <a:lnTo>
                    <a:pt x="507" y="3611"/>
                  </a:lnTo>
                  <a:lnTo>
                    <a:pt x="538" y="4403"/>
                  </a:lnTo>
                  <a:lnTo>
                    <a:pt x="823" y="4371"/>
                  </a:lnTo>
                  <a:lnTo>
                    <a:pt x="823" y="3611"/>
                  </a:lnTo>
                  <a:lnTo>
                    <a:pt x="982" y="3611"/>
                  </a:lnTo>
                  <a:lnTo>
                    <a:pt x="982" y="4371"/>
                  </a:lnTo>
                  <a:lnTo>
                    <a:pt x="1299" y="4371"/>
                  </a:lnTo>
                  <a:lnTo>
                    <a:pt x="1267" y="1"/>
                  </a:lnTo>
                  <a:lnTo>
                    <a:pt x="950" y="1"/>
                  </a:lnTo>
                  <a:lnTo>
                    <a:pt x="950" y="1268"/>
                  </a:lnTo>
                  <a:lnTo>
                    <a:pt x="317" y="1268"/>
                  </a:lnTo>
                  <a:lnTo>
                    <a:pt x="317" y="1"/>
                  </a:ln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0"/>
            <p:cNvSpPr/>
            <p:nvPr/>
          </p:nvSpPr>
          <p:spPr>
            <a:xfrm>
              <a:off x="3296273" y="3378007"/>
              <a:ext cx="18491" cy="55357"/>
            </a:xfrm>
            <a:custGeom>
              <a:avLst/>
              <a:gdLst/>
              <a:ahLst/>
              <a:cxnLst/>
              <a:rect l="l" t="t" r="r" b="b"/>
              <a:pathLst>
                <a:path w="635" h="1901" extrusionOk="0">
                  <a:moveTo>
                    <a:pt x="1" y="1"/>
                  </a:moveTo>
                  <a:lnTo>
                    <a:pt x="1" y="539"/>
                  </a:lnTo>
                  <a:lnTo>
                    <a:pt x="1" y="1901"/>
                  </a:lnTo>
                  <a:lnTo>
                    <a:pt x="634" y="1901"/>
                  </a:lnTo>
                  <a:lnTo>
                    <a:pt x="634" y="539"/>
                  </a:lnTo>
                  <a:lnTo>
                    <a:pt x="634" y="1"/>
                  </a:ln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0"/>
            <p:cNvSpPr/>
            <p:nvPr/>
          </p:nvSpPr>
          <p:spPr>
            <a:xfrm>
              <a:off x="3297205" y="3501592"/>
              <a:ext cx="5562" cy="22160"/>
            </a:xfrm>
            <a:custGeom>
              <a:avLst/>
              <a:gdLst/>
              <a:ahLst/>
              <a:cxnLst/>
              <a:rect l="l" t="t" r="r" b="b"/>
              <a:pathLst>
                <a:path w="191" h="761" extrusionOk="0">
                  <a:moveTo>
                    <a:pt x="0" y="0"/>
                  </a:moveTo>
                  <a:lnTo>
                    <a:pt x="32" y="760"/>
                  </a:lnTo>
                  <a:lnTo>
                    <a:pt x="190" y="760"/>
                  </a:lnTo>
                  <a:lnTo>
                    <a:pt x="159" y="0"/>
                  </a:ln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0"/>
            <p:cNvSpPr/>
            <p:nvPr/>
          </p:nvSpPr>
          <p:spPr>
            <a:xfrm>
              <a:off x="3311037" y="3500660"/>
              <a:ext cx="4630" cy="23092"/>
            </a:xfrm>
            <a:custGeom>
              <a:avLst/>
              <a:gdLst/>
              <a:ahLst/>
              <a:cxnLst/>
              <a:rect l="l" t="t" r="r" b="b"/>
              <a:pathLst>
                <a:path w="159" h="793" extrusionOk="0">
                  <a:moveTo>
                    <a:pt x="0" y="1"/>
                  </a:moveTo>
                  <a:lnTo>
                    <a:pt x="0" y="792"/>
                  </a:lnTo>
                  <a:lnTo>
                    <a:pt x="159" y="792"/>
                  </a:lnTo>
                  <a:lnTo>
                    <a:pt x="159" y="1"/>
                  </a:ln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0"/>
            <p:cNvSpPr/>
            <p:nvPr/>
          </p:nvSpPr>
          <p:spPr>
            <a:xfrm>
              <a:off x="3191150" y="3514492"/>
              <a:ext cx="234270" cy="320029"/>
            </a:xfrm>
            <a:custGeom>
              <a:avLst/>
              <a:gdLst/>
              <a:ahLst/>
              <a:cxnLst/>
              <a:rect l="l" t="t" r="r" b="b"/>
              <a:pathLst>
                <a:path w="8045" h="10990" extrusionOk="0">
                  <a:moveTo>
                    <a:pt x="5479" y="2122"/>
                  </a:moveTo>
                  <a:cubicBezTo>
                    <a:pt x="5733" y="2122"/>
                    <a:pt x="5923" y="2312"/>
                    <a:pt x="5923" y="2534"/>
                  </a:cubicBezTo>
                  <a:lnTo>
                    <a:pt x="5923" y="6303"/>
                  </a:lnTo>
                  <a:cubicBezTo>
                    <a:pt x="5923" y="6556"/>
                    <a:pt x="5733" y="6746"/>
                    <a:pt x="5479" y="6746"/>
                  </a:cubicBezTo>
                  <a:lnTo>
                    <a:pt x="1711" y="6746"/>
                  </a:lnTo>
                  <a:cubicBezTo>
                    <a:pt x="1457" y="6746"/>
                    <a:pt x="1267" y="6556"/>
                    <a:pt x="1267" y="6303"/>
                  </a:cubicBezTo>
                  <a:lnTo>
                    <a:pt x="1267" y="2534"/>
                  </a:lnTo>
                  <a:cubicBezTo>
                    <a:pt x="1267" y="2312"/>
                    <a:pt x="1457" y="2122"/>
                    <a:pt x="1711" y="2122"/>
                  </a:cubicBezTo>
                  <a:close/>
                  <a:moveTo>
                    <a:pt x="4532" y="8005"/>
                  </a:moveTo>
                  <a:cubicBezTo>
                    <a:pt x="4555" y="8005"/>
                    <a:pt x="4576" y="8007"/>
                    <a:pt x="4593" y="8013"/>
                  </a:cubicBezTo>
                  <a:lnTo>
                    <a:pt x="5194" y="8330"/>
                  </a:lnTo>
                  <a:lnTo>
                    <a:pt x="5764" y="8615"/>
                  </a:lnTo>
                  <a:cubicBezTo>
                    <a:pt x="5859" y="8678"/>
                    <a:pt x="5891" y="8836"/>
                    <a:pt x="5796" y="8900"/>
                  </a:cubicBezTo>
                  <a:lnTo>
                    <a:pt x="5258" y="9185"/>
                  </a:lnTo>
                  <a:lnTo>
                    <a:pt x="4593" y="9470"/>
                  </a:lnTo>
                  <a:cubicBezTo>
                    <a:pt x="4567" y="9487"/>
                    <a:pt x="4530" y="9494"/>
                    <a:pt x="4490" y="9494"/>
                  </a:cubicBezTo>
                  <a:cubicBezTo>
                    <a:pt x="4380" y="9494"/>
                    <a:pt x="4244" y="9436"/>
                    <a:pt x="4244" y="9343"/>
                  </a:cubicBezTo>
                  <a:lnTo>
                    <a:pt x="4244" y="8773"/>
                  </a:lnTo>
                  <a:lnTo>
                    <a:pt x="4244" y="8171"/>
                  </a:lnTo>
                  <a:cubicBezTo>
                    <a:pt x="4244" y="8066"/>
                    <a:pt x="4418" y="8005"/>
                    <a:pt x="4532" y="8005"/>
                  </a:cubicBezTo>
                  <a:close/>
                  <a:moveTo>
                    <a:pt x="3169" y="8020"/>
                  </a:moveTo>
                  <a:cubicBezTo>
                    <a:pt x="3270" y="8020"/>
                    <a:pt x="3389" y="8078"/>
                    <a:pt x="3389" y="8171"/>
                  </a:cubicBezTo>
                  <a:lnTo>
                    <a:pt x="3389" y="8773"/>
                  </a:lnTo>
                  <a:lnTo>
                    <a:pt x="3389" y="9375"/>
                  </a:lnTo>
                  <a:cubicBezTo>
                    <a:pt x="3389" y="9453"/>
                    <a:pt x="3239" y="9509"/>
                    <a:pt x="3133" y="9509"/>
                  </a:cubicBezTo>
                  <a:cubicBezTo>
                    <a:pt x="3110" y="9509"/>
                    <a:pt x="3089" y="9507"/>
                    <a:pt x="3072" y="9501"/>
                  </a:cubicBezTo>
                  <a:lnTo>
                    <a:pt x="2502" y="9185"/>
                  </a:lnTo>
                  <a:lnTo>
                    <a:pt x="1932" y="8900"/>
                  </a:lnTo>
                  <a:cubicBezTo>
                    <a:pt x="1837" y="8836"/>
                    <a:pt x="1837" y="8678"/>
                    <a:pt x="1932" y="8646"/>
                  </a:cubicBezTo>
                  <a:lnTo>
                    <a:pt x="2439" y="8330"/>
                  </a:lnTo>
                  <a:lnTo>
                    <a:pt x="3072" y="8044"/>
                  </a:lnTo>
                  <a:cubicBezTo>
                    <a:pt x="3098" y="8028"/>
                    <a:pt x="3132" y="8020"/>
                    <a:pt x="3169" y="8020"/>
                  </a:cubicBezTo>
                  <a:close/>
                  <a:moveTo>
                    <a:pt x="3041" y="1"/>
                  </a:moveTo>
                  <a:cubicBezTo>
                    <a:pt x="1362" y="1"/>
                    <a:pt x="1" y="1362"/>
                    <a:pt x="1" y="3041"/>
                  </a:cubicBezTo>
                  <a:lnTo>
                    <a:pt x="1" y="7949"/>
                  </a:lnTo>
                  <a:cubicBezTo>
                    <a:pt x="1" y="9628"/>
                    <a:pt x="1362" y="10990"/>
                    <a:pt x="3041" y="10990"/>
                  </a:cubicBezTo>
                  <a:lnTo>
                    <a:pt x="5004" y="10990"/>
                  </a:lnTo>
                  <a:cubicBezTo>
                    <a:pt x="6683" y="10990"/>
                    <a:pt x="8044" y="9628"/>
                    <a:pt x="8044" y="7949"/>
                  </a:cubicBezTo>
                  <a:lnTo>
                    <a:pt x="8044" y="3041"/>
                  </a:lnTo>
                  <a:cubicBezTo>
                    <a:pt x="8044" y="1362"/>
                    <a:pt x="6683" y="1"/>
                    <a:pt x="5004" y="1"/>
                  </a:cubicBezTo>
                  <a:close/>
                </a:path>
              </a:pathLst>
            </a:custGeom>
            <a:solidFill>
              <a:srgbClr val="416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0"/>
            <p:cNvSpPr/>
            <p:nvPr/>
          </p:nvSpPr>
          <p:spPr>
            <a:xfrm>
              <a:off x="3222512" y="3581818"/>
              <a:ext cx="135583" cy="135583"/>
            </a:xfrm>
            <a:custGeom>
              <a:avLst/>
              <a:gdLst/>
              <a:ahLst/>
              <a:cxnLst/>
              <a:rect l="l" t="t" r="r" b="b"/>
              <a:pathLst>
                <a:path w="4656" h="4656" extrusionOk="0">
                  <a:moveTo>
                    <a:pt x="444" y="0"/>
                  </a:moveTo>
                  <a:cubicBezTo>
                    <a:pt x="190" y="0"/>
                    <a:pt x="0" y="222"/>
                    <a:pt x="0" y="444"/>
                  </a:cubicBezTo>
                  <a:lnTo>
                    <a:pt x="0" y="4212"/>
                  </a:lnTo>
                  <a:cubicBezTo>
                    <a:pt x="0" y="4466"/>
                    <a:pt x="190" y="4656"/>
                    <a:pt x="444" y="4656"/>
                  </a:cubicBezTo>
                  <a:lnTo>
                    <a:pt x="4212" y="4656"/>
                  </a:lnTo>
                  <a:cubicBezTo>
                    <a:pt x="4434" y="4656"/>
                    <a:pt x="4656" y="4466"/>
                    <a:pt x="4656" y="4212"/>
                  </a:cubicBezTo>
                  <a:lnTo>
                    <a:pt x="4656" y="444"/>
                  </a:lnTo>
                  <a:cubicBezTo>
                    <a:pt x="4656" y="222"/>
                    <a:pt x="4434" y="0"/>
                    <a:pt x="4212" y="0"/>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0"/>
            <p:cNvSpPr/>
            <p:nvPr/>
          </p:nvSpPr>
          <p:spPr>
            <a:xfrm>
              <a:off x="3244643" y="3747569"/>
              <a:ext cx="45223" cy="43418"/>
            </a:xfrm>
            <a:custGeom>
              <a:avLst/>
              <a:gdLst/>
              <a:ahLst/>
              <a:cxnLst/>
              <a:rect l="l" t="t" r="r" b="b"/>
              <a:pathLst>
                <a:path w="1553" h="1491" extrusionOk="0">
                  <a:moveTo>
                    <a:pt x="1294" y="1"/>
                  </a:moveTo>
                  <a:cubicBezTo>
                    <a:pt x="1272" y="1"/>
                    <a:pt x="1252" y="3"/>
                    <a:pt x="1235" y="9"/>
                  </a:cubicBezTo>
                  <a:lnTo>
                    <a:pt x="665" y="326"/>
                  </a:lnTo>
                  <a:lnTo>
                    <a:pt x="95" y="611"/>
                  </a:lnTo>
                  <a:cubicBezTo>
                    <a:pt x="0" y="674"/>
                    <a:pt x="0" y="832"/>
                    <a:pt x="95" y="864"/>
                  </a:cubicBezTo>
                  <a:lnTo>
                    <a:pt x="602" y="1181"/>
                  </a:lnTo>
                  <a:lnTo>
                    <a:pt x="1235" y="1466"/>
                  </a:lnTo>
                  <a:cubicBezTo>
                    <a:pt x="1261" y="1483"/>
                    <a:pt x="1295" y="1490"/>
                    <a:pt x="1332" y="1490"/>
                  </a:cubicBezTo>
                  <a:cubicBezTo>
                    <a:pt x="1433" y="1490"/>
                    <a:pt x="1552" y="1432"/>
                    <a:pt x="1552" y="1339"/>
                  </a:cubicBezTo>
                  <a:lnTo>
                    <a:pt x="1552" y="769"/>
                  </a:lnTo>
                  <a:lnTo>
                    <a:pt x="1552" y="167"/>
                  </a:lnTo>
                  <a:cubicBezTo>
                    <a:pt x="1552" y="62"/>
                    <a:pt x="1400" y="1"/>
                    <a:pt x="1294" y="1"/>
                  </a:cubicBez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0"/>
            <p:cNvSpPr/>
            <p:nvPr/>
          </p:nvSpPr>
          <p:spPr>
            <a:xfrm>
              <a:off x="3314735" y="3747569"/>
              <a:ext cx="47961" cy="43855"/>
            </a:xfrm>
            <a:custGeom>
              <a:avLst/>
              <a:gdLst/>
              <a:ahLst/>
              <a:cxnLst/>
              <a:rect l="l" t="t" r="r" b="b"/>
              <a:pathLst>
                <a:path w="1647" h="1506" extrusionOk="0">
                  <a:moveTo>
                    <a:pt x="288" y="1"/>
                  </a:moveTo>
                  <a:cubicBezTo>
                    <a:pt x="174" y="1"/>
                    <a:pt x="0" y="62"/>
                    <a:pt x="0" y="167"/>
                  </a:cubicBezTo>
                  <a:lnTo>
                    <a:pt x="0" y="769"/>
                  </a:lnTo>
                  <a:lnTo>
                    <a:pt x="0" y="1371"/>
                  </a:lnTo>
                  <a:cubicBezTo>
                    <a:pt x="0" y="1449"/>
                    <a:pt x="172" y="1505"/>
                    <a:pt x="285" y="1505"/>
                  </a:cubicBezTo>
                  <a:cubicBezTo>
                    <a:pt x="310" y="1505"/>
                    <a:pt x="332" y="1503"/>
                    <a:pt x="349" y="1497"/>
                  </a:cubicBezTo>
                  <a:lnTo>
                    <a:pt x="950" y="1181"/>
                  </a:lnTo>
                  <a:lnTo>
                    <a:pt x="1520" y="896"/>
                  </a:lnTo>
                  <a:cubicBezTo>
                    <a:pt x="1615" y="832"/>
                    <a:pt x="1647" y="674"/>
                    <a:pt x="1552" y="611"/>
                  </a:cubicBezTo>
                  <a:lnTo>
                    <a:pt x="1014" y="326"/>
                  </a:lnTo>
                  <a:lnTo>
                    <a:pt x="349" y="9"/>
                  </a:lnTo>
                  <a:cubicBezTo>
                    <a:pt x="332" y="3"/>
                    <a:pt x="311" y="1"/>
                    <a:pt x="288" y="1"/>
                  </a:cubicBezTo>
                  <a:close/>
                </a:path>
              </a:pathLst>
            </a:custGeom>
            <a:solidFill>
              <a:srgbClr val="87B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0"/>
            <p:cNvSpPr/>
            <p:nvPr/>
          </p:nvSpPr>
          <p:spPr>
            <a:xfrm>
              <a:off x="2668504" y="3261818"/>
              <a:ext cx="356691" cy="349673"/>
            </a:xfrm>
            <a:custGeom>
              <a:avLst/>
              <a:gdLst/>
              <a:ahLst/>
              <a:cxnLst/>
              <a:rect l="l" t="t" r="r" b="b"/>
              <a:pathLst>
                <a:path w="12249" h="12008" extrusionOk="0">
                  <a:moveTo>
                    <a:pt x="6073" y="0"/>
                  </a:moveTo>
                  <a:cubicBezTo>
                    <a:pt x="6073" y="0"/>
                    <a:pt x="1702" y="539"/>
                    <a:pt x="2304" y="2565"/>
                  </a:cubicBezTo>
                  <a:cubicBezTo>
                    <a:pt x="2811" y="4307"/>
                    <a:pt x="6326" y="5352"/>
                    <a:pt x="7276" y="5606"/>
                  </a:cubicBezTo>
                  <a:cubicBezTo>
                    <a:pt x="7339" y="5637"/>
                    <a:pt x="7371" y="5732"/>
                    <a:pt x="7308" y="5764"/>
                  </a:cubicBezTo>
                  <a:cubicBezTo>
                    <a:pt x="6548" y="6207"/>
                    <a:pt x="5851" y="7347"/>
                    <a:pt x="5503" y="8044"/>
                  </a:cubicBezTo>
                  <a:cubicBezTo>
                    <a:pt x="5326" y="8338"/>
                    <a:pt x="5014" y="8523"/>
                    <a:pt x="4692" y="8523"/>
                  </a:cubicBezTo>
                  <a:cubicBezTo>
                    <a:pt x="4666" y="8523"/>
                    <a:pt x="4641" y="8522"/>
                    <a:pt x="4616" y="8519"/>
                  </a:cubicBezTo>
                  <a:cubicBezTo>
                    <a:pt x="4353" y="8496"/>
                    <a:pt x="4104" y="8484"/>
                    <a:pt x="3870" y="8484"/>
                  </a:cubicBezTo>
                  <a:cubicBezTo>
                    <a:pt x="1290" y="8484"/>
                    <a:pt x="441" y="9849"/>
                    <a:pt x="150" y="10894"/>
                  </a:cubicBezTo>
                  <a:cubicBezTo>
                    <a:pt x="0" y="11465"/>
                    <a:pt x="449" y="12008"/>
                    <a:pt x="1009" y="12008"/>
                  </a:cubicBezTo>
                  <a:cubicBezTo>
                    <a:pt x="1039" y="12008"/>
                    <a:pt x="1070" y="12006"/>
                    <a:pt x="1101" y="12003"/>
                  </a:cubicBezTo>
                  <a:lnTo>
                    <a:pt x="6864" y="11528"/>
                  </a:lnTo>
                  <a:cubicBezTo>
                    <a:pt x="7181" y="11496"/>
                    <a:pt x="7498" y="11338"/>
                    <a:pt x="7688" y="11084"/>
                  </a:cubicBezTo>
                  <a:lnTo>
                    <a:pt x="11836" y="5479"/>
                  </a:lnTo>
                  <a:cubicBezTo>
                    <a:pt x="12185" y="5004"/>
                    <a:pt x="12248" y="4339"/>
                    <a:pt x="11995" y="3801"/>
                  </a:cubicBezTo>
                  <a:cubicBezTo>
                    <a:pt x="11425" y="2629"/>
                    <a:pt x="10475" y="697"/>
                    <a:pt x="10411" y="602"/>
                  </a:cubicBezTo>
                  <a:lnTo>
                    <a:pt x="6073" y="0"/>
                  </a:lnTo>
                  <a:close/>
                </a:path>
              </a:pathLst>
            </a:custGeom>
            <a:solidFill>
              <a:srgbClr val="D3A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0"/>
            <p:cNvSpPr/>
            <p:nvPr/>
          </p:nvSpPr>
          <p:spPr>
            <a:xfrm>
              <a:off x="2686704" y="3226757"/>
              <a:ext cx="332026" cy="411932"/>
            </a:xfrm>
            <a:custGeom>
              <a:avLst/>
              <a:gdLst/>
              <a:ahLst/>
              <a:cxnLst/>
              <a:rect l="l" t="t" r="r" b="b"/>
              <a:pathLst>
                <a:path w="11402" h="14146" extrusionOk="0">
                  <a:moveTo>
                    <a:pt x="8108" y="1"/>
                  </a:moveTo>
                  <a:lnTo>
                    <a:pt x="3864" y="1046"/>
                  </a:lnTo>
                  <a:cubicBezTo>
                    <a:pt x="3864" y="1046"/>
                    <a:pt x="1" y="3199"/>
                    <a:pt x="1299" y="4846"/>
                  </a:cubicBezTo>
                  <a:cubicBezTo>
                    <a:pt x="2014" y="5740"/>
                    <a:pt x="3726" y="5949"/>
                    <a:pt x="5138" y="5949"/>
                  </a:cubicBezTo>
                  <a:cubicBezTo>
                    <a:pt x="5976" y="5949"/>
                    <a:pt x="6709" y="5875"/>
                    <a:pt x="7063" y="5828"/>
                  </a:cubicBezTo>
                  <a:cubicBezTo>
                    <a:pt x="7126" y="5828"/>
                    <a:pt x="7189" y="5891"/>
                    <a:pt x="7158" y="5955"/>
                  </a:cubicBezTo>
                  <a:cubicBezTo>
                    <a:pt x="6619" y="6651"/>
                    <a:pt x="6398" y="7950"/>
                    <a:pt x="6303" y="8742"/>
                  </a:cubicBezTo>
                  <a:cubicBezTo>
                    <a:pt x="6271" y="9090"/>
                    <a:pt x="6018" y="9407"/>
                    <a:pt x="5669" y="9502"/>
                  </a:cubicBezTo>
                  <a:cubicBezTo>
                    <a:pt x="2629" y="10420"/>
                    <a:pt x="2281" y="12193"/>
                    <a:pt x="2407" y="13365"/>
                  </a:cubicBezTo>
                  <a:cubicBezTo>
                    <a:pt x="2481" y="13831"/>
                    <a:pt x="2897" y="14145"/>
                    <a:pt x="3331" y="14145"/>
                  </a:cubicBezTo>
                  <a:cubicBezTo>
                    <a:pt x="3457" y="14145"/>
                    <a:pt x="3585" y="14119"/>
                    <a:pt x="3706" y="14062"/>
                  </a:cubicBezTo>
                  <a:lnTo>
                    <a:pt x="8900" y="11465"/>
                  </a:lnTo>
                  <a:cubicBezTo>
                    <a:pt x="9185" y="11307"/>
                    <a:pt x="9406" y="11053"/>
                    <a:pt x="9470" y="10737"/>
                  </a:cubicBezTo>
                  <a:lnTo>
                    <a:pt x="11243" y="3991"/>
                  </a:lnTo>
                  <a:cubicBezTo>
                    <a:pt x="11401" y="3421"/>
                    <a:pt x="11211" y="2788"/>
                    <a:pt x="10768" y="2376"/>
                  </a:cubicBezTo>
                  <a:cubicBezTo>
                    <a:pt x="9818" y="1521"/>
                    <a:pt x="8203" y="64"/>
                    <a:pt x="8108" y="1"/>
                  </a:cubicBezTo>
                  <a:close/>
                </a:path>
              </a:pathLst>
            </a:custGeom>
            <a:solidFill>
              <a:srgbClr val="DEB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0"/>
            <p:cNvSpPr/>
            <p:nvPr/>
          </p:nvSpPr>
          <p:spPr>
            <a:xfrm>
              <a:off x="2081736" y="3145221"/>
              <a:ext cx="1278135" cy="197783"/>
            </a:xfrm>
            <a:custGeom>
              <a:avLst/>
              <a:gdLst/>
              <a:ahLst/>
              <a:cxnLst/>
              <a:rect l="l" t="t" r="r" b="b"/>
              <a:pathLst>
                <a:path w="43892" h="6792" extrusionOk="0">
                  <a:moveTo>
                    <a:pt x="21365" y="0"/>
                  </a:moveTo>
                  <a:cubicBezTo>
                    <a:pt x="18284" y="0"/>
                    <a:pt x="15822" y="258"/>
                    <a:pt x="14790" y="1027"/>
                  </a:cubicBezTo>
                  <a:cubicBezTo>
                    <a:pt x="11116" y="3814"/>
                    <a:pt x="1" y="3624"/>
                    <a:pt x="127" y="3814"/>
                  </a:cubicBezTo>
                  <a:lnTo>
                    <a:pt x="222" y="6791"/>
                  </a:lnTo>
                  <a:cubicBezTo>
                    <a:pt x="222" y="6791"/>
                    <a:pt x="26191" y="6728"/>
                    <a:pt x="28281" y="5524"/>
                  </a:cubicBezTo>
                  <a:cubicBezTo>
                    <a:pt x="29208" y="5005"/>
                    <a:pt x="30471" y="4890"/>
                    <a:pt x="32059" y="4890"/>
                  </a:cubicBezTo>
                  <a:cubicBezTo>
                    <a:pt x="33317" y="4890"/>
                    <a:pt x="34780" y="4962"/>
                    <a:pt x="36440" y="4962"/>
                  </a:cubicBezTo>
                  <a:cubicBezTo>
                    <a:pt x="37411" y="4962"/>
                    <a:pt x="38450" y="4937"/>
                    <a:pt x="39555" y="4859"/>
                  </a:cubicBezTo>
                  <a:cubicBezTo>
                    <a:pt x="43102" y="4606"/>
                    <a:pt x="43799" y="2928"/>
                    <a:pt x="43862" y="1787"/>
                  </a:cubicBezTo>
                  <a:cubicBezTo>
                    <a:pt x="43892" y="1345"/>
                    <a:pt x="43537" y="958"/>
                    <a:pt x="43079" y="958"/>
                  </a:cubicBezTo>
                  <a:cubicBezTo>
                    <a:pt x="43045" y="958"/>
                    <a:pt x="43010" y="960"/>
                    <a:pt x="42976" y="964"/>
                  </a:cubicBezTo>
                  <a:cubicBezTo>
                    <a:pt x="42474" y="1035"/>
                    <a:pt x="41820" y="1065"/>
                    <a:pt x="41046" y="1065"/>
                  </a:cubicBezTo>
                  <a:cubicBezTo>
                    <a:pt x="36452" y="1065"/>
                    <a:pt x="27628" y="0"/>
                    <a:pt x="21365" y="0"/>
                  </a:cubicBezTo>
                  <a:close/>
                </a:path>
              </a:pathLst>
            </a:custGeom>
            <a:solidFill>
              <a:srgbClr val="E9C6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0"/>
            <p:cNvSpPr/>
            <p:nvPr/>
          </p:nvSpPr>
          <p:spPr>
            <a:xfrm>
              <a:off x="2086337" y="3242832"/>
              <a:ext cx="864136" cy="317874"/>
            </a:xfrm>
            <a:custGeom>
              <a:avLst/>
              <a:gdLst/>
              <a:ahLst/>
              <a:cxnLst/>
              <a:rect l="l" t="t" r="r" b="b"/>
              <a:pathLst>
                <a:path w="29675" h="10916" extrusionOk="0">
                  <a:moveTo>
                    <a:pt x="25707" y="0"/>
                  </a:moveTo>
                  <a:cubicBezTo>
                    <a:pt x="22981" y="0"/>
                    <a:pt x="19304" y="1273"/>
                    <a:pt x="18084" y="1761"/>
                  </a:cubicBezTo>
                  <a:cubicBezTo>
                    <a:pt x="16184" y="2521"/>
                    <a:pt x="1141" y="3566"/>
                    <a:pt x="1141" y="3566"/>
                  </a:cubicBezTo>
                  <a:lnTo>
                    <a:pt x="1" y="8696"/>
                  </a:lnTo>
                  <a:cubicBezTo>
                    <a:pt x="3320" y="10333"/>
                    <a:pt x="6024" y="10916"/>
                    <a:pt x="8201" y="10916"/>
                  </a:cubicBezTo>
                  <a:cubicBezTo>
                    <a:pt x="12129" y="10916"/>
                    <a:pt x="14342" y="9018"/>
                    <a:pt x="15360" y="7999"/>
                  </a:cubicBezTo>
                  <a:cubicBezTo>
                    <a:pt x="16926" y="6465"/>
                    <a:pt x="18670" y="5971"/>
                    <a:pt x="21083" y="5971"/>
                  </a:cubicBezTo>
                  <a:cubicBezTo>
                    <a:pt x="21159" y="5971"/>
                    <a:pt x="21236" y="5972"/>
                    <a:pt x="21314" y="5973"/>
                  </a:cubicBezTo>
                  <a:cubicBezTo>
                    <a:pt x="23879" y="5973"/>
                    <a:pt x="29675" y="4358"/>
                    <a:pt x="28788" y="1539"/>
                  </a:cubicBezTo>
                  <a:cubicBezTo>
                    <a:pt x="28448" y="395"/>
                    <a:pt x="27225" y="0"/>
                    <a:pt x="25707" y="0"/>
                  </a:cubicBezTo>
                  <a:close/>
                </a:path>
              </a:pathLst>
            </a:custGeom>
            <a:solidFill>
              <a:srgbClr val="5D5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0"/>
            <p:cNvSpPr/>
            <p:nvPr/>
          </p:nvSpPr>
          <p:spPr>
            <a:xfrm>
              <a:off x="2088201" y="3254916"/>
              <a:ext cx="857671" cy="319534"/>
            </a:xfrm>
            <a:custGeom>
              <a:avLst/>
              <a:gdLst/>
              <a:ahLst/>
              <a:cxnLst/>
              <a:rect l="l" t="t" r="r" b="b"/>
              <a:pathLst>
                <a:path w="29453" h="10973" extrusionOk="0">
                  <a:moveTo>
                    <a:pt x="25798" y="0"/>
                  </a:moveTo>
                  <a:cubicBezTo>
                    <a:pt x="23163" y="0"/>
                    <a:pt x="19441" y="1316"/>
                    <a:pt x="18178" y="1821"/>
                  </a:cubicBezTo>
                  <a:cubicBezTo>
                    <a:pt x="17321" y="2149"/>
                    <a:pt x="13540" y="2239"/>
                    <a:pt x="9647" y="2239"/>
                  </a:cubicBezTo>
                  <a:cubicBezTo>
                    <a:pt x="4907" y="2239"/>
                    <a:pt x="1" y="2106"/>
                    <a:pt x="0" y="2106"/>
                  </a:cubicBezTo>
                  <a:lnTo>
                    <a:pt x="0" y="2106"/>
                  </a:lnTo>
                  <a:lnTo>
                    <a:pt x="64" y="8186"/>
                  </a:lnTo>
                  <a:cubicBezTo>
                    <a:pt x="95" y="8535"/>
                    <a:pt x="285" y="8820"/>
                    <a:pt x="602" y="8978"/>
                  </a:cubicBezTo>
                  <a:cubicBezTo>
                    <a:pt x="3698" y="10444"/>
                    <a:pt x="6243" y="10973"/>
                    <a:pt x="8311" y="10973"/>
                  </a:cubicBezTo>
                  <a:cubicBezTo>
                    <a:pt x="12230" y="10973"/>
                    <a:pt x="14439" y="9075"/>
                    <a:pt x="15455" y="8060"/>
                  </a:cubicBezTo>
                  <a:cubicBezTo>
                    <a:pt x="17070" y="6444"/>
                    <a:pt x="18875" y="6001"/>
                    <a:pt x="21409" y="6001"/>
                  </a:cubicBezTo>
                  <a:cubicBezTo>
                    <a:pt x="23974" y="6001"/>
                    <a:pt x="29453" y="4069"/>
                    <a:pt x="28502" y="1282"/>
                  </a:cubicBezTo>
                  <a:cubicBezTo>
                    <a:pt x="28184" y="336"/>
                    <a:pt x="27129" y="0"/>
                    <a:pt x="25798" y="0"/>
                  </a:cubicBezTo>
                  <a:close/>
                </a:path>
              </a:pathLst>
            </a:custGeom>
            <a:solidFill>
              <a:srgbClr val="E9C6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0"/>
            <p:cNvSpPr/>
            <p:nvPr/>
          </p:nvSpPr>
          <p:spPr>
            <a:xfrm>
              <a:off x="2764163" y="3267584"/>
              <a:ext cx="156811" cy="119683"/>
            </a:xfrm>
            <a:custGeom>
              <a:avLst/>
              <a:gdLst/>
              <a:ahLst/>
              <a:cxnLst/>
              <a:rect l="l" t="t" r="r" b="b"/>
              <a:pathLst>
                <a:path w="5385" h="4110" extrusionOk="0">
                  <a:moveTo>
                    <a:pt x="3465" y="0"/>
                  </a:moveTo>
                  <a:cubicBezTo>
                    <a:pt x="2089" y="0"/>
                    <a:pt x="317" y="752"/>
                    <a:pt x="317" y="752"/>
                  </a:cubicBezTo>
                  <a:cubicBezTo>
                    <a:pt x="317" y="752"/>
                    <a:pt x="1" y="3191"/>
                    <a:pt x="1331" y="4109"/>
                  </a:cubicBezTo>
                  <a:cubicBezTo>
                    <a:pt x="1331" y="4109"/>
                    <a:pt x="5384" y="3159"/>
                    <a:pt x="5036" y="1037"/>
                  </a:cubicBezTo>
                  <a:cubicBezTo>
                    <a:pt x="4920" y="250"/>
                    <a:pt x="4259" y="0"/>
                    <a:pt x="3465" y="0"/>
                  </a:cubicBezTo>
                  <a:close/>
                </a:path>
              </a:pathLst>
            </a:custGeom>
            <a:solidFill>
              <a:srgbClr val="F5DE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0"/>
            <p:cNvSpPr/>
            <p:nvPr/>
          </p:nvSpPr>
          <p:spPr>
            <a:xfrm>
              <a:off x="3256175" y="3171691"/>
              <a:ext cx="77022" cy="4630"/>
            </a:xfrm>
            <a:custGeom>
              <a:avLst/>
              <a:gdLst/>
              <a:ahLst/>
              <a:cxnLst/>
              <a:rect l="l" t="t" r="r" b="b"/>
              <a:pathLst>
                <a:path w="2645" h="159" extrusionOk="0">
                  <a:moveTo>
                    <a:pt x="1446" y="0"/>
                  </a:moveTo>
                  <a:cubicBezTo>
                    <a:pt x="983" y="0"/>
                    <a:pt x="459" y="27"/>
                    <a:pt x="16" y="118"/>
                  </a:cubicBezTo>
                  <a:cubicBezTo>
                    <a:pt x="0" y="134"/>
                    <a:pt x="444" y="158"/>
                    <a:pt x="998" y="158"/>
                  </a:cubicBezTo>
                  <a:cubicBezTo>
                    <a:pt x="1552" y="158"/>
                    <a:pt x="2217" y="134"/>
                    <a:pt x="2645" y="55"/>
                  </a:cubicBezTo>
                  <a:cubicBezTo>
                    <a:pt x="2645" y="55"/>
                    <a:pt x="2108" y="0"/>
                    <a:pt x="1446" y="0"/>
                  </a:cubicBezTo>
                  <a:close/>
                </a:path>
              </a:pathLst>
            </a:custGeom>
            <a:solidFill>
              <a:srgbClr val="F5DE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0"/>
            <p:cNvSpPr/>
            <p:nvPr/>
          </p:nvSpPr>
          <p:spPr>
            <a:xfrm>
              <a:off x="2790924" y="3602988"/>
              <a:ext cx="68286" cy="34187"/>
            </a:xfrm>
            <a:custGeom>
              <a:avLst/>
              <a:gdLst/>
              <a:ahLst/>
              <a:cxnLst/>
              <a:rect l="l" t="t" r="r" b="b"/>
              <a:pathLst>
                <a:path w="2345" h="1174" extrusionOk="0">
                  <a:moveTo>
                    <a:pt x="2343" y="1"/>
                  </a:moveTo>
                  <a:cubicBezTo>
                    <a:pt x="2302" y="1"/>
                    <a:pt x="681" y="678"/>
                    <a:pt x="0" y="1174"/>
                  </a:cubicBezTo>
                  <a:cubicBezTo>
                    <a:pt x="0" y="1174"/>
                    <a:pt x="1457" y="667"/>
                    <a:pt x="2344" y="2"/>
                  </a:cubicBezTo>
                  <a:cubicBezTo>
                    <a:pt x="2344" y="1"/>
                    <a:pt x="2344" y="1"/>
                    <a:pt x="2343" y="1"/>
                  </a:cubicBezTo>
                  <a:close/>
                </a:path>
              </a:pathLst>
            </a:custGeom>
            <a:solidFill>
              <a:srgbClr val="F5DE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0"/>
            <p:cNvSpPr/>
            <p:nvPr/>
          </p:nvSpPr>
          <p:spPr>
            <a:xfrm>
              <a:off x="2700536" y="3607560"/>
              <a:ext cx="51018" cy="4397"/>
            </a:xfrm>
            <a:custGeom>
              <a:avLst/>
              <a:gdLst/>
              <a:ahLst/>
              <a:cxnLst/>
              <a:rect l="l" t="t" r="r" b="b"/>
              <a:pathLst>
                <a:path w="1752" h="151" extrusionOk="0">
                  <a:moveTo>
                    <a:pt x="1516" y="1"/>
                  </a:moveTo>
                  <a:cubicBezTo>
                    <a:pt x="1151" y="1"/>
                    <a:pt x="430" y="17"/>
                    <a:pt x="1" y="130"/>
                  </a:cubicBezTo>
                  <a:cubicBezTo>
                    <a:pt x="1" y="130"/>
                    <a:pt x="216" y="150"/>
                    <a:pt x="521" y="150"/>
                  </a:cubicBezTo>
                  <a:cubicBezTo>
                    <a:pt x="875" y="150"/>
                    <a:pt x="1350" y="123"/>
                    <a:pt x="1742" y="3"/>
                  </a:cubicBezTo>
                  <a:cubicBezTo>
                    <a:pt x="1751" y="3"/>
                    <a:pt x="1662" y="1"/>
                    <a:pt x="1516" y="1"/>
                  </a:cubicBezTo>
                  <a:close/>
                </a:path>
              </a:pathLst>
            </a:custGeom>
            <a:solidFill>
              <a:srgbClr val="F5DE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0"/>
            <p:cNvSpPr/>
            <p:nvPr/>
          </p:nvSpPr>
          <p:spPr>
            <a:xfrm>
              <a:off x="3285207" y="3269185"/>
              <a:ext cx="32323" cy="87651"/>
            </a:xfrm>
            <a:custGeom>
              <a:avLst/>
              <a:gdLst/>
              <a:ahLst/>
              <a:cxnLst/>
              <a:rect l="l" t="t" r="r" b="b"/>
              <a:pathLst>
                <a:path w="1110" h="3010" extrusionOk="0">
                  <a:moveTo>
                    <a:pt x="571" y="1"/>
                  </a:moveTo>
                  <a:cubicBezTo>
                    <a:pt x="571" y="1"/>
                    <a:pt x="1" y="2154"/>
                    <a:pt x="1" y="2471"/>
                  </a:cubicBezTo>
                  <a:cubicBezTo>
                    <a:pt x="1" y="2756"/>
                    <a:pt x="254" y="3009"/>
                    <a:pt x="571" y="3009"/>
                  </a:cubicBezTo>
                  <a:cubicBezTo>
                    <a:pt x="856" y="3009"/>
                    <a:pt x="1109" y="2756"/>
                    <a:pt x="1109" y="2471"/>
                  </a:cubicBezTo>
                  <a:cubicBezTo>
                    <a:pt x="1109" y="2154"/>
                    <a:pt x="571" y="1"/>
                    <a:pt x="571" y="1"/>
                  </a:cubicBez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6" name="Google Shape;516;p20"/>
          <p:cNvSpPr txBox="1"/>
          <p:nvPr/>
        </p:nvSpPr>
        <p:spPr>
          <a:xfrm>
            <a:off x="723700" y="4275800"/>
            <a:ext cx="7754100" cy="7125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lbert Sans"/>
                <a:ea typeface="Albert Sans"/>
                <a:cs typeface="Albert Sans"/>
                <a:sym typeface="Albert Sans"/>
              </a:rPr>
              <a:t>The dataset was dominated overall by the higher BMI categories, with the obese category containing the largest single count of 4,785.</a:t>
            </a:r>
            <a:endParaRPr sz="1800" b="1">
              <a:solidFill>
                <a:schemeClr val="dk1"/>
              </a:solidFill>
              <a:latin typeface="Albert Sans"/>
              <a:ea typeface="Albert Sans"/>
              <a:cs typeface="Albert Sans"/>
              <a:sym typeface="Alber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21"/>
          <p:cNvSpPr txBox="1"/>
          <p:nvPr/>
        </p:nvSpPr>
        <p:spPr>
          <a:xfrm>
            <a:off x="310150" y="308700"/>
            <a:ext cx="8658600" cy="921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600">
                <a:latin typeface="Fira Sans Extra Condensed Medium"/>
                <a:ea typeface="Fira Sans Extra Condensed Medium"/>
                <a:cs typeface="Fira Sans Extra Condensed Medium"/>
                <a:sym typeface="Fira Sans Extra Condensed Medium"/>
              </a:rPr>
              <a:t>How do lifestyle factors (alcohol use, activity level) relate to diabetes or prediabetes indicators?</a:t>
            </a:r>
            <a:endParaRPr sz="2600">
              <a:latin typeface="Fira Sans Extra Condensed Medium"/>
              <a:ea typeface="Fira Sans Extra Condensed Medium"/>
              <a:cs typeface="Fira Sans Extra Condensed Medium"/>
              <a:sym typeface="Fira Sans Extra Condensed Medium"/>
            </a:endParaRPr>
          </a:p>
          <a:p>
            <a:pPr marL="0" lvl="0" indent="0" algn="l" rtl="0">
              <a:spcBef>
                <a:spcPts val="0"/>
              </a:spcBef>
              <a:spcAft>
                <a:spcPts val="0"/>
              </a:spcAft>
              <a:buNone/>
            </a:pPr>
            <a:endParaRPr sz="2500">
              <a:latin typeface="Fira Sans Extra Condensed Medium"/>
              <a:ea typeface="Fira Sans Extra Condensed Medium"/>
              <a:cs typeface="Fira Sans Extra Condensed Medium"/>
              <a:sym typeface="Fira Sans Extra Condensed Medium"/>
            </a:endParaRPr>
          </a:p>
        </p:txBody>
      </p:sp>
      <p:sp>
        <p:nvSpPr>
          <p:cNvPr id="522" name="Google Shape;522;p21"/>
          <p:cNvSpPr/>
          <p:nvPr/>
        </p:nvSpPr>
        <p:spPr>
          <a:xfrm>
            <a:off x="4786010" y="1074857"/>
            <a:ext cx="105098" cy="56518"/>
          </a:xfrm>
          <a:custGeom>
            <a:avLst/>
            <a:gdLst/>
            <a:ahLst/>
            <a:cxnLst/>
            <a:rect l="l" t="t" r="r" b="b"/>
            <a:pathLst>
              <a:path w="3390" h="1823" extrusionOk="0">
                <a:moveTo>
                  <a:pt x="3233" y="0"/>
                </a:moveTo>
                <a:cubicBezTo>
                  <a:pt x="3222" y="0"/>
                  <a:pt x="3211" y="6"/>
                  <a:pt x="3199" y="17"/>
                </a:cubicBezTo>
                <a:cubicBezTo>
                  <a:pt x="2408" y="555"/>
                  <a:pt x="1584" y="1252"/>
                  <a:pt x="1" y="1822"/>
                </a:cubicBezTo>
                <a:cubicBezTo>
                  <a:pt x="951" y="1696"/>
                  <a:pt x="1932" y="1506"/>
                  <a:pt x="2883" y="1252"/>
                </a:cubicBezTo>
                <a:cubicBezTo>
                  <a:pt x="2946" y="1220"/>
                  <a:pt x="3009" y="1220"/>
                  <a:pt x="3073" y="1189"/>
                </a:cubicBezTo>
                <a:cubicBezTo>
                  <a:pt x="3389" y="555"/>
                  <a:pt x="3339" y="0"/>
                  <a:pt x="3233"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3" name="Google Shape;523;p21" title="hbA1c_activity_violinplot.png"/>
          <p:cNvPicPr preferRelativeResize="0"/>
          <p:nvPr/>
        </p:nvPicPr>
        <p:blipFill rotWithShape="1">
          <a:blip r:embed="rId3">
            <a:alphaModFix/>
          </a:blip>
          <a:srcRect/>
          <a:stretch/>
        </p:blipFill>
        <p:spPr>
          <a:xfrm>
            <a:off x="2916024" y="1403400"/>
            <a:ext cx="5770782" cy="3462450"/>
          </a:xfrm>
          <a:prstGeom prst="rect">
            <a:avLst/>
          </a:prstGeom>
          <a:noFill/>
          <a:ln w="114300" cap="flat" cmpd="sng">
            <a:solidFill>
              <a:schemeClr val="accent5"/>
            </a:solidFill>
            <a:prstDash val="solid"/>
            <a:round/>
            <a:headEnd type="none" w="sm" len="sm"/>
            <a:tailEnd type="none" w="sm" len="sm"/>
          </a:ln>
        </p:spPr>
      </p:pic>
      <p:sp>
        <p:nvSpPr>
          <p:cNvPr id="524" name="Google Shape;524;p21"/>
          <p:cNvSpPr txBox="1"/>
          <p:nvPr/>
        </p:nvSpPr>
        <p:spPr>
          <a:xfrm>
            <a:off x="121175" y="1131375"/>
            <a:ext cx="2458800" cy="11691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lbert Sans"/>
                <a:ea typeface="Albert Sans"/>
                <a:cs typeface="Albert Sans"/>
                <a:sym typeface="Albert Sans"/>
              </a:rPr>
              <a:t>Lower activity levels most likely leads to higher HbA1c levels.</a:t>
            </a:r>
            <a:endParaRPr sz="1800" b="1">
              <a:solidFill>
                <a:schemeClr val="dk1"/>
              </a:solidFill>
              <a:latin typeface="Albert Sans"/>
              <a:ea typeface="Albert Sans"/>
              <a:cs typeface="Albert Sans"/>
              <a:sym typeface="Albert Sans"/>
            </a:endParaRPr>
          </a:p>
        </p:txBody>
      </p:sp>
      <p:grpSp>
        <p:nvGrpSpPr>
          <p:cNvPr id="525" name="Google Shape;525;p21"/>
          <p:cNvGrpSpPr/>
          <p:nvPr/>
        </p:nvGrpSpPr>
        <p:grpSpPr>
          <a:xfrm>
            <a:off x="528943" y="2759709"/>
            <a:ext cx="1643264" cy="2632312"/>
            <a:chOff x="634943" y="1231381"/>
            <a:chExt cx="1606947" cy="2574137"/>
          </a:xfrm>
        </p:grpSpPr>
        <p:sp>
          <p:nvSpPr>
            <p:cNvPr id="526" name="Google Shape;526;p21"/>
            <p:cNvSpPr/>
            <p:nvPr/>
          </p:nvSpPr>
          <p:spPr>
            <a:xfrm>
              <a:off x="990739" y="2347466"/>
              <a:ext cx="212764" cy="295897"/>
            </a:xfrm>
            <a:custGeom>
              <a:avLst/>
              <a:gdLst/>
              <a:ahLst/>
              <a:cxnLst/>
              <a:rect l="l" t="t" r="r" b="b"/>
              <a:pathLst>
                <a:path w="6969" h="9692" extrusionOk="0">
                  <a:moveTo>
                    <a:pt x="6968" y="1078"/>
                  </a:moveTo>
                  <a:cubicBezTo>
                    <a:pt x="6588" y="2439"/>
                    <a:pt x="6208" y="3801"/>
                    <a:pt x="6176" y="5353"/>
                  </a:cubicBezTo>
                  <a:cubicBezTo>
                    <a:pt x="6176" y="6588"/>
                    <a:pt x="6335" y="7443"/>
                    <a:pt x="6968" y="8330"/>
                  </a:cubicBezTo>
                  <a:cubicBezTo>
                    <a:pt x="4435" y="9248"/>
                    <a:pt x="1458" y="9692"/>
                    <a:pt x="1" y="7823"/>
                  </a:cubicBezTo>
                  <a:cubicBezTo>
                    <a:pt x="3168" y="6303"/>
                    <a:pt x="2028" y="2883"/>
                    <a:pt x="2376" y="349"/>
                  </a:cubicBezTo>
                  <a:cubicBezTo>
                    <a:pt x="3389" y="223"/>
                    <a:pt x="5226" y="1"/>
                    <a:pt x="6968" y="1078"/>
                  </a:cubicBezTo>
                  <a:close/>
                </a:path>
              </a:pathLst>
            </a:custGeom>
            <a:solidFill>
              <a:srgbClr val="FDC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1"/>
            <p:cNvSpPr/>
            <p:nvPr/>
          </p:nvSpPr>
          <p:spPr>
            <a:xfrm>
              <a:off x="669747" y="1398044"/>
              <a:ext cx="855695" cy="1021015"/>
            </a:xfrm>
            <a:custGeom>
              <a:avLst/>
              <a:gdLst/>
              <a:ahLst/>
              <a:cxnLst/>
              <a:rect l="l" t="t" r="r" b="b"/>
              <a:pathLst>
                <a:path w="28028" h="33443" extrusionOk="0">
                  <a:moveTo>
                    <a:pt x="12478" y="1203"/>
                  </a:moveTo>
                  <a:cubicBezTo>
                    <a:pt x="15899" y="855"/>
                    <a:pt x="19351" y="0"/>
                    <a:pt x="22106" y="2217"/>
                  </a:cubicBezTo>
                  <a:cubicBezTo>
                    <a:pt x="24703" y="4307"/>
                    <a:pt x="25843" y="6872"/>
                    <a:pt x="26191" y="9849"/>
                  </a:cubicBezTo>
                  <a:cubicBezTo>
                    <a:pt x="27046" y="17196"/>
                    <a:pt x="28028" y="26285"/>
                    <a:pt x="23341" y="30624"/>
                  </a:cubicBezTo>
                  <a:cubicBezTo>
                    <a:pt x="20681" y="33094"/>
                    <a:pt x="15455" y="33442"/>
                    <a:pt x="10135" y="31257"/>
                  </a:cubicBezTo>
                  <a:cubicBezTo>
                    <a:pt x="4086" y="28787"/>
                    <a:pt x="1" y="14124"/>
                    <a:pt x="856" y="8962"/>
                  </a:cubicBezTo>
                  <a:cubicBezTo>
                    <a:pt x="1806" y="3262"/>
                    <a:pt x="5574" y="1837"/>
                    <a:pt x="12478" y="1203"/>
                  </a:cubicBezTo>
                  <a:close/>
                </a:path>
              </a:pathLst>
            </a:custGeom>
            <a:solidFill>
              <a:srgbClr val="FDC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1"/>
            <p:cNvSpPr/>
            <p:nvPr/>
          </p:nvSpPr>
          <p:spPr>
            <a:xfrm>
              <a:off x="1159937" y="1937540"/>
              <a:ext cx="78309" cy="209863"/>
            </a:xfrm>
            <a:custGeom>
              <a:avLst/>
              <a:gdLst/>
              <a:ahLst/>
              <a:cxnLst/>
              <a:rect l="l" t="t" r="r" b="b"/>
              <a:pathLst>
                <a:path w="2565" h="6874" extrusionOk="0">
                  <a:moveTo>
                    <a:pt x="476" y="0"/>
                  </a:moveTo>
                  <a:cubicBezTo>
                    <a:pt x="1" y="602"/>
                    <a:pt x="223" y="2439"/>
                    <a:pt x="286" y="3104"/>
                  </a:cubicBezTo>
                  <a:cubicBezTo>
                    <a:pt x="381" y="4402"/>
                    <a:pt x="476" y="5606"/>
                    <a:pt x="856" y="6872"/>
                  </a:cubicBezTo>
                  <a:cubicBezTo>
                    <a:pt x="879" y="6873"/>
                    <a:pt x="902" y="6873"/>
                    <a:pt x="925" y="6873"/>
                  </a:cubicBezTo>
                  <a:cubicBezTo>
                    <a:pt x="2079" y="6873"/>
                    <a:pt x="2564" y="6096"/>
                    <a:pt x="2471" y="5289"/>
                  </a:cubicBezTo>
                  <a:cubicBezTo>
                    <a:pt x="2249" y="3832"/>
                    <a:pt x="1268" y="1774"/>
                    <a:pt x="666" y="317"/>
                  </a:cubicBezTo>
                  <a:cubicBezTo>
                    <a:pt x="539" y="32"/>
                    <a:pt x="476" y="0"/>
                    <a:pt x="476" y="0"/>
                  </a:cubicBezTo>
                  <a:close/>
                </a:path>
              </a:pathLst>
            </a:custGeom>
            <a:solidFill>
              <a:srgbClr val="E9A1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1"/>
            <p:cNvSpPr/>
            <p:nvPr/>
          </p:nvSpPr>
          <p:spPr>
            <a:xfrm>
              <a:off x="867001" y="1992127"/>
              <a:ext cx="178875" cy="146086"/>
            </a:xfrm>
            <a:custGeom>
              <a:avLst/>
              <a:gdLst/>
              <a:ahLst/>
              <a:cxnLst/>
              <a:rect l="l" t="t" r="r" b="b"/>
              <a:pathLst>
                <a:path w="5859" h="4785" extrusionOk="0">
                  <a:moveTo>
                    <a:pt x="2929" y="0"/>
                  </a:moveTo>
                  <a:cubicBezTo>
                    <a:pt x="2819" y="0"/>
                    <a:pt x="2708" y="6"/>
                    <a:pt x="2597" y="17"/>
                  </a:cubicBezTo>
                  <a:cubicBezTo>
                    <a:pt x="1109" y="176"/>
                    <a:pt x="0" y="1347"/>
                    <a:pt x="190" y="2678"/>
                  </a:cubicBezTo>
                  <a:cubicBezTo>
                    <a:pt x="337" y="3881"/>
                    <a:pt x="1517" y="4785"/>
                    <a:pt x="2899" y="4785"/>
                  </a:cubicBezTo>
                  <a:cubicBezTo>
                    <a:pt x="3009" y="4785"/>
                    <a:pt x="3119" y="4779"/>
                    <a:pt x="3230" y="4768"/>
                  </a:cubicBezTo>
                  <a:cubicBezTo>
                    <a:pt x="4751" y="4609"/>
                    <a:pt x="5859" y="3438"/>
                    <a:pt x="5669" y="2108"/>
                  </a:cubicBezTo>
                  <a:cubicBezTo>
                    <a:pt x="5522" y="904"/>
                    <a:pt x="4315" y="0"/>
                    <a:pt x="2929" y="0"/>
                  </a:cubicBezTo>
                  <a:close/>
                </a:path>
              </a:pathLst>
            </a:custGeom>
            <a:solidFill>
              <a:srgbClr val="FFB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1"/>
            <p:cNvSpPr/>
            <p:nvPr/>
          </p:nvSpPr>
          <p:spPr>
            <a:xfrm>
              <a:off x="1293383" y="1949569"/>
              <a:ext cx="177929" cy="146117"/>
            </a:xfrm>
            <a:custGeom>
              <a:avLst/>
              <a:gdLst/>
              <a:ahLst/>
              <a:cxnLst/>
              <a:rect l="l" t="t" r="r" b="b"/>
              <a:pathLst>
                <a:path w="5828" h="4786" extrusionOk="0">
                  <a:moveTo>
                    <a:pt x="2928" y="1"/>
                  </a:moveTo>
                  <a:cubicBezTo>
                    <a:pt x="2819" y="1"/>
                    <a:pt x="2708" y="6"/>
                    <a:pt x="2597" y="18"/>
                  </a:cubicBezTo>
                  <a:cubicBezTo>
                    <a:pt x="1077" y="176"/>
                    <a:pt x="0" y="1348"/>
                    <a:pt x="159" y="2678"/>
                  </a:cubicBezTo>
                  <a:cubicBezTo>
                    <a:pt x="335" y="3881"/>
                    <a:pt x="1517" y="4786"/>
                    <a:pt x="2899" y="4786"/>
                  </a:cubicBezTo>
                  <a:cubicBezTo>
                    <a:pt x="3009" y="4786"/>
                    <a:pt x="3119" y="4780"/>
                    <a:pt x="3231" y="4768"/>
                  </a:cubicBezTo>
                  <a:cubicBezTo>
                    <a:pt x="4751" y="4610"/>
                    <a:pt x="5827" y="3438"/>
                    <a:pt x="5669" y="2140"/>
                  </a:cubicBezTo>
                  <a:cubicBezTo>
                    <a:pt x="5493" y="907"/>
                    <a:pt x="4310" y="1"/>
                    <a:pt x="2928" y="1"/>
                  </a:cubicBezTo>
                  <a:close/>
                </a:path>
              </a:pathLst>
            </a:custGeom>
            <a:solidFill>
              <a:srgbClr val="FFB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1"/>
            <p:cNvSpPr/>
            <p:nvPr/>
          </p:nvSpPr>
          <p:spPr>
            <a:xfrm>
              <a:off x="978192" y="1848575"/>
              <a:ext cx="52237" cy="49336"/>
            </a:xfrm>
            <a:custGeom>
              <a:avLst/>
              <a:gdLst/>
              <a:ahLst/>
              <a:cxnLst/>
              <a:rect l="l" t="t" r="r" b="b"/>
              <a:pathLst>
                <a:path w="1711" h="1616" extrusionOk="0">
                  <a:moveTo>
                    <a:pt x="855" y="1"/>
                  </a:moveTo>
                  <a:cubicBezTo>
                    <a:pt x="380" y="1"/>
                    <a:pt x="0" y="381"/>
                    <a:pt x="0" y="824"/>
                  </a:cubicBezTo>
                  <a:cubicBezTo>
                    <a:pt x="0" y="1267"/>
                    <a:pt x="380" y="1616"/>
                    <a:pt x="855" y="1616"/>
                  </a:cubicBezTo>
                  <a:cubicBezTo>
                    <a:pt x="1330" y="1616"/>
                    <a:pt x="1710" y="1267"/>
                    <a:pt x="1710" y="824"/>
                  </a:cubicBezTo>
                  <a:cubicBezTo>
                    <a:pt x="1710" y="381"/>
                    <a:pt x="1330" y="32"/>
                    <a:pt x="855" y="1"/>
                  </a:cubicBezTo>
                  <a:close/>
                </a:path>
              </a:pathLst>
            </a:custGeom>
            <a:solidFill>
              <a:srgbClr val="4445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1"/>
            <p:cNvSpPr/>
            <p:nvPr/>
          </p:nvSpPr>
          <p:spPr>
            <a:xfrm>
              <a:off x="1284682" y="1824426"/>
              <a:ext cx="51260" cy="49336"/>
            </a:xfrm>
            <a:custGeom>
              <a:avLst/>
              <a:gdLst/>
              <a:ahLst/>
              <a:cxnLst/>
              <a:rect l="l" t="t" r="r" b="b"/>
              <a:pathLst>
                <a:path w="1679" h="1616" extrusionOk="0">
                  <a:moveTo>
                    <a:pt x="824" y="0"/>
                  </a:moveTo>
                  <a:cubicBezTo>
                    <a:pt x="380" y="0"/>
                    <a:pt x="0" y="380"/>
                    <a:pt x="0" y="823"/>
                  </a:cubicBezTo>
                  <a:cubicBezTo>
                    <a:pt x="0" y="1267"/>
                    <a:pt x="380" y="1615"/>
                    <a:pt x="824" y="1615"/>
                  </a:cubicBezTo>
                  <a:cubicBezTo>
                    <a:pt x="1299" y="1615"/>
                    <a:pt x="1679" y="1267"/>
                    <a:pt x="1679" y="823"/>
                  </a:cubicBezTo>
                  <a:cubicBezTo>
                    <a:pt x="1679" y="380"/>
                    <a:pt x="1299" y="0"/>
                    <a:pt x="824" y="0"/>
                  </a:cubicBezTo>
                  <a:close/>
                </a:path>
              </a:pathLst>
            </a:custGeom>
            <a:solidFill>
              <a:srgbClr val="4445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1"/>
            <p:cNvSpPr/>
            <p:nvPr/>
          </p:nvSpPr>
          <p:spPr>
            <a:xfrm>
              <a:off x="1097106" y="2190847"/>
              <a:ext cx="216610" cy="77394"/>
            </a:xfrm>
            <a:custGeom>
              <a:avLst/>
              <a:gdLst/>
              <a:ahLst/>
              <a:cxnLst/>
              <a:rect l="l" t="t" r="r" b="b"/>
              <a:pathLst>
                <a:path w="7095" h="2535" extrusionOk="0">
                  <a:moveTo>
                    <a:pt x="7094" y="1"/>
                  </a:moveTo>
                  <a:lnTo>
                    <a:pt x="7094" y="1"/>
                  </a:lnTo>
                  <a:cubicBezTo>
                    <a:pt x="5221" y="632"/>
                    <a:pt x="2785" y="943"/>
                    <a:pt x="1276" y="943"/>
                  </a:cubicBezTo>
                  <a:cubicBezTo>
                    <a:pt x="667" y="943"/>
                    <a:pt x="210" y="892"/>
                    <a:pt x="0" y="792"/>
                  </a:cubicBezTo>
                  <a:lnTo>
                    <a:pt x="0" y="792"/>
                  </a:lnTo>
                  <a:cubicBezTo>
                    <a:pt x="592" y="1851"/>
                    <a:pt x="2003" y="2535"/>
                    <a:pt x="3438" y="2535"/>
                  </a:cubicBezTo>
                  <a:cubicBezTo>
                    <a:pt x="4923" y="2535"/>
                    <a:pt x="6434" y="1804"/>
                    <a:pt x="70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1"/>
            <p:cNvSpPr/>
            <p:nvPr/>
          </p:nvSpPr>
          <p:spPr>
            <a:xfrm>
              <a:off x="643644" y="1238036"/>
              <a:ext cx="716478" cy="572712"/>
            </a:xfrm>
            <a:custGeom>
              <a:avLst/>
              <a:gdLst/>
              <a:ahLst/>
              <a:cxnLst/>
              <a:rect l="l" t="t" r="r" b="b"/>
              <a:pathLst>
                <a:path w="23468" h="18759" extrusionOk="0">
                  <a:moveTo>
                    <a:pt x="11468" y="1"/>
                  </a:moveTo>
                  <a:cubicBezTo>
                    <a:pt x="8243" y="1"/>
                    <a:pt x="4860" y="1320"/>
                    <a:pt x="2946" y="4006"/>
                  </a:cubicBezTo>
                  <a:cubicBezTo>
                    <a:pt x="1" y="8186"/>
                    <a:pt x="507" y="13950"/>
                    <a:pt x="1267" y="18669"/>
                  </a:cubicBezTo>
                  <a:cubicBezTo>
                    <a:pt x="1858" y="18727"/>
                    <a:pt x="2493" y="18759"/>
                    <a:pt x="3153" y="18759"/>
                  </a:cubicBezTo>
                  <a:cubicBezTo>
                    <a:pt x="6815" y="18759"/>
                    <a:pt x="11246" y="17769"/>
                    <a:pt x="13017" y="14710"/>
                  </a:cubicBezTo>
                  <a:cubicBezTo>
                    <a:pt x="13428" y="15280"/>
                    <a:pt x="13333" y="15755"/>
                    <a:pt x="14062" y="16040"/>
                  </a:cubicBezTo>
                  <a:cubicBezTo>
                    <a:pt x="14232" y="16097"/>
                    <a:pt x="14412" y="16121"/>
                    <a:pt x="14600" y="16121"/>
                  </a:cubicBezTo>
                  <a:cubicBezTo>
                    <a:pt x="15461" y="16121"/>
                    <a:pt x="16457" y="15609"/>
                    <a:pt x="17134" y="15375"/>
                  </a:cubicBezTo>
                  <a:cubicBezTo>
                    <a:pt x="20111" y="14235"/>
                    <a:pt x="21947" y="12747"/>
                    <a:pt x="22961" y="9770"/>
                  </a:cubicBezTo>
                  <a:cubicBezTo>
                    <a:pt x="22296" y="7711"/>
                    <a:pt x="23467" y="4228"/>
                    <a:pt x="21726" y="2296"/>
                  </a:cubicBezTo>
                  <a:cubicBezTo>
                    <a:pt x="19921" y="332"/>
                    <a:pt x="15138" y="269"/>
                    <a:pt x="12510" y="47"/>
                  </a:cubicBezTo>
                  <a:cubicBezTo>
                    <a:pt x="12166" y="16"/>
                    <a:pt x="11818" y="1"/>
                    <a:pt x="11468"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1"/>
            <p:cNvSpPr/>
            <p:nvPr/>
          </p:nvSpPr>
          <p:spPr>
            <a:xfrm>
              <a:off x="1087428" y="1231381"/>
              <a:ext cx="447692" cy="502188"/>
            </a:xfrm>
            <a:custGeom>
              <a:avLst/>
              <a:gdLst/>
              <a:ahLst/>
              <a:cxnLst/>
              <a:rect l="l" t="t" r="r" b="b"/>
              <a:pathLst>
                <a:path w="14664" h="16449" extrusionOk="0">
                  <a:moveTo>
                    <a:pt x="5071" y="0"/>
                  </a:moveTo>
                  <a:cubicBezTo>
                    <a:pt x="3583" y="0"/>
                    <a:pt x="2260" y="374"/>
                    <a:pt x="1711" y="1342"/>
                  </a:cubicBezTo>
                  <a:cubicBezTo>
                    <a:pt x="1" y="4319"/>
                    <a:pt x="2756" y="7264"/>
                    <a:pt x="7253" y="9861"/>
                  </a:cubicBezTo>
                  <a:cubicBezTo>
                    <a:pt x="7285" y="12553"/>
                    <a:pt x="10832" y="15086"/>
                    <a:pt x="12700" y="16448"/>
                  </a:cubicBezTo>
                  <a:cubicBezTo>
                    <a:pt x="12668" y="12046"/>
                    <a:pt x="14664" y="4984"/>
                    <a:pt x="10673" y="1627"/>
                  </a:cubicBezTo>
                  <a:cubicBezTo>
                    <a:pt x="9633" y="754"/>
                    <a:pt x="7185" y="0"/>
                    <a:pt x="5071"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1"/>
            <p:cNvSpPr/>
            <p:nvPr/>
          </p:nvSpPr>
          <p:spPr>
            <a:xfrm>
              <a:off x="634943" y="1848575"/>
              <a:ext cx="161504" cy="257215"/>
            </a:xfrm>
            <a:custGeom>
              <a:avLst/>
              <a:gdLst/>
              <a:ahLst/>
              <a:cxnLst/>
              <a:rect l="l" t="t" r="r" b="b"/>
              <a:pathLst>
                <a:path w="5290" h="8425" extrusionOk="0">
                  <a:moveTo>
                    <a:pt x="3516" y="2091"/>
                  </a:moveTo>
                  <a:cubicBezTo>
                    <a:pt x="317" y="1"/>
                    <a:pt x="1" y="5828"/>
                    <a:pt x="1806" y="7475"/>
                  </a:cubicBezTo>
                  <a:cubicBezTo>
                    <a:pt x="2693" y="8266"/>
                    <a:pt x="4371" y="8425"/>
                    <a:pt x="4846" y="7190"/>
                  </a:cubicBezTo>
                  <a:cubicBezTo>
                    <a:pt x="5289" y="6081"/>
                    <a:pt x="4466" y="3611"/>
                    <a:pt x="3516" y="2091"/>
                  </a:cubicBezTo>
                  <a:close/>
                </a:path>
              </a:pathLst>
            </a:custGeom>
            <a:solidFill>
              <a:srgbClr val="FFB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1"/>
            <p:cNvSpPr/>
            <p:nvPr/>
          </p:nvSpPr>
          <p:spPr>
            <a:xfrm>
              <a:off x="676525" y="1743919"/>
              <a:ext cx="117998" cy="359949"/>
            </a:xfrm>
            <a:custGeom>
              <a:avLst/>
              <a:gdLst/>
              <a:ahLst/>
              <a:cxnLst/>
              <a:rect l="l" t="t" r="r" b="b"/>
              <a:pathLst>
                <a:path w="3865" h="11790" extrusionOk="0">
                  <a:moveTo>
                    <a:pt x="1515" y="0"/>
                  </a:moveTo>
                  <a:cubicBezTo>
                    <a:pt x="1176" y="0"/>
                    <a:pt x="924" y="96"/>
                    <a:pt x="665" y="294"/>
                  </a:cubicBezTo>
                  <a:cubicBezTo>
                    <a:pt x="0" y="832"/>
                    <a:pt x="32" y="1402"/>
                    <a:pt x="64" y="2225"/>
                  </a:cubicBezTo>
                  <a:cubicBezTo>
                    <a:pt x="95" y="3682"/>
                    <a:pt x="317" y="5076"/>
                    <a:pt x="697" y="6469"/>
                  </a:cubicBezTo>
                  <a:cubicBezTo>
                    <a:pt x="1204" y="8369"/>
                    <a:pt x="2471" y="9921"/>
                    <a:pt x="2977" y="11789"/>
                  </a:cubicBezTo>
                  <a:cubicBezTo>
                    <a:pt x="3262" y="11726"/>
                    <a:pt x="3547" y="11694"/>
                    <a:pt x="3832" y="11694"/>
                  </a:cubicBezTo>
                  <a:cubicBezTo>
                    <a:pt x="3864" y="11061"/>
                    <a:pt x="3769" y="10459"/>
                    <a:pt x="3706" y="9826"/>
                  </a:cubicBezTo>
                  <a:cubicBezTo>
                    <a:pt x="3357" y="6659"/>
                    <a:pt x="3041" y="3524"/>
                    <a:pt x="3041" y="325"/>
                  </a:cubicBezTo>
                  <a:cubicBezTo>
                    <a:pt x="2350" y="111"/>
                    <a:pt x="1881" y="0"/>
                    <a:pt x="1515"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1"/>
            <p:cNvSpPr/>
            <p:nvPr/>
          </p:nvSpPr>
          <p:spPr>
            <a:xfrm>
              <a:off x="1058424" y="2153875"/>
              <a:ext cx="42589" cy="61182"/>
            </a:xfrm>
            <a:custGeom>
              <a:avLst/>
              <a:gdLst/>
              <a:ahLst/>
              <a:cxnLst/>
              <a:rect l="l" t="t" r="r" b="b"/>
              <a:pathLst>
                <a:path w="1395" h="2004" extrusionOk="0">
                  <a:moveTo>
                    <a:pt x="1278" y="0"/>
                  </a:moveTo>
                  <a:cubicBezTo>
                    <a:pt x="1087" y="0"/>
                    <a:pt x="886" y="61"/>
                    <a:pt x="729" y="166"/>
                  </a:cubicBezTo>
                  <a:cubicBezTo>
                    <a:pt x="539" y="293"/>
                    <a:pt x="381" y="483"/>
                    <a:pt x="254" y="673"/>
                  </a:cubicBezTo>
                  <a:cubicBezTo>
                    <a:pt x="32" y="1117"/>
                    <a:pt x="1" y="1592"/>
                    <a:pt x="191" y="2003"/>
                  </a:cubicBezTo>
                  <a:cubicBezTo>
                    <a:pt x="317" y="1592"/>
                    <a:pt x="412" y="1212"/>
                    <a:pt x="602" y="863"/>
                  </a:cubicBezTo>
                  <a:cubicBezTo>
                    <a:pt x="761" y="515"/>
                    <a:pt x="1014" y="261"/>
                    <a:pt x="1394" y="8"/>
                  </a:cubicBezTo>
                  <a:cubicBezTo>
                    <a:pt x="1356" y="3"/>
                    <a:pt x="1317" y="0"/>
                    <a:pt x="1278" y="0"/>
                  </a:cubicBezTo>
                  <a:close/>
                </a:path>
              </a:pathLst>
            </a:custGeom>
            <a:solidFill>
              <a:srgbClr val="FFB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1"/>
            <p:cNvSpPr/>
            <p:nvPr/>
          </p:nvSpPr>
          <p:spPr>
            <a:xfrm>
              <a:off x="649445" y="1447930"/>
              <a:ext cx="859572" cy="167854"/>
            </a:xfrm>
            <a:custGeom>
              <a:avLst/>
              <a:gdLst/>
              <a:ahLst/>
              <a:cxnLst/>
              <a:rect l="l" t="t" r="r" b="b"/>
              <a:pathLst>
                <a:path w="28155" h="5498" extrusionOk="0">
                  <a:moveTo>
                    <a:pt x="27359" y="1"/>
                  </a:moveTo>
                  <a:cubicBezTo>
                    <a:pt x="27198" y="1"/>
                    <a:pt x="26993" y="126"/>
                    <a:pt x="26634" y="266"/>
                  </a:cubicBezTo>
                  <a:cubicBezTo>
                    <a:pt x="25431" y="741"/>
                    <a:pt x="23974" y="868"/>
                    <a:pt x="22707" y="1058"/>
                  </a:cubicBezTo>
                  <a:cubicBezTo>
                    <a:pt x="20839" y="1343"/>
                    <a:pt x="19065" y="1691"/>
                    <a:pt x="17165" y="1786"/>
                  </a:cubicBezTo>
                  <a:cubicBezTo>
                    <a:pt x="14525" y="1876"/>
                    <a:pt x="11901" y="2060"/>
                    <a:pt x="9270" y="2060"/>
                  </a:cubicBezTo>
                  <a:cubicBezTo>
                    <a:pt x="8177" y="2060"/>
                    <a:pt x="7083" y="2028"/>
                    <a:pt x="5986" y="1945"/>
                  </a:cubicBezTo>
                  <a:cubicBezTo>
                    <a:pt x="4561" y="1818"/>
                    <a:pt x="3136" y="1723"/>
                    <a:pt x="1711" y="1533"/>
                  </a:cubicBezTo>
                  <a:cubicBezTo>
                    <a:pt x="1362" y="1470"/>
                    <a:pt x="951" y="1470"/>
                    <a:pt x="666" y="1280"/>
                  </a:cubicBezTo>
                  <a:cubicBezTo>
                    <a:pt x="32" y="2356"/>
                    <a:pt x="1" y="3750"/>
                    <a:pt x="191" y="4858"/>
                  </a:cubicBezTo>
                  <a:cubicBezTo>
                    <a:pt x="2186" y="4985"/>
                    <a:pt x="4149" y="5492"/>
                    <a:pt x="6208" y="5492"/>
                  </a:cubicBezTo>
                  <a:cubicBezTo>
                    <a:pt x="7498" y="5492"/>
                    <a:pt x="8797" y="5497"/>
                    <a:pt x="10099" y="5497"/>
                  </a:cubicBezTo>
                  <a:cubicBezTo>
                    <a:pt x="14006" y="5497"/>
                    <a:pt x="17949" y="5444"/>
                    <a:pt x="21821" y="5016"/>
                  </a:cubicBezTo>
                  <a:cubicBezTo>
                    <a:pt x="23309" y="4858"/>
                    <a:pt x="24829" y="4636"/>
                    <a:pt x="26318" y="4415"/>
                  </a:cubicBezTo>
                  <a:cubicBezTo>
                    <a:pt x="26824" y="4320"/>
                    <a:pt x="27268" y="4383"/>
                    <a:pt x="27648" y="4066"/>
                  </a:cubicBezTo>
                  <a:cubicBezTo>
                    <a:pt x="28154" y="3655"/>
                    <a:pt x="28028" y="2800"/>
                    <a:pt x="28028" y="2198"/>
                  </a:cubicBezTo>
                  <a:cubicBezTo>
                    <a:pt x="28028" y="1596"/>
                    <a:pt x="28091" y="1058"/>
                    <a:pt x="27838" y="520"/>
                  </a:cubicBezTo>
                  <a:cubicBezTo>
                    <a:pt x="27645" y="134"/>
                    <a:pt x="27525" y="1"/>
                    <a:pt x="27359"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1"/>
            <p:cNvSpPr/>
            <p:nvPr/>
          </p:nvSpPr>
          <p:spPr>
            <a:xfrm>
              <a:off x="1019743" y="1440573"/>
              <a:ext cx="221465" cy="221434"/>
            </a:xfrm>
            <a:custGeom>
              <a:avLst/>
              <a:gdLst/>
              <a:ahLst/>
              <a:cxnLst/>
              <a:rect l="l" t="t" r="r" b="b"/>
              <a:pathLst>
                <a:path w="7254" h="7253" extrusionOk="0">
                  <a:moveTo>
                    <a:pt x="3643" y="0"/>
                  </a:moveTo>
                  <a:cubicBezTo>
                    <a:pt x="1616" y="0"/>
                    <a:pt x="1" y="1616"/>
                    <a:pt x="1" y="3611"/>
                  </a:cubicBezTo>
                  <a:cubicBezTo>
                    <a:pt x="1" y="5638"/>
                    <a:pt x="1616" y="7253"/>
                    <a:pt x="3643" y="7253"/>
                  </a:cubicBezTo>
                  <a:cubicBezTo>
                    <a:pt x="5638" y="7253"/>
                    <a:pt x="7253" y="5638"/>
                    <a:pt x="7253" y="3611"/>
                  </a:cubicBezTo>
                  <a:cubicBezTo>
                    <a:pt x="7253" y="1616"/>
                    <a:pt x="5638" y="0"/>
                    <a:pt x="3643" y="0"/>
                  </a:cubicBez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1"/>
            <p:cNvSpPr/>
            <p:nvPr/>
          </p:nvSpPr>
          <p:spPr>
            <a:xfrm>
              <a:off x="1068102" y="1440573"/>
              <a:ext cx="118945" cy="114121"/>
            </a:xfrm>
            <a:custGeom>
              <a:avLst/>
              <a:gdLst/>
              <a:ahLst/>
              <a:cxnLst/>
              <a:rect l="l" t="t" r="r" b="b"/>
              <a:pathLst>
                <a:path w="3896" h="3738" extrusionOk="0">
                  <a:moveTo>
                    <a:pt x="2059" y="0"/>
                  </a:moveTo>
                  <a:cubicBezTo>
                    <a:pt x="1267" y="0"/>
                    <a:pt x="570" y="254"/>
                    <a:pt x="0" y="634"/>
                  </a:cubicBezTo>
                  <a:lnTo>
                    <a:pt x="2059" y="3737"/>
                  </a:lnTo>
                  <a:lnTo>
                    <a:pt x="3896" y="507"/>
                  </a:lnTo>
                  <a:cubicBezTo>
                    <a:pt x="3357" y="190"/>
                    <a:pt x="2724" y="0"/>
                    <a:pt x="2059" y="0"/>
                  </a:cubicBez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1"/>
            <p:cNvSpPr/>
            <p:nvPr/>
          </p:nvSpPr>
          <p:spPr>
            <a:xfrm>
              <a:off x="1075827" y="1555640"/>
              <a:ext cx="113175" cy="106367"/>
            </a:xfrm>
            <a:custGeom>
              <a:avLst/>
              <a:gdLst/>
              <a:ahLst/>
              <a:cxnLst/>
              <a:rect l="l" t="t" r="r" b="b"/>
              <a:pathLst>
                <a:path w="3707" h="3484" extrusionOk="0">
                  <a:moveTo>
                    <a:pt x="1774" y="0"/>
                  </a:moveTo>
                  <a:lnTo>
                    <a:pt x="1" y="3040"/>
                  </a:lnTo>
                  <a:cubicBezTo>
                    <a:pt x="539" y="3325"/>
                    <a:pt x="1141" y="3484"/>
                    <a:pt x="1774" y="3484"/>
                  </a:cubicBezTo>
                  <a:cubicBezTo>
                    <a:pt x="2503" y="3484"/>
                    <a:pt x="3168" y="3294"/>
                    <a:pt x="3706" y="2945"/>
                  </a:cubicBezTo>
                  <a:lnTo>
                    <a:pt x="1774" y="0"/>
                  </a:ln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1"/>
            <p:cNvSpPr/>
            <p:nvPr/>
          </p:nvSpPr>
          <p:spPr>
            <a:xfrm>
              <a:off x="1100006" y="1523706"/>
              <a:ext cx="60938" cy="60968"/>
            </a:xfrm>
            <a:custGeom>
              <a:avLst/>
              <a:gdLst/>
              <a:ahLst/>
              <a:cxnLst/>
              <a:rect l="l" t="t" r="r" b="b"/>
              <a:pathLst>
                <a:path w="1996" h="1997" extrusionOk="0">
                  <a:moveTo>
                    <a:pt x="1014" y="1"/>
                  </a:moveTo>
                  <a:cubicBezTo>
                    <a:pt x="444" y="1"/>
                    <a:pt x="0" y="444"/>
                    <a:pt x="0" y="1014"/>
                  </a:cubicBezTo>
                  <a:cubicBezTo>
                    <a:pt x="0" y="1553"/>
                    <a:pt x="444" y="1996"/>
                    <a:pt x="1014" y="1996"/>
                  </a:cubicBezTo>
                  <a:cubicBezTo>
                    <a:pt x="1552" y="1996"/>
                    <a:pt x="1996" y="1553"/>
                    <a:pt x="1996" y="1014"/>
                  </a:cubicBezTo>
                  <a:cubicBezTo>
                    <a:pt x="1996" y="444"/>
                    <a:pt x="1552" y="1"/>
                    <a:pt x="10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1"/>
            <p:cNvSpPr/>
            <p:nvPr/>
          </p:nvSpPr>
          <p:spPr>
            <a:xfrm>
              <a:off x="897928" y="2476059"/>
              <a:ext cx="296874" cy="564683"/>
            </a:xfrm>
            <a:custGeom>
              <a:avLst/>
              <a:gdLst/>
              <a:ahLst/>
              <a:cxnLst/>
              <a:rect l="l" t="t" r="r" b="b"/>
              <a:pathLst>
                <a:path w="9724" h="18496" extrusionOk="0">
                  <a:moveTo>
                    <a:pt x="539" y="1"/>
                  </a:moveTo>
                  <a:cubicBezTo>
                    <a:pt x="539" y="1"/>
                    <a:pt x="1" y="14790"/>
                    <a:pt x="159" y="14885"/>
                  </a:cubicBezTo>
                  <a:cubicBezTo>
                    <a:pt x="286" y="14980"/>
                    <a:pt x="6018" y="18495"/>
                    <a:pt x="6018" y="18495"/>
                  </a:cubicBezTo>
                  <a:lnTo>
                    <a:pt x="9153" y="13270"/>
                  </a:lnTo>
                  <a:lnTo>
                    <a:pt x="9723" y="1996"/>
                  </a:lnTo>
                  <a:lnTo>
                    <a:pt x="4434" y="1426"/>
                  </a:lnTo>
                  <a:lnTo>
                    <a:pt x="539" y="1"/>
                  </a:lnTo>
                  <a:close/>
                </a:path>
              </a:pathLst>
            </a:custGeom>
            <a:solidFill>
              <a:srgbClr val="E5A8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1"/>
            <p:cNvSpPr/>
            <p:nvPr/>
          </p:nvSpPr>
          <p:spPr>
            <a:xfrm>
              <a:off x="1020720" y="2596927"/>
              <a:ext cx="131523" cy="443815"/>
            </a:xfrm>
            <a:custGeom>
              <a:avLst/>
              <a:gdLst/>
              <a:ahLst/>
              <a:cxnLst/>
              <a:rect l="l" t="t" r="r" b="b"/>
              <a:pathLst>
                <a:path w="4308" h="14537" extrusionOk="0">
                  <a:moveTo>
                    <a:pt x="2249" y="0"/>
                  </a:moveTo>
                  <a:lnTo>
                    <a:pt x="1" y="6144"/>
                  </a:lnTo>
                  <a:lnTo>
                    <a:pt x="1869" y="14536"/>
                  </a:lnTo>
                  <a:lnTo>
                    <a:pt x="4308" y="4276"/>
                  </a:lnTo>
                  <a:lnTo>
                    <a:pt x="3421" y="95"/>
                  </a:lnTo>
                  <a:lnTo>
                    <a:pt x="2249"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1"/>
            <p:cNvSpPr/>
            <p:nvPr/>
          </p:nvSpPr>
          <p:spPr>
            <a:xfrm>
              <a:off x="1072926" y="2521548"/>
              <a:ext cx="69639" cy="78309"/>
            </a:xfrm>
            <a:custGeom>
              <a:avLst/>
              <a:gdLst/>
              <a:ahLst/>
              <a:cxnLst/>
              <a:rect l="l" t="t" r="r" b="b"/>
              <a:pathLst>
                <a:path w="2281" h="2565" extrusionOk="0">
                  <a:moveTo>
                    <a:pt x="891" y="1"/>
                  </a:moveTo>
                  <a:cubicBezTo>
                    <a:pt x="575" y="1"/>
                    <a:pt x="257" y="65"/>
                    <a:pt x="1" y="253"/>
                  </a:cubicBezTo>
                  <a:lnTo>
                    <a:pt x="571" y="2469"/>
                  </a:lnTo>
                  <a:lnTo>
                    <a:pt x="1711" y="2564"/>
                  </a:lnTo>
                  <a:lnTo>
                    <a:pt x="2281" y="316"/>
                  </a:lnTo>
                  <a:cubicBezTo>
                    <a:pt x="2281" y="316"/>
                    <a:pt x="1590" y="1"/>
                    <a:pt x="891"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1"/>
            <p:cNvSpPr/>
            <p:nvPr/>
          </p:nvSpPr>
          <p:spPr>
            <a:xfrm>
              <a:off x="1352367" y="3488311"/>
              <a:ext cx="165350" cy="239538"/>
            </a:xfrm>
            <a:custGeom>
              <a:avLst/>
              <a:gdLst/>
              <a:ahLst/>
              <a:cxnLst/>
              <a:rect l="l" t="t" r="r" b="b"/>
              <a:pathLst>
                <a:path w="5416" h="7846" extrusionOk="0">
                  <a:moveTo>
                    <a:pt x="1671" y="0"/>
                  </a:moveTo>
                  <a:cubicBezTo>
                    <a:pt x="1641" y="0"/>
                    <a:pt x="1612" y="1"/>
                    <a:pt x="1584" y="2"/>
                  </a:cubicBezTo>
                  <a:cubicBezTo>
                    <a:pt x="1235" y="34"/>
                    <a:pt x="982" y="256"/>
                    <a:pt x="665" y="1111"/>
                  </a:cubicBezTo>
                  <a:cubicBezTo>
                    <a:pt x="0" y="1586"/>
                    <a:pt x="222" y="3391"/>
                    <a:pt x="253" y="4214"/>
                  </a:cubicBezTo>
                  <a:cubicBezTo>
                    <a:pt x="317" y="4230"/>
                    <a:pt x="404" y="4238"/>
                    <a:pt x="487" y="4238"/>
                  </a:cubicBezTo>
                  <a:cubicBezTo>
                    <a:pt x="570" y="4238"/>
                    <a:pt x="649" y="4230"/>
                    <a:pt x="697" y="4214"/>
                  </a:cubicBezTo>
                  <a:cubicBezTo>
                    <a:pt x="823" y="3771"/>
                    <a:pt x="950" y="3391"/>
                    <a:pt x="1204" y="3074"/>
                  </a:cubicBezTo>
                  <a:cubicBezTo>
                    <a:pt x="1267" y="3834"/>
                    <a:pt x="1204" y="4657"/>
                    <a:pt x="1204" y="5418"/>
                  </a:cubicBezTo>
                  <a:cubicBezTo>
                    <a:pt x="1204" y="5861"/>
                    <a:pt x="1077" y="7159"/>
                    <a:pt x="1267" y="7476"/>
                  </a:cubicBezTo>
                  <a:cubicBezTo>
                    <a:pt x="1423" y="7749"/>
                    <a:pt x="1823" y="7846"/>
                    <a:pt x="2280" y="7846"/>
                  </a:cubicBezTo>
                  <a:cubicBezTo>
                    <a:pt x="2940" y="7846"/>
                    <a:pt x="3717" y="7644"/>
                    <a:pt x="4054" y="7476"/>
                  </a:cubicBezTo>
                  <a:cubicBezTo>
                    <a:pt x="5416" y="6779"/>
                    <a:pt x="5035" y="6399"/>
                    <a:pt x="4877" y="4657"/>
                  </a:cubicBezTo>
                  <a:cubicBezTo>
                    <a:pt x="4750" y="3644"/>
                    <a:pt x="4624" y="2884"/>
                    <a:pt x="4307" y="1934"/>
                  </a:cubicBezTo>
                  <a:cubicBezTo>
                    <a:pt x="4149" y="1459"/>
                    <a:pt x="3927" y="1047"/>
                    <a:pt x="3895" y="572"/>
                  </a:cubicBezTo>
                  <a:cubicBezTo>
                    <a:pt x="3289" y="330"/>
                    <a:pt x="2335" y="0"/>
                    <a:pt x="1671" y="0"/>
                  </a:cubicBezTo>
                  <a:close/>
                </a:path>
              </a:pathLst>
            </a:custGeom>
            <a:solidFill>
              <a:srgbClr val="FDC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1"/>
            <p:cNvSpPr/>
            <p:nvPr/>
          </p:nvSpPr>
          <p:spPr>
            <a:xfrm>
              <a:off x="1346567" y="2542767"/>
              <a:ext cx="158573" cy="1002666"/>
            </a:xfrm>
            <a:custGeom>
              <a:avLst/>
              <a:gdLst/>
              <a:ahLst/>
              <a:cxnLst/>
              <a:rect l="l" t="t" r="r" b="b"/>
              <a:pathLst>
                <a:path w="5194" h="32842" extrusionOk="0">
                  <a:moveTo>
                    <a:pt x="0" y="1"/>
                  </a:moveTo>
                  <a:lnTo>
                    <a:pt x="1584" y="32842"/>
                  </a:lnTo>
                  <a:lnTo>
                    <a:pt x="4465" y="31987"/>
                  </a:lnTo>
                  <a:cubicBezTo>
                    <a:pt x="5194" y="7855"/>
                    <a:pt x="0" y="1"/>
                    <a:pt x="0"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1"/>
            <p:cNvSpPr/>
            <p:nvPr/>
          </p:nvSpPr>
          <p:spPr>
            <a:xfrm>
              <a:off x="1078727" y="2454810"/>
              <a:ext cx="353904" cy="1350708"/>
            </a:xfrm>
            <a:custGeom>
              <a:avLst/>
              <a:gdLst/>
              <a:ahLst/>
              <a:cxnLst/>
              <a:rect l="l" t="t" r="r" b="b"/>
              <a:pathLst>
                <a:path w="11592" h="44242" extrusionOk="0">
                  <a:moveTo>
                    <a:pt x="4403" y="0"/>
                  </a:moveTo>
                  <a:lnTo>
                    <a:pt x="1" y="19635"/>
                  </a:lnTo>
                  <a:lnTo>
                    <a:pt x="1" y="44242"/>
                  </a:lnTo>
                  <a:lnTo>
                    <a:pt x="11592" y="43608"/>
                  </a:lnTo>
                  <a:lnTo>
                    <a:pt x="8773" y="2882"/>
                  </a:lnTo>
                  <a:lnTo>
                    <a:pt x="4403"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1"/>
            <p:cNvSpPr/>
            <p:nvPr/>
          </p:nvSpPr>
          <p:spPr>
            <a:xfrm>
              <a:off x="1148335" y="2468334"/>
              <a:ext cx="111221" cy="193408"/>
            </a:xfrm>
            <a:custGeom>
              <a:avLst/>
              <a:gdLst/>
              <a:ahLst/>
              <a:cxnLst/>
              <a:rect l="l" t="t" r="r" b="b"/>
              <a:pathLst>
                <a:path w="3643" h="6335" extrusionOk="0">
                  <a:moveTo>
                    <a:pt x="1996" y="0"/>
                  </a:moveTo>
                  <a:lnTo>
                    <a:pt x="1" y="6334"/>
                  </a:lnTo>
                  <a:lnTo>
                    <a:pt x="3643" y="2946"/>
                  </a:lnTo>
                  <a:lnTo>
                    <a:pt x="3231" y="254"/>
                  </a:lnTo>
                  <a:lnTo>
                    <a:pt x="1996" y="0"/>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1"/>
            <p:cNvSpPr/>
            <p:nvPr/>
          </p:nvSpPr>
          <p:spPr>
            <a:xfrm>
              <a:off x="1079704" y="2578548"/>
              <a:ext cx="178906" cy="462194"/>
            </a:xfrm>
            <a:custGeom>
              <a:avLst/>
              <a:gdLst/>
              <a:ahLst/>
              <a:cxnLst/>
              <a:rect l="l" t="t" r="r" b="b"/>
              <a:pathLst>
                <a:path w="5860" h="15139" extrusionOk="0">
                  <a:moveTo>
                    <a:pt x="2946" y="1"/>
                  </a:moveTo>
                  <a:lnTo>
                    <a:pt x="2597" y="697"/>
                  </a:lnTo>
                  <a:lnTo>
                    <a:pt x="0" y="15138"/>
                  </a:lnTo>
                  <a:lnTo>
                    <a:pt x="5859" y="5543"/>
                  </a:lnTo>
                  <a:lnTo>
                    <a:pt x="2946" y="1"/>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1"/>
            <p:cNvSpPr/>
            <p:nvPr/>
          </p:nvSpPr>
          <p:spPr>
            <a:xfrm>
              <a:off x="732608" y="2471235"/>
              <a:ext cx="353904" cy="1331383"/>
            </a:xfrm>
            <a:custGeom>
              <a:avLst/>
              <a:gdLst/>
              <a:ahLst/>
              <a:cxnLst/>
              <a:rect l="l" t="t" r="r" b="b"/>
              <a:pathLst>
                <a:path w="11592" h="43609" extrusionOk="0">
                  <a:moveTo>
                    <a:pt x="7347" y="0"/>
                  </a:moveTo>
                  <a:lnTo>
                    <a:pt x="2882" y="1204"/>
                  </a:lnTo>
                  <a:lnTo>
                    <a:pt x="0" y="43102"/>
                  </a:lnTo>
                  <a:lnTo>
                    <a:pt x="11591" y="43609"/>
                  </a:lnTo>
                  <a:lnTo>
                    <a:pt x="11591" y="19002"/>
                  </a:lnTo>
                  <a:lnTo>
                    <a:pt x="7347"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1"/>
            <p:cNvSpPr/>
            <p:nvPr/>
          </p:nvSpPr>
          <p:spPr>
            <a:xfrm>
              <a:off x="902752" y="2462534"/>
              <a:ext cx="111221" cy="199208"/>
            </a:xfrm>
            <a:custGeom>
              <a:avLst/>
              <a:gdLst/>
              <a:ahLst/>
              <a:cxnLst/>
              <a:rect l="l" t="t" r="r" b="b"/>
              <a:pathLst>
                <a:path w="3643" h="6525" extrusionOk="0">
                  <a:moveTo>
                    <a:pt x="2439" y="0"/>
                  </a:moveTo>
                  <a:lnTo>
                    <a:pt x="381" y="444"/>
                  </a:lnTo>
                  <a:lnTo>
                    <a:pt x="1" y="3136"/>
                  </a:lnTo>
                  <a:lnTo>
                    <a:pt x="3643" y="6524"/>
                  </a:lnTo>
                  <a:lnTo>
                    <a:pt x="3643" y="6524"/>
                  </a:lnTo>
                  <a:lnTo>
                    <a:pt x="2439" y="0"/>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1"/>
            <p:cNvSpPr/>
            <p:nvPr/>
          </p:nvSpPr>
          <p:spPr>
            <a:xfrm>
              <a:off x="903729" y="2599827"/>
              <a:ext cx="177929" cy="440914"/>
            </a:xfrm>
            <a:custGeom>
              <a:avLst/>
              <a:gdLst/>
              <a:ahLst/>
              <a:cxnLst/>
              <a:rect l="l" t="t" r="r" b="b"/>
              <a:pathLst>
                <a:path w="5828" h="14442" extrusionOk="0">
                  <a:moveTo>
                    <a:pt x="3263" y="0"/>
                  </a:moveTo>
                  <a:lnTo>
                    <a:pt x="1" y="4846"/>
                  </a:lnTo>
                  <a:lnTo>
                    <a:pt x="5828" y="14441"/>
                  </a:lnTo>
                  <a:lnTo>
                    <a:pt x="3263" y="0"/>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1"/>
            <p:cNvSpPr/>
            <p:nvPr/>
          </p:nvSpPr>
          <p:spPr>
            <a:xfrm>
              <a:off x="887304" y="2478012"/>
              <a:ext cx="109267" cy="242713"/>
            </a:xfrm>
            <a:custGeom>
              <a:avLst/>
              <a:gdLst/>
              <a:ahLst/>
              <a:cxnLst/>
              <a:rect l="l" t="t" r="r" b="b"/>
              <a:pathLst>
                <a:path w="3579" h="7950" extrusionOk="0">
                  <a:moveTo>
                    <a:pt x="3326" y="0"/>
                  </a:moveTo>
                  <a:cubicBezTo>
                    <a:pt x="3294" y="32"/>
                    <a:pt x="0" y="3389"/>
                    <a:pt x="824" y="7949"/>
                  </a:cubicBezTo>
                  <a:lnTo>
                    <a:pt x="1204" y="7886"/>
                  </a:lnTo>
                  <a:cubicBezTo>
                    <a:pt x="412" y="3547"/>
                    <a:pt x="3547" y="285"/>
                    <a:pt x="3579" y="254"/>
                  </a:cubicBezTo>
                  <a:lnTo>
                    <a:pt x="3326"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1"/>
            <p:cNvSpPr/>
            <p:nvPr/>
          </p:nvSpPr>
          <p:spPr>
            <a:xfrm>
              <a:off x="834121" y="2714895"/>
              <a:ext cx="161504" cy="196277"/>
            </a:xfrm>
            <a:custGeom>
              <a:avLst/>
              <a:gdLst/>
              <a:ahLst/>
              <a:cxnLst/>
              <a:rect l="l" t="t" r="r" b="b"/>
              <a:pathLst>
                <a:path w="5290" h="6429" extrusionOk="0">
                  <a:moveTo>
                    <a:pt x="2661" y="285"/>
                  </a:moveTo>
                  <a:cubicBezTo>
                    <a:pt x="2661" y="285"/>
                    <a:pt x="2661" y="285"/>
                    <a:pt x="2692" y="317"/>
                  </a:cubicBezTo>
                  <a:cubicBezTo>
                    <a:pt x="3991" y="317"/>
                    <a:pt x="4054" y="1488"/>
                    <a:pt x="4054" y="1552"/>
                  </a:cubicBezTo>
                  <a:cubicBezTo>
                    <a:pt x="4244" y="2597"/>
                    <a:pt x="4086" y="3484"/>
                    <a:pt x="3547" y="4212"/>
                  </a:cubicBezTo>
                  <a:cubicBezTo>
                    <a:pt x="3231" y="4655"/>
                    <a:pt x="2819" y="5004"/>
                    <a:pt x="2407" y="5257"/>
                  </a:cubicBezTo>
                  <a:cubicBezTo>
                    <a:pt x="1964" y="5035"/>
                    <a:pt x="1616" y="4750"/>
                    <a:pt x="1362" y="4402"/>
                  </a:cubicBezTo>
                  <a:cubicBezTo>
                    <a:pt x="476" y="3167"/>
                    <a:pt x="951" y="1583"/>
                    <a:pt x="951" y="1583"/>
                  </a:cubicBezTo>
                  <a:cubicBezTo>
                    <a:pt x="1172" y="792"/>
                    <a:pt x="1394" y="285"/>
                    <a:pt x="2661" y="285"/>
                  </a:cubicBezTo>
                  <a:close/>
                  <a:moveTo>
                    <a:pt x="2661" y="0"/>
                  </a:moveTo>
                  <a:cubicBezTo>
                    <a:pt x="1204" y="0"/>
                    <a:pt x="919" y="633"/>
                    <a:pt x="666" y="1488"/>
                  </a:cubicBezTo>
                  <a:cubicBezTo>
                    <a:pt x="634" y="1552"/>
                    <a:pt x="127" y="3230"/>
                    <a:pt x="1109" y="4560"/>
                  </a:cubicBezTo>
                  <a:cubicBezTo>
                    <a:pt x="1362" y="4909"/>
                    <a:pt x="1679" y="5194"/>
                    <a:pt x="2091" y="5447"/>
                  </a:cubicBezTo>
                  <a:cubicBezTo>
                    <a:pt x="1077" y="5985"/>
                    <a:pt x="32" y="6144"/>
                    <a:pt x="0" y="6144"/>
                  </a:cubicBezTo>
                  <a:lnTo>
                    <a:pt x="64" y="6429"/>
                  </a:lnTo>
                  <a:cubicBezTo>
                    <a:pt x="127" y="6429"/>
                    <a:pt x="1299" y="6239"/>
                    <a:pt x="2407" y="5605"/>
                  </a:cubicBezTo>
                  <a:cubicBezTo>
                    <a:pt x="3167" y="5954"/>
                    <a:pt x="4117" y="6112"/>
                    <a:pt x="5289" y="6112"/>
                  </a:cubicBezTo>
                  <a:lnTo>
                    <a:pt x="5289" y="5827"/>
                  </a:lnTo>
                  <a:cubicBezTo>
                    <a:pt x="4244" y="5827"/>
                    <a:pt x="3389" y="5669"/>
                    <a:pt x="2724" y="5415"/>
                  </a:cubicBezTo>
                  <a:cubicBezTo>
                    <a:pt x="3136" y="5130"/>
                    <a:pt x="3484" y="4814"/>
                    <a:pt x="3801" y="4402"/>
                  </a:cubicBezTo>
                  <a:cubicBezTo>
                    <a:pt x="4371" y="3579"/>
                    <a:pt x="4561" y="2629"/>
                    <a:pt x="4371" y="1520"/>
                  </a:cubicBezTo>
                  <a:cubicBezTo>
                    <a:pt x="4371" y="1520"/>
                    <a:pt x="4276" y="0"/>
                    <a:pt x="2692"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1"/>
            <p:cNvSpPr/>
            <p:nvPr/>
          </p:nvSpPr>
          <p:spPr>
            <a:xfrm>
              <a:off x="975291" y="2886901"/>
              <a:ext cx="49398" cy="22867"/>
            </a:xfrm>
            <a:custGeom>
              <a:avLst/>
              <a:gdLst/>
              <a:ahLst/>
              <a:cxnLst/>
              <a:rect l="l" t="t" r="r" b="b"/>
              <a:pathLst>
                <a:path w="1618" h="749" extrusionOk="0">
                  <a:moveTo>
                    <a:pt x="497" y="1"/>
                  </a:moveTo>
                  <a:cubicBezTo>
                    <a:pt x="318" y="1"/>
                    <a:pt x="159" y="16"/>
                    <a:pt x="95" y="66"/>
                  </a:cubicBezTo>
                  <a:cubicBezTo>
                    <a:pt x="0" y="130"/>
                    <a:pt x="0" y="288"/>
                    <a:pt x="32" y="383"/>
                  </a:cubicBezTo>
                  <a:cubicBezTo>
                    <a:pt x="95" y="636"/>
                    <a:pt x="0" y="605"/>
                    <a:pt x="254" y="668"/>
                  </a:cubicBezTo>
                  <a:cubicBezTo>
                    <a:pt x="411" y="717"/>
                    <a:pt x="606" y="748"/>
                    <a:pt x="797" y="748"/>
                  </a:cubicBezTo>
                  <a:cubicBezTo>
                    <a:pt x="1217" y="748"/>
                    <a:pt x="1617" y="598"/>
                    <a:pt x="1552" y="161"/>
                  </a:cubicBezTo>
                  <a:cubicBezTo>
                    <a:pt x="1520" y="66"/>
                    <a:pt x="1362" y="66"/>
                    <a:pt x="1172" y="35"/>
                  </a:cubicBezTo>
                  <a:cubicBezTo>
                    <a:pt x="1077" y="35"/>
                    <a:pt x="765" y="1"/>
                    <a:pt x="497" y="1"/>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1"/>
            <p:cNvSpPr/>
            <p:nvPr/>
          </p:nvSpPr>
          <p:spPr>
            <a:xfrm>
              <a:off x="794706" y="2895358"/>
              <a:ext cx="49123" cy="23111"/>
            </a:xfrm>
            <a:custGeom>
              <a:avLst/>
              <a:gdLst/>
              <a:ahLst/>
              <a:cxnLst/>
              <a:rect l="l" t="t" r="r" b="b"/>
              <a:pathLst>
                <a:path w="1609" h="757" extrusionOk="0">
                  <a:moveTo>
                    <a:pt x="1213" y="1"/>
                  </a:moveTo>
                  <a:cubicBezTo>
                    <a:pt x="929" y="1"/>
                    <a:pt x="542" y="43"/>
                    <a:pt x="436" y="43"/>
                  </a:cubicBezTo>
                  <a:cubicBezTo>
                    <a:pt x="246" y="43"/>
                    <a:pt x="120" y="74"/>
                    <a:pt x="88" y="169"/>
                  </a:cubicBezTo>
                  <a:cubicBezTo>
                    <a:pt x="1" y="606"/>
                    <a:pt x="394" y="756"/>
                    <a:pt x="813" y="756"/>
                  </a:cubicBezTo>
                  <a:cubicBezTo>
                    <a:pt x="1002" y="756"/>
                    <a:pt x="1197" y="726"/>
                    <a:pt x="1355" y="676"/>
                  </a:cubicBezTo>
                  <a:cubicBezTo>
                    <a:pt x="1608" y="581"/>
                    <a:pt x="1545" y="613"/>
                    <a:pt x="1576" y="391"/>
                  </a:cubicBezTo>
                  <a:cubicBezTo>
                    <a:pt x="1608" y="264"/>
                    <a:pt x="1608" y="106"/>
                    <a:pt x="1513" y="43"/>
                  </a:cubicBezTo>
                  <a:cubicBezTo>
                    <a:pt x="1471" y="11"/>
                    <a:pt x="1355" y="1"/>
                    <a:pt x="1213" y="1"/>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1"/>
            <p:cNvSpPr/>
            <p:nvPr/>
          </p:nvSpPr>
          <p:spPr>
            <a:xfrm>
              <a:off x="1223775" y="2490560"/>
              <a:ext cx="104443" cy="383884"/>
            </a:xfrm>
            <a:custGeom>
              <a:avLst/>
              <a:gdLst/>
              <a:ahLst/>
              <a:cxnLst/>
              <a:rect l="l" t="t" r="r" b="b"/>
              <a:pathLst>
                <a:path w="3421" h="12574" extrusionOk="0">
                  <a:moveTo>
                    <a:pt x="253" y="1"/>
                  </a:moveTo>
                  <a:lnTo>
                    <a:pt x="0" y="286"/>
                  </a:lnTo>
                  <a:cubicBezTo>
                    <a:pt x="380" y="634"/>
                    <a:pt x="1457" y="2344"/>
                    <a:pt x="1710" y="3294"/>
                  </a:cubicBezTo>
                  <a:cubicBezTo>
                    <a:pt x="2217" y="5416"/>
                    <a:pt x="3009" y="8583"/>
                    <a:pt x="1520" y="12415"/>
                  </a:cubicBezTo>
                  <a:lnTo>
                    <a:pt x="1900" y="12573"/>
                  </a:lnTo>
                  <a:cubicBezTo>
                    <a:pt x="3420" y="8615"/>
                    <a:pt x="2629" y="5353"/>
                    <a:pt x="2090" y="3199"/>
                  </a:cubicBezTo>
                  <a:cubicBezTo>
                    <a:pt x="1837" y="2186"/>
                    <a:pt x="728" y="381"/>
                    <a:pt x="253"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1"/>
            <p:cNvSpPr/>
            <p:nvPr/>
          </p:nvSpPr>
          <p:spPr>
            <a:xfrm>
              <a:off x="1223775" y="2841533"/>
              <a:ext cx="87987" cy="79317"/>
            </a:xfrm>
            <a:custGeom>
              <a:avLst/>
              <a:gdLst/>
              <a:ahLst/>
              <a:cxnLst/>
              <a:rect l="l" t="t" r="r" b="b"/>
              <a:pathLst>
                <a:path w="2882" h="2598" extrusionOk="0">
                  <a:moveTo>
                    <a:pt x="1457" y="1"/>
                  </a:moveTo>
                  <a:cubicBezTo>
                    <a:pt x="633" y="1"/>
                    <a:pt x="0" y="602"/>
                    <a:pt x="0" y="1299"/>
                  </a:cubicBezTo>
                  <a:cubicBezTo>
                    <a:pt x="0" y="2027"/>
                    <a:pt x="633" y="2598"/>
                    <a:pt x="1457" y="2598"/>
                  </a:cubicBezTo>
                  <a:cubicBezTo>
                    <a:pt x="2249" y="2598"/>
                    <a:pt x="2882" y="2027"/>
                    <a:pt x="2882" y="1299"/>
                  </a:cubicBezTo>
                  <a:cubicBezTo>
                    <a:pt x="2882" y="602"/>
                    <a:pt x="2249" y="1"/>
                    <a:pt x="1457"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1"/>
            <p:cNvSpPr/>
            <p:nvPr/>
          </p:nvSpPr>
          <p:spPr>
            <a:xfrm>
              <a:off x="1236323" y="2853135"/>
              <a:ext cx="64815" cy="58038"/>
            </a:xfrm>
            <a:custGeom>
              <a:avLst/>
              <a:gdLst/>
              <a:ahLst/>
              <a:cxnLst/>
              <a:rect l="l" t="t" r="r" b="b"/>
              <a:pathLst>
                <a:path w="2123" h="1901" extrusionOk="0">
                  <a:moveTo>
                    <a:pt x="1046" y="1"/>
                  </a:moveTo>
                  <a:cubicBezTo>
                    <a:pt x="476" y="1"/>
                    <a:pt x="1" y="444"/>
                    <a:pt x="1" y="951"/>
                  </a:cubicBezTo>
                  <a:cubicBezTo>
                    <a:pt x="1" y="1489"/>
                    <a:pt x="476" y="1901"/>
                    <a:pt x="1046" y="1901"/>
                  </a:cubicBezTo>
                  <a:cubicBezTo>
                    <a:pt x="1648" y="1901"/>
                    <a:pt x="2123" y="1489"/>
                    <a:pt x="2123" y="951"/>
                  </a:cubicBezTo>
                  <a:cubicBezTo>
                    <a:pt x="2123" y="444"/>
                    <a:pt x="1648" y="1"/>
                    <a:pt x="10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1"/>
            <p:cNvSpPr/>
            <p:nvPr/>
          </p:nvSpPr>
          <p:spPr>
            <a:xfrm>
              <a:off x="957889" y="2445132"/>
              <a:ext cx="305544" cy="167304"/>
            </a:xfrm>
            <a:custGeom>
              <a:avLst/>
              <a:gdLst/>
              <a:ahLst/>
              <a:cxnLst/>
              <a:rect l="l" t="t" r="r" b="b"/>
              <a:pathLst>
                <a:path w="10008" h="5480" extrusionOk="0">
                  <a:moveTo>
                    <a:pt x="1964" y="0"/>
                  </a:moveTo>
                  <a:lnTo>
                    <a:pt x="0" y="634"/>
                  </a:lnTo>
                  <a:lnTo>
                    <a:pt x="2534" y="5384"/>
                  </a:lnTo>
                  <a:lnTo>
                    <a:pt x="5289" y="2819"/>
                  </a:lnTo>
                  <a:lnTo>
                    <a:pt x="7157" y="5479"/>
                  </a:lnTo>
                  <a:lnTo>
                    <a:pt x="10008" y="760"/>
                  </a:lnTo>
                  <a:lnTo>
                    <a:pt x="8424" y="317"/>
                  </a:lnTo>
                  <a:lnTo>
                    <a:pt x="5289" y="2281"/>
                  </a:lnTo>
                  <a:lnTo>
                    <a:pt x="1964" y="0"/>
                  </a:lnTo>
                  <a:close/>
                </a:path>
              </a:pathLst>
            </a:custGeom>
            <a:solidFill>
              <a:srgbClr val="F2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1"/>
            <p:cNvSpPr/>
            <p:nvPr/>
          </p:nvSpPr>
          <p:spPr>
            <a:xfrm>
              <a:off x="1665605" y="2579525"/>
              <a:ext cx="576284" cy="460240"/>
            </a:xfrm>
            <a:custGeom>
              <a:avLst/>
              <a:gdLst/>
              <a:ahLst/>
              <a:cxnLst/>
              <a:rect l="l" t="t" r="r" b="b"/>
              <a:pathLst>
                <a:path w="18876" h="15075" extrusionOk="0">
                  <a:moveTo>
                    <a:pt x="18179" y="0"/>
                  </a:moveTo>
                  <a:lnTo>
                    <a:pt x="1" y="14156"/>
                  </a:lnTo>
                  <a:lnTo>
                    <a:pt x="729" y="15075"/>
                  </a:lnTo>
                  <a:lnTo>
                    <a:pt x="18876" y="919"/>
                  </a:lnTo>
                  <a:lnTo>
                    <a:pt x="18179"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1"/>
            <p:cNvSpPr/>
            <p:nvPr/>
          </p:nvSpPr>
          <p:spPr>
            <a:xfrm>
              <a:off x="1647257" y="2906318"/>
              <a:ext cx="249461" cy="149139"/>
            </a:xfrm>
            <a:custGeom>
              <a:avLst/>
              <a:gdLst/>
              <a:ahLst/>
              <a:cxnLst/>
              <a:rect l="l" t="t" r="r" b="b"/>
              <a:pathLst>
                <a:path w="8171" h="4885" extrusionOk="0">
                  <a:moveTo>
                    <a:pt x="2808" y="1"/>
                  </a:moveTo>
                  <a:cubicBezTo>
                    <a:pt x="2105" y="1"/>
                    <a:pt x="1409" y="85"/>
                    <a:pt x="1140" y="444"/>
                  </a:cubicBezTo>
                  <a:cubicBezTo>
                    <a:pt x="285" y="761"/>
                    <a:pt x="63" y="1046"/>
                    <a:pt x="32" y="1362"/>
                  </a:cubicBezTo>
                  <a:cubicBezTo>
                    <a:pt x="0" y="2027"/>
                    <a:pt x="349" y="3041"/>
                    <a:pt x="570" y="3674"/>
                  </a:cubicBezTo>
                  <a:cubicBezTo>
                    <a:pt x="1045" y="3737"/>
                    <a:pt x="1489" y="3959"/>
                    <a:pt x="1932" y="4117"/>
                  </a:cubicBezTo>
                  <a:cubicBezTo>
                    <a:pt x="2914" y="4434"/>
                    <a:pt x="3642" y="4561"/>
                    <a:pt x="4687" y="4687"/>
                  </a:cubicBezTo>
                  <a:cubicBezTo>
                    <a:pt x="5417" y="4769"/>
                    <a:pt x="5905" y="4884"/>
                    <a:pt x="6279" y="4884"/>
                  </a:cubicBezTo>
                  <a:cubicBezTo>
                    <a:pt x="6780" y="4884"/>
                    <a:pt x="7075" y="4676"/>
                    <a:pt x="7474" y="3896"/>
                  </a:cubicBezTo>
                  <a:cubicBezTo>
                    <a:pt x="7759" y="3326"/>
                    <a:pt x="8171" y="1489"/>
                    <a:pt x="7506" y="1109"/>
                  </a:cubicBezTo>
                  <a:cubicBezTo>
                    <a:pt x="7370" y="1027"/>
                    <a:pt x="7054" y="1004"/>
                    <a:pt x="6702" y="1004"/>
                  </a:cubicBezTo>
                  <a:cubicBezTo>
                    <a:pt x="6233" y="1004"/>
                    <a:pt x="5701" y="1046"/>
                    <a:pt x="5447" y="1046"/>
                  </a:cubicBezTo>
                  <a:cubicBezTo>
                    <a:pt x="5268" y="1038"/>
                    <a:pt x="5089" y="1036"/>
                    <a:pt x="4910" y="1036"/>
                  </a:cubicBezTo>
                  <a:cubicBezTo>
                    <a:pt x="4590" y="1036"/>
                    <a:pt x="4272" y="1043"/>
                    <a:pt x="3957" y="1043"/>
                  </a:cubicBezTo>
                  <a:cubicBezTo>
                    <a:pt x="3670" y="1043"/>
                    <a:pt x="3384" y="1037"/>
                    <a:pt x="3104" y="1014"/>
                  </a:cubicBezTo>
                  <a:cubicBezTo>
                    <a:pt x="3420" y="761"/>
                    <a:pt x="3800" y="634"/>
                    <a:pt x="4244" y="507"/>
                  </a:cubicBezTo>
                  <a:cubicBezTo>
                    <a:pt x="4275" y="412"/>
                    <a:pt x="4275" y="191"/>
                    <a:pt x="4244" y="64"/>
                  </a:cubicBezTo>
                  <a:cubicBezTo>
                    <a:pt x="3887" y="50"/>
                    <a:pt x="3345" y="1"/>
                    <a:pt x="2808" y="1"/>
                  </a:cubicBezTo>
                  <a:close/>
                </a:path>
              </a:pathLst>
            </a:custGeom>
            <a:solidFill>
              <a:srgbClr val="FDC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1"/>
            <p:cNvSpPr/>
            <p:nvPr/>
          </p:nvSpPr>
          <p:spPr>
            <a:xfrm>
              <a:off x="700704" y="2507962"/>
              <a:ext cx="988134" cy="530917"/>
            </a:xfrm>
            <a:custGeom>
              <a:avLst/>
              <a:gdLst/>
              <a:ahLst/>
              <a:cxnLst/>
              <a:rect l="l" t="t" r="r" b="b"/>
              <a:pathLst>
                <a:path w="32366" h="17390" extrusionOk="0">
                  <a:moveTo>
                    <a:pt x="3927" y="1"/>
                  </a:moveTo>
                  <a:cubicBezTo>
                    <a:pt x="3927" y="1"/>
                    <a:pt x="0" y="3991"/>
                    <a:pt x="1805" y="7031"/>
                  </a:cubicBezTo>
                  <a:lnTo>
                    <a:pt x="11464" y="16595"/>
                  </a:lnTo>
                  <a:cubicBezTo>
                    <a:pt x="12006" y="17107"/>
                    <a:pt x="12747" y="17390"/>
                    <a:pt x="13499" y="17390"/>
                  </a:cubicBezTo>
                  <a:cubicBezTo>
                    <a:pt x="13538" y="17390"/>
                    <a:pt x="13578" y="17389"/>
                    <a:pt x="13618" y="17387"/>
                  </a:cubicBezTo>
                  <a:lnTo>
                    <a:pt x="32366" y="16849"/>
                  </a:lnTo>
                  <a:lnTo>
                    <a:pt x="32113" y="13175"/>
                  </a:lnTo>
                  <a:lnTo>
                    <a:pt x="13935" y="12225"/>
                  </a:lnTo>
                  <a:lnTo>
                    <a:pt x="3927" y="1"/>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66" name="Google Shape;566;p21"/>
          <p:cNvCxnSpPr>
            <a:stCxn id="524" idx="3"/>
          </p:cNvCxnSpPr>
          <p:nvPr/>
        </p:nvCxnSpPr>
        <p:spPr>
          <a:xfrm>
            <a:off x="2579975" y="1715925"/>
            <a:ext cx="1167900" cy="558600"/>
          </a:xfrm>
          <a:prstGeom prst="straightConnector1">
            <a:avLst/>
          </a:prstGeom>
          <a:noFill/>
          <a:ln w="38100" cap="flat" cmpd="sng">
            <a:solidFill>
              <a:schemeClr val="dk1"/>
            </a:solidFill>
            <a:prstDash val="solid"/>
            <a:round/>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22"/>
          <p:cNvSpPr txBox="1"/>
          <p:nvPr/>
        </p:nvSpPr>
        <p:spPr>
          <a:xfrm>
            <a:off x="0" y="153250"/>
            <a:ext cx="9304800" cy="921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latin typeface="Fira Sans Extra Condensed Medium"/>
                <a:ea typeface="Fira Sans Extra Condensed Medium"/>
                <a:cs typeface="Fira Sans Extra Condensed Medium"/>
                <a:sym typeface="Fira Sans Extra Condensed Medium"/>
              </a:rPr>
              <a:t>Are there combinations of risk factors that seem particularly important? And what results disappointed you? </a:t>
            </a:r>
            <a:endParaRPr sz="2500">
              <a:latin typeface="Fira Sans Extra Condensed Medium"/>
              <a:ea typeface="Fira Sans Extra Condensed Medium"/>
              <a:cs typeface="Fira Sans Extra Condensed Medium"/>
              <a:sym typeface="Fira Sans Extra Condensed Medium"/>
            </a:endParaRPr>
          </a:p>
        </p:txBody>
      </p:sp>
      <p:sp>
        <p:nvSpPr>
          <p:cNvPr id="572" name="Google Shape;572;p22"/>
          <p:cNvSpPr/>
          <p:nvPr/>
        </p:nvSpPr>
        <p:spPr>
          <a:xfrm>
            <a:off x="4786010" y="1074857"/>
            <a:ext cx="105098" cy="56518"/>
          </a:xfrm>
          <a:custGeom>
            <a:avLst/>
            <a:gdLst/>
            <a:ahLst/>
            <a:cxnLst/>
            <a:rect l="l" t="t" r="r" b="b"/>
            <a:pathLst>
              <a:path w="3390" h="1823" extrusionOk="0">
                <a:moveTo>
                  <a:pt x="3233" y="0"/>
                </a:moveTo>
                <a:cubicBezTo>
                  <a:pt x="3222" y="0"/>
                  <a:pt x="3211" y="6"/>
                  <a:pt x="3199" y="17"/>
                </a:cubicBezTo>
                <a:cubicBezTo>
                  <a:pt x="2408" y="555"/>
                  <a:pt x="1584" y="1252"/>
                  <a:pt x="1" y="1822"/>
                </a:cubicBezTo>
                <a:cubicBezTo>
                  <a:pt x="951" y="1696"/>
                  <a:pt x="1932" y="1506"/>
                  <a:pt x="2883" y="1252"/>
                </a:cubicBezTo>
                <a:cubicBezTo>
                  <a:pt x="2946" y="1220"/>
                  <a:pt x="3009" y="1220"/>
                  <a:pt x="3073" y="1189"/>
                </a:cubicBezTo>
                <a:cubicBezTo>
                  <a:pt x="3389" y="555"/>
                  <a:pt x="3339" y="0"/>
                  <a:pt x="3233"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3" name="Google Shape;573;p22" title="BMI_Waist_scatterplot.png"/>
          <p:cNvPicPr preferRelativeResize="0"/>
          <p:nvPr/>
        </p:nvPicPr>
        <p:blipFill>
          <a:blip r:embed="rId3">
            <a:alphaModFix/>
          </a:blip>
          <a:stretch>
            <a:fillRect/>
          </a:stretch>
        </p:blipFill>
        <p:spPr>
          <a:xfrm>
            <a:off x="4785999" y="769500"/>
            <a:ext cx="4125724" cy="4125724"/>
          </a:xfrm>
          <a:prstGeom prst="rect">
            <a:avLst/>
          </a:prstGeom>
          <a:noFill/>
          <a:ln w="114300" cap="flat" cmpd="sng">
            <a:solidFill>
              <a:srgbClr val="43AEDA"/>
            </a:solidFill>
            <a:prstDash val="solid"/>
            <a:round/>
            <a:headEnd type="none" w="sm" len="sm"/>
            <a:tailEnd type="none" w="sm" len="sm"/>
          </a:ln>
        </p:spPr>
      </p:pic>
      <p:sp>
        <p:nvSpPr>
          <p:cNvPr id="574" name="Google Shape;574;p22"/>
          <p:cNvSpPr txBox="1"/>
          <p:nvPr/>
        </p:nvSpPr>
        <p:spPr>
          <a:xfrm>
            <a:off x="819050" y="1473675"/>
            <a:ext cx="3006300" cy="18411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latin typeface="Albert Sans"/>
                <a:ea typeface="Albert Sans"/>
                <a:cs typeface="Albert Sans"/>
                <a:sym typeface="Albert Sans"/>
              </a:rPr>
              <a:t>Interactive Histogram:</a:t>
            </a:r>
            <a:endParaRPr sz="1800" b="1" dirty="0">
              <a:solidFill>
                <a:schemeClr val="dk1"/>
              </a:solidFill>
              <a:latin typeface="Albert Sans"/>
              <a:ea typeface="Albert Sans"/>
              <a:cs typeface="Albert Sans"/>
              <a:sym typeface="Albert Sans"/>
            </a:endParaRPr>
          </a:p>
          <a:p>
            <a:pPr marL="457200" lvl="0" indent="-342900" algn="l" rtl="0">
              <a:spcBef>
                <a:spcPts val="0"/>
              </a:spcBef>
              <a:spcAft>
                <a:spcPts val="0"/>
              </a:spcAft>
              <a:buClr>
                <a:schemeClr val="dk1"/>
              </a:buClr>
              <a:buSzPts val="1800"/>
              <a:buFont typeface="Albert Sans"/>
              <a:buChar char="●"/>
            </a:pPr>
            <a:r>
              <a:rPr lang="en" sz="1800" b="1" dirty="0">
                <a:solidFill>
                  <a:schemeClr val="dk1"/>
                </a:solidFill>
                <a:latin typeface="Albert Sans"/>
                <a:ea typeface="Albert Sans"/>
                <a:cs typeface="Albert Sans"/>
                <a:sym typeface="Albert Sans"/>
              </a:rPr>
              <a:t>Middle-Aged</a:t>
            </a:r>
            <a:endParaRPr sz="1800" b="1" dirty="0">
              <a:solidFill>
                <a:schemeClr val="dk1"/>
              </a:solidFill>
              <a:latin typeface="Albert Sans"/>
              <a:ea typeface="Albert Sans"/>
              <a:cs typeface="Albert Sans"/>
              <a:sym typeface="Albert Sans"/>
            </a:endParaRPr>
          </a:p>
          <a:p>
            <a:pPr marL="457200" lvl="0" indent="-342900" algn="l" rtl="0">
              <a:spcBef>
                <a:spcPts val="0"/>
              </a:spcBef>
              <a:spcAft>
                <a:spcPts val="0"/>
              </a:spcAft>
              <a:buClr>
                <a:schemeClr val="dk1"/>
              </a:buClr>
              <a:buSzPts val="1800"/>
              <a:buFont typeface="Albert Sans"/>
              <a:buChar char="●"/>
            </a:pPr>
            <a:r>
              <a:rPr lang="en" sz="1800" b="1" dirty="0">
                <a:solidFill>
                  <a:schemeClr val="dk1"/>
                </a:solidFill>
                <a:latin typeface="Albert Sans"/>
                <a:ea typeface="Albert Sans"/>
                <a:cs typeface="Albert Sans"/>
                <a:sym typeface="Albert Sans"/>
              </a:rPr>
              <a:t>Senior</a:t>
            </a:r>
            <a:endParaRPr sz="1800" b="1" dirty="0">
              <a:solidFill>
                <a:schemeClr val="dk1"/>
              </a:solidFill>
              <a:latin typeface="Albert Sans"/>
              <a:ea typeface="Albert Sans"/>
              <a:cs typeface="Albert Sans"/>
              <a:sym typeface="Albert Sans"/>
            </a:endParaRPr>
          </a:p>
          <a:p>
            <a:pPr marL="457200" lvl="0" indent="-342900" algn="l" rtl="0">
              <a:spcBef>
                <a:spcPts val="0"/>
              </a:spcBef>
              <a:spcAft>
                <a:spcPts val="0"/>
              </a:spcAft>
              <a:buClr>
                <a:schemeClr val="dk1"/>
              </a:buClr>
              <a:buSzPts val="1800"/>
              <a:buFont typeface="Albert Sans"/>
              <a:buChar char="●"/>
            </a:pPr>
            <a:r>
              <a:rPr lang="en" sz="1800" b="1" dirty="0">
                <a:solidFill>
                  <a:schemeClr val="dk1"/>
                </a:solidFill>
                <a:latin typeface="Albert Sans"/>
                <a:ea typeface="Albert Sans"/>
                <a:cs typeface="Albert Sans"/>
                <a:sym typeface="Albert Sans"/>
              </a:rPr>
              <a:t>Diabetes and Obese group dominated</a:t>
            </a:r>
            <a:endParaRPr sz="1800" b="1" dirty="0">
              <a:solidFill>
                <a:schemeClr val="dk1"/>
              </a:solidFill>
              <a:latin typeface="Albert Sans"/>
              <a:ea typeface="Albert Sans"/>
              <a:cs typeface="Albert Sans"/>
              <a:sym typeface="Albert Sans"/>
            </a:endParaRPr>
          </a:p>
          <a:p>
            <a:pPr marL="0" lvl="0" indent="0" algn="l" rtl="0">
              <a:spcBef>
                <a:spcPts val="0"/>
              </a:spcBef>
              <a:spcAft>
                <a:spcPts val="0"/>
              </a:spcAft>
              <a:buNone/>
            </a:pPr>
            <a:endParaRPr sz="1800" b="1" dirty="0">
              <a:solidFill>
                <a:schemeClr val="dk1"/>
              </a:solidFill>
              <a:latin typeface="Albert Sans"/>
              <a:ea typeface="Albert Sans"/>
              <a:cs typeface="Albert Sans"/>
              <a:sym typeface="Albert Sans"/>
            </a:endParaRPr>
          </a:p>
        </p:txBody>
      </p:sp>
      <p:grpSp>
        <p:nvGrpSpPr>
          <p:cNvPr id="575" name="Google Shape;575;p22"/>
          <p:cNvGrpSpPr/>
          <p:nvPr/>
        </p:nvGrpSpPr>
        <p:grpSpPr>
          <a:xfrm>
            <a:off x="1537397" y="3314776"/>
            <a:ext cx="2450715" cy="1828735"/>
            <a:chOff x="3222672" y="2674949"/>
            <a:chExt cx="2727562" cy="2026973"/>
          </a:xfrm>
        </p:grpSpPr>
        <p:sp>
          <p:nvSpPr>
            <p:cNvPr id="576" name="Google Shape;576;p22"/>
            <p:cNvSpPr/>
            <p:nvPr/>
          </p:nvSpPr>
          <p:spPr>
            <a:xfrm>
              <a:off x="3868125" y="4372225"/>
              <a:ext cx="135900" cy="67800"/>
            </a:xfrm>
            <a:prstGeom prst="rect">
              <a:avLst/>
            </a:pr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2"/>
            <p:cNvSpPr/>
            <p:nvPr/>
          </p:nvSpPr>
          <p:spPr>
            <a:xfrm>
              <a:off x="3447325" y="3830675"/>
              <a:ext cx="135900" cy="67800"/>
            </a:xfrm>
            <a:prstGeom prst="rect">
              <a:avLst/>
            </a:pr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2"/>
            <p:cNvSpPr/>
            <p:nvPr/>
          </p:nvSpPr>
          <p:spPr>
            <a:xfrm>
              <a:off x="3519675" y="3837200"/>
              <a:ext cx="450000" cy="612000"/>
            </a:xfrm>
            <a:prstGeom prst="rect">
              <a:avLst/>
            </a:pr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2"/>
            <p:cNvSpPr/>
            <p:nvPr/>
          </p:nvSpPr>
          <p:spPr>
            <a:xfrm>
              <a:off x="3996041" y="3853885"/>
              <a:ext cx="195647" cy="209633"/>
            </a:xfrm>
            <a:custGeom>
              <a:avLst/>
              <a:gdLst/>
              <a:ahLst/>
              <a:cxnLst/>
              <a:rect l="l" t="t" r="r" b="b"/>
              <a:pathLst>
                <a:path w="6113" h="6550" extrusionOk="0">
                  <a:moveTo>
                    <a:pt x="3824" y="1"/>
                  </a:moveTo>
                  <a:cubicBezTo>
                    <a:pt x="2887" y="1"/>
                    <a:pt x="1804" y="459"/>
                    <a:pt x="1109" y="1791"/>
                  </a:cubicBezTo>
                  <a:cubicBezTo>
                    <a:pt x="0" y="3913"/>
                    <a:pt x="380" y="6510"/>
                    <a:pt x="380" y="6510"/>
                  </a:cubicBezTo>
                  <a:cubicBezTo>
                    <a:pt x="380" y="6510"/>
                    <a:pt x="578" y="6549"/>
                    <a:pt x="891" y="6549"/>
                  </a:cubicBezTo>
                  <a:cubicBezTo>
                    <a:pt x="1663" y="6549"/>
                    <a:pt x="3139" y="6309"/>
                    <a:pt x="4085" y="4641"/>
                  </a:cubicBezTo>
                  <a:cubicBezTo>
                    <a:pt x="5416" y="2266"/>
                    <a:pt x="6112" y="999"/>
                    <a:pt x="5226" y="398"/>
                  </a:cubicBezTo>
                  <a:cubicBezTo>
                    <a:pt x="4884" y="162"/>
                    <a:pt x="4379" y="1"/>
                    <a:pt x="3824" y="1"/>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2"/>
            <p:cNvSpPr/>
            <p:nvPr/>
          </p:nvSpPr>
          <p:spPr>
            <a:xfrm>
              <a:off x="3996041" y="3812886"/>
              <a:ext cx="638564" cy="889035"/>
            </a:xfrm>
            <a:custGeom>
              <a:avLst/>
              <a:gdLst/>
              <a:ahLst/>
              <a:cxnLst/>
              <a:rect l="l" t="t" r="r" b="b"/>
              <a:pathLst>
                <a:path w="19952" h="27778" extrusionOk="0">
                  <a:moveTo>
                    <a:pt x="2185" y="0"/>
                  </a:moveTo>
                  <a:lnTo>
                    <a:pt x="0" y="5194"/>
                  </a:lnTo>
                  <a:cubicBezTo>
                    <a:pt x="0" y="5194"/>
                    <a:pt x="1710" y="8741"/>
                    <a:pt x="2945" y="10419"/>
                  </a:cubicBezTo>
                  <a:cubicBezTo>
                    <a:pt x="4149" y="12129"/>
                    <a:pt x="7917" y="17861"/>
                    <a:pt x="10198" y="20173"/>
                  </a:cubicBezTo>
                  <a:cubicBezTo>
                    <a:pt x="12478" y="22453"/>
                    <a:pt x="11813" y="23435"/>
                    <a:pt x="14536" y="25335"/>
                  </a:cubicBezTo>
                  <a:cubicBezTo>
                    <a:pt x="15075" y="25684"/>
                    <a:pt x="15486" y="26887"/>
                    <a:pt x="15866" y="27330"/>
                  </a:cubicBezTo>
                  <a:cubicBezTo>
                    <a:pt x="16122" y="27623"/>
                    <a:pt x="16325" y="27778"/>
                    <a:pt x="16494" y="27778"/>
                  </a:cubicBezTo>
                  <a:cubicBezTo>
                    <a:pt x="16618" y="27778"/>
                    <a:pt x="16723" y="27695"/>
                    <a:pt x="16816" y="27520"/>
                  </a:cubicBezTo>
                  <a:cubicBezTo>
                    <a:pt x="16943" y="27235"/>
                    <a:pt x="16120" y="25304"/>
                    <a:pt x="16310" y="25240"/>
                  </a:cubicBezTo>
                  <a:lnTo>
                    <a:pt x="16310" y="25240"/>
                  </a:lnTo>
                  <a:cubicBezTo>
                    <a:pt x="16679" y="25899"/>
                    <a:pt x="17749" y="27040"/>
                    <a:pt x="18408" y="27040"/>
                  </a:cubicBezTo>
                  <a:cubicBezTo>
                    <a:pt x="18541" y="27040"/>
                    <a:pt x="18658" y="26993"/>
                    <a:pt x="18748" y="26887"/>
                  </a:cubicBezTo>
                  <a:cubicBezTo>
                    <a:pt x="18938" y="26665"/>
                    <a:pt x="17956" y="25399"/>
                    <a:pt x="17418" y="24322"/>
                  </a:cubicBezTo>
                  <a:lnTo>
                    <a:pt x="17418" y="24322"/>
                  </a:lnTo>
                  <a:cubicBezTo>
                    <a:pt x="18218" y="25194"/>
                    <a:pt x="19036" y="25658"/>
                    <a:pt x="19461" y="25658"/>
                  </a:cubicBezTo>
                  <a:cubicBezTo>
                    <a:pt x="19592" y="25658"/>
                    <a:pt x="19685" y="25615"/>
                    <a:pt x="19730" y="25525"/>
                  </a:cubicBezTo>
                  <a:cubicBezTo>
                    <a:pt x="19952" y="24987"/>
                    <a:pt x="18622" y="23910"/>
                    <a:pt x="18305" y="23372"/>
                  </a:cubicBezTo>
                  <a:cubicBezTo>
                    <a:pt x="16816" y="20775"/>
                    <a:pt x="14125" y="19666"/>
                    <a:pt x="13301" y="18558"/>
                  </a:cubicBezTo>
                  <a:cubicBezTo>
                    <a:pt x="12509" y="17450"/>
                    <a:pt x="9121" y="10672"/>
                    <a:pt x="7727" y="8044"/>
                  </a:cubicBezTo>
                  <a:cubicBezTo>
                    <a:pt x="6302" y="5415"/>
                    <a:pt x="2185" y="0"/>
                    <a:pt x="2185"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2"/>
            <p:cNvSpPr/>
            <p:nvPr/>
          </p:nvSpPr>
          <p:spPr>
            <a:xfrm>
              <a:off x="3667637" y="3519945"/>
              <a:ext cx="134837" cy="177212"/>
            </a:xfrm>
            <a:custGeom>
              <a:avLst/>
              <a:gdLst/>
              <a:ahLst/>
              <a:cxnLst/>
              <a:rect l="l" t="t" r="r" b="b"/>
              <a:pathLst>
                <a:path w="4213" h="5537" extrusionOk="0">
                  <a:moveTo>
                    <a:pt x="1204" y="1"/>
                  </a:moveTo>
                  <a:cubicBezTo>
                    <a:pt x="539" y="1"/>
                    <a:pt x="0" y="571"/>
                    <a:pt x="0" y="1236"/>
                  </a:cubicBezTo>
                  <a:lnTo>
                    <a:pt x="0" y="4181"/>
                  </a:lnTo>
                  <a:cubicBezTo>
                    <a:pt x="461" y="4728"/>
                    <a:pt x="1419" y="5537"/>
                    <a:pt x="2683" y="5537"/>
                  </a:cubicBezTo>
                  <a:cubicBezTo>
                    <a:pt x="2810" y="5537"/>
                    <a:pt x="2940" y="5528"/>
                    <a:pt x="3072" y="5511"/>
                  </a:cubicBezTo>
                  <a:cubicBezTo>
                    <a:pt x="3547" y="5479"/>
                    <a:pt x="3927" y="5416"/>
                    <a:pt x="4212" y="5353"/>
                  </a:cubicBezTo>
                  <a:lnTo>
                    <a:pt x="4212" y="1236"/>
                  </a:lnTo>
                  <a:cubicBezTo>
                    <a:pt x="4212" y="571"/>
                    <a:pt x="3674" y="1"/>
                    <a:pt x="3009"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2"/>
            <p:cNvSpPr/>
            <p:nvPr/>
          </p:nvSpPr>
          <p:spPr>
            <a:xfrm>
              <a:off x="3666613" y="3653757"/>
              <a:ext cx="135861" cy="128724"/>
            </a:xfrm>
            <a:custGeom>
              <a:avLst/>
              <a:gdLst/>
              <a:ahLst/>
              <a:cxnLst/>
              <a:rect l="l" t="t" r="r" b="b"/>
              <a:pathLst>
                <a:path w="4245" h="4022" extrusionOk="0">
                  <a:moveTo>
                    <a:pt x="1" y="0"/>
                  </a:moveTo>
                  <a:lnTo>
                    <a:pt x="1" y="2787"/>
                  </a:lnTo>
                  <a:cubicBezTo>
                    <a:pt x="32" y="3452"/>
                    <a:pt x="571" y="4022"/>
                    <a:pt x="1236" y="4022"/>
                  </a:cubicBezTo>
                  <a:lnTo>
                    <a:pt x="3041" y="4022"/>
                  </a:lnTo>
                  <a:cubicBezTo>
                    <a:pt x="3706" y="4022"/>
                    <a:pt x="4244" y="3452"/>
                    <a:pt x="4244" y="2787"/>
                  </a:cubicBezTo>
                  <a:lnTo>
                    <a:pt x="4244" y="1172"/>
                  </a:lnTo>
                  <a:cubicBezTo>
                    <a:pt x="3959" y="1235"/>
                    <a:pt x="3579" y="1298"/>
                    <a:pt x="3104" y="1362"/>
                  </a:cubicBezTo>
                  <a:cubicBezTo>
                    <a:pt x="2991" y="1374"/>
                    <a:pt x="2881" y="1380"/>
                    <a:pt x="2772" y="1380"/>
                  </a:cubicBezTo>
                  <a:cubicBezTo>
                    <a:pt x="1479" y="1380"/>
                    <a:pt x="497" y="555"/>
                    <a:pt x="1"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2"/>
            <p:cNvSpPr/>
            <p:nvPr/>
          </p:nvSpPr>
          <p:spPr>
            <a:xfrm>
              <a:off x="3516606" y="2944239"/>
              <a:ext cx="610207" cy="694348"/>
            </a:xfrm>
            <a:custGeom>
              <a:avLst/>
              <a:gdLst/>
              <a:ahLst/>
              <a:cxnLst/>
              <a:rect l="l" t="t" r="r" b="b"/>
              <a:pathLst>
                <a:path w="19066" h="21695" extrusionOk="0">
                  <a:moveTo>
                    <a:pt x="10230" y="1"/>
                  </a:moveTo>
                  <a:cubicBezTo>
                    <a:pt x="4561" y="1"/>
                    <a:pt x="1" y="5005"/>
                    <a:pt x="1" y="11180"/>
                  </a:cubicBezTo>
                  <a:cubicBezTo>
                    <a:pt x="1" y="17355"/>
                    <a:pt x="6334" y="21694"/>
                    <a:pt x="10768" y="21694"/>
                  </a:cubicBezTo>
                  <a:cubicBezTo>
                    <a:pt x="15265" y="21694"/>
                    <a:pt x="19065" y="16944"/>
                    <a:pt x="19065" y="10768"/>
                  </a:cubicBezTo>
                  <a:cubicBezTo>
                    <a:pt x="19065" y="4593"/>
                    <a:pt x="15867" y="1"/>
                    <a:pt x="10230" y="1"/>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2"/>
            <p:cNvSpPr/>
            <p:nvPr/>
          </p:nvSpPr>
          <p:spPr>
            <a:xfrm>
              <a:off x="3415246" y="2840926"/>
              <a:ext cx="869672" cy="758102"/>
            </a:xfrm>
            <a:custGeom>
              <a:avLst/>
              <a:gdLst/>
              <a:ahLst/>
              <a:cxnLst/>
              <a:rect l="l" t="t" r="r" b="b"/>
              <a:pathLst>
                <a:path w="27173" h="23687" extrusionOk="0">
                  <a:moveTo>
                    <a:pt x="12513" y="0"/>
                  </a:moveTo>
                  <a:cubicBezTo>
                    <a:pt x="11834" y="0"/>
                    <a:pt x="11166" y="160"/>
                    <a:pt x="10483" y="537"/>
                  </a:cubicBezTo>
                  <a:cubicBezTo>
                    <a:pt x="8520" y="1614"/>
                    <a:pt x="6968" y="3356"/>
                    <a:pt x="6968" y="3356"/>
                  </a:cubicBezTo>
                  <a:cubicBezTo>
                    <a:pt x="6968" y="3356"/>
                    <a:pt x="6426" y="3137"/>
                    <a:pt x="5655" y="3137"/>
                  </a:cubicBezTo>
                  <a:cubicBezTo>
                    <a:pt x="4151" y="3137"/>
                    <a:pt x="1777" y="3967"/>
                    <a:pt x="856" y="8866"/>
                  </a:cubicBezTo>
                  <a:cubicBezTo>
                    <a:pt x="1" y="13521"/>
                    <a:pt x="2471" y="17480"/>
                    <a:pt x="4529" y="20393"/>
                  </a:cubicBezTo>
                  <a:cubicBezTo>
                    <a:pt x="5448" y="21692"/>
                    <a:pt x="6018" y="23687"/>
                    <a:pt x="6018" y="23687"/>
                  </a:cubicBezTo>
                  <a:cubicBezTo>
                    <a:pt x="6018" y="23687"/>
                    <a:pt x="7000" y="20932"/>
                    <a:pt x="6398" y="18968"/>
                  </a:cubicBezTo>
                  <a:cubicBezTo>
                    <a:pt x="5099" y="17131"/>
                    <a:pt x="4878" y="15073"/>
                    <a:pt x="5543" y="13996"/>
                  </a:cubicBezTo>
                  <a:cubicBezTo>
                    <a:pt x="5972" y="13300"/>
                    <a:pt x="6333" y="13059"/>
                    <a:pt x="6665" y="13059"/>
                  </a:cubicBezTo>
                  <a:cubicBezTo>
                    <a:pt x="7240" y="13059"/>
                    <a:pt x="7728" y="13782"/>
                    <a:pt x="8330" y="14123"/>
                  </a:cubicBezTo>
                  <a:cubicBezTo>
                    <a:pt x="10958" y="11621"/>
                    <a:pt x="10958" y="7726"/>
                    <a:pt x="10958" y="7726"/>
                  </a:cubicBezTo>
                  <a:cubicBezTo>
                    <a:pt x="10958" y="7726"/>
                    <a:pt x="14125" y="9658"/>
                    <a:pt x="18559" y="9658"/>
                  </a:cubicBezTo>
                  <a:cubicBezTo>
                    <a:pt x="18609" y="9657"/>
                    <a:pt x="18659" y="9657"/>
                    <a:pt x="18709" y="9657"/>
                  </a:cubicBezTo>
                  <a:cubicBezTo>
                    <a:pt x="23096" y="9657"/>
                    <a:pt x="26254" y="11019"/>
                    <a:pt x="26254" y="11019"/>
                  </a:cubicBezTo>
                  <a:cubicBezTo>
                    <a:pt x="26254" y="11019"/>
                    <a:pt x="24133" y="8391"/>
                    <a:pt x="23183" y="7472"/>
                  </a:cubicBezTo>
                  <a:cubicBezTo>
                    <a:pt x="26223" y="6807"/>
                    <a:pt x="27173" y="4021"/>
                    <a:pt x="27173" y="4021"/>
                  </a:cubicBezTo>
                  <a:lnTo>
                    <a:pt x="27173" y="4021"/>
                  </a:lnTo>
                  <a:cubicBezTo>
                    <a:pt x="27173" y="4021"/>
                    <a:pt x="26691" y="4402"/>
                    <a:pt x="25434" y="4402"/>
                  </a:cubicBezTo>
                  <a:cubicBezTo>
                    <a:pt x="24458" y="4402"/>
                    <a:pt x="23014" y="4172"/>
                    <a:pt x="20966" y="3356"/>
                  </a:cubicBezTo>
                  <a:cubicBezTo>
                    <a:pt x="17331" y="1907"/>
                    <a:pt x="14858" y="0"/>
                    <a:pt x="12513"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2"/>
            <p:cNvSpPr/>
            <p:nvPr/>
          </p:nvSpPr>
          <p:spPr>
            <a:xfrm>
              <a:off x="3598698" y="3301606"/>
              <a:ext cx="68971" cy="98767"/>
            </a:xfrm>
            <a:custGeom>
              <a:avLst/>
              <a:gdLst/>
              <a:ahLst/>
              <a:cxnLst/>
              <a:rect l="l" t="t" r="r" b="b"/>
              <a:pathLst>
                <a:path w="2155" h="3086" extrusionOk="0">
                  <a:moveTo>
                    <a:pt x="1040" y="1"/>
                  </a:moveTo>
                  <a:cubicBezTo>
                    <a:pt x="757" y="1"/>
                    <a:pt x="493" y="206"/>
                    <a:pt x="349" y="837"/>
                  </a:cubicBezTo>
                  <a:cubicBezTo>
                    <a:pt x="1" y="2611"/>
                    <a:pt x="1521" y="3086"/>
                    <a:pt x="1521" y="3086"/>
                  </a:cubicBezTo>
                  <a:lnTo>
                    <a:pt x="2154" y="711"/>
                  </a:lnTo>
                  <a:cubicBezTo>
                    <a:pt x="2154" y="711"/>
                    <a:pt x="1565" y="1"/>
                    <a:pt x="1040"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2"/>
            <p:cNvSpPr/>
            <p:nvPr/>
          </p:nvSpPr>
          <p:spPr>
            <a:xfrm>
              <a:off x="3920893" y="3438876"/>
              <a:ext cx="95887" cy="42887"/>
            </a:xfrm>
            <a:custGeom>
              <a:avLst/>
              <a:gdLst/>
              <a:ahLst/>
              <a:cxnLst/>
              <a:rect l="l" t="t" r="r" b="b"/>
              <a:pathLst>
                <a:path w="2996" h="1340" extrusionOk="0">
                  <a:moveTo>
                    <a:pt x="2761" y="0"/>
                  </a:moveTo>
                  <a:cubicBezTo>
                    <a:pt x="2702" y="0"/>
                    <a:pt x="2627" y="38"/>
                    <a:pt x="2538" y="127"/>
                  </a:cubicBezTo>
                  <a:cubicBezTo>
                    <a:pt x="2313" y="377"/>
                    <a:pt x="1791" y="628"/>
                    <a:pt x="1191" y="628"/>
                  </a:cubicBezTo>
                  <a:cubicBezTo>
                    <a:pt x="1032" y="628"/>
                    <a:pt x="867" y="610"/>
                    <a:pt x="701" y="570"/>
                  </a:cubicBezTo>
                  <a:cubicBezTo>
                    <a:pt x="627" y="550"/>
                    <a:pt x="559" y="540"/>
                    <a:pt x="497" y="540"/>
                  </a:cubicBezTo>
                  <a:cubicBezTo>
                    <a:pt x="89" y="540"/>
                    <a:pt x="0" y="956"/>
                    <a:pt x="606" y="1204"/>
                  </a:cubicBezTo>
                  <a:cubicBezTo>
                    <a:pt x="858" y="1292"/>
                    <a:pt x="1156" y="1340"/>
                    <a:pt x="1448" y="1340"/>
                  </a:cubicBezTo>
                  <a:cubicBezTo>
                    <a:pt x="1890" y="1340"/>
                    <a:pt x="2322" y="1230"/>
                    <a:pt x="2570" y="982"/>
                  </a:cubicBezTo>
                  <a:cubicBezTo>
                    <a:pt x="2975" y="602"/>
                    <a:pt x="2995" y="0"/>
                    <a:pt x="2761" y="0"/>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2"/>
            <p:cNvSpPr/>
            <p:nvPr/>
          </p:nvSpPr>
          <p:spPr>
            <a:xfrm>
              <a:off x="3785192" y="3194614"/>
              <a:ext cx="133845" cy="128724"/>
            </a:xfrm>
            <a:custGeom>
              <a:avLst/>
              <a:gdLst/>
              <a:ahLst/>
              <a:cxnLst/>
              <a:rect l="l" t="t" r="r" b="b"/>
              <a:pathLst>
                <a:path w="4182" h="4022" extrusionOk="0">
                  <a:moveTo>
                    <a:pt x="4181" y="0"/>
                  </a:moveTo>
                  <a:lnTo>
                    <a:pt x="4181" y="0"/>
                  </a:lnTo>
                  <a:cubicBezTo>
                    <a:pt x="3580" y="665"/>
                    <a:pt x="3010" y="1425"/>
                    <a:pt x="2091" y="1615"/>
                  </a:cubicBezTo>
                  <a:cubicBezTo>
                    <a:pt x="1785" y="1689"/>
                    <a:pt x="1451" y="1714"/>
                    <a:pt x="1141" y="1714"/>
                  </a:cubicBezTo>
                  <a:cubicBezTo>
                    <a:pt x="522" y="1714"/>
                    <a:pt x="1" y="1615"/>
                    <a:pt x="1" y="1615"/>
                  </a:cubicBezTo>
                  <a:lnTo>
                    <a:pt x="1" y="1615"/>
                  </a:lnTo>
                  <a:cubicBezTo>
                    <a:pt x="1" y="1615"/>
                    <a:pt x="381" y="2375"/>
                    <a:pt x="413" y="2819"/>
                  </a:cubicBezTo>
                  <a:cubicBezTo>
                    <a:pt x="413" y="3262"/>
                    <a:pt x="381" y="4022"/>
                    <a:pt x="381" y="4022"/>
                  </a:cubicBezTo>
                  <a:lnTo>
                    <a:pt x="3358" y="3800"/>
                  </a:lnTo>
                  <a:cubicBezTo>
                    <a:pt x="3358" y="3800"/>
                    <a:pt x="4150" y="1425"/>
                    <a:pt x="4181" y="0"/>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2"/>
            <p:cNvSpPr/>
            <p:nvPr/>
          </p:nvSpPr>
          <p:spPr>
            <a:xfrm>
              <a:off x="3995016" y="3205751"/>
              <a:ext cx="94287" cy="131893"/>
            </a:xfrm>
            <a:custGeom>
              <a:avLst/>
              <a:gdLst/>
              <a:ahLst/>
              <a:cxnLst/>
              <a:rect l="l" t="t" r="r" b="b"/>
              <a:pathLst>
                <a:path w="2946" h="4121" extrusionOk="0">
                  <a:moveTo>
                    <a:pt x="95" y="0"/>
                  </a:moveTo>
                  <a:cubicBezTo>
                    <a:pt x="95" y="1"/>
                    <a:pt x="0" y="1616"/>
                    <a:pt x="444" y="3231"/>
                  </a:cubicBezTo>
                  <a:cubicBezTo>
                    <a:pt x="634" y="3923"/>
                    <a:pt x="929" y="4121"/>
                    <a:pt x="1203" y="4121"/>
                  </a:cubicBezTo>
                  <a:cubicBezTo>
                    <a:pt x="1570" y="4121"/>
                    <a:pt x="1901" y="3769"/>
                    <a:pt x="1901" y="3769"/>
                  </a:cubicBezTo>
                  <a:cubicBezTo>
                    <a:pt x="1901" y="3769"/>
                    <a:pt x="2471" y="1932"/>
                    <a:pt x="2946" y="1394"/>
                  </a:cubicBezTo>
                  <a:cubicBezTo>
                    <a:pt x="1742" y="1362"/>
                    <a:pt x="96" y="1"/>
                    <a:pt x="95" y="0"/>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2"/>
            <p:cNvSpPr/>
            <p:nvPr/>
          </p:nvSpPr>
          <p:spPr>
            <a:xfrm>
              <a:off x="3781159" y="3277475"/>
              <a:ext cx="132789" cy="84397"/>
            </a:xfrm>
            <a:custGeom>
              <a:avLst/>
              <a:gdLst/>
              <a:ahLst/>
              <a:cxnLst/>
              <a:rect l="l" t="t" r="r" b="b"/>
              <a:pathLst>
                <a:path w="4149" h="2637" extrusionOk="0">
                  <a:moveTo>
                    <a:pt x="2818" y="0"/>
                  </a:moveTo>
                  <a:cubicBezTo>
                    <a:pt x="2492" y="0"/>
                    <a:pt x="2154" y="177"/>
                    <a:pt x="1520" y="388"/>
                  </a:cubicBezTo>
                  <a:cubicBezTo>
                    <a:pt x="665" y="705"/>
                    <a:pt x="0" y="2130"/>
                    <a:pt x="0" y="2130"/>
                  </a:cubicBezTo>
                  <a:cubicBezTo>
                    <a:pt x="0" y="2130"/>
                    <a:pt x="855" y="2636"/>
                    <a:pt x="1520" y="2636"/>
                  </a:cubicBezTo>
                  <a:cubicBezTo>
                    <a:pt x="2217" y="2636"/>
                    <a:pt x="3294" y="2636"/>
                    <a:pt x="3706" y="1686"/>
                  </a:cubicBezTo>
                  <a:cubicBezTo>
                    <a:pt x="4149" y="768"/>
                    <a:pt x="3642" y="230"/>
                    <a:pt x="3167" y="71"/>
                  </a:cubicBezTo>
                  <a:cubicBezTo>
                    <a:pt x="3044" y="22"/>
                    <a:pt x="2932" y="0"/>
                    <a:pt x="28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2"/>
            <p:cNvSpPr/>
            <p:nvPr/>
          </p:nvSpPr>
          <p:spPr>
            <a:xfrm>
              <a:off x="3833871" y="3283780"/>
              <a:ext cx="57801" cy="57833"/>
            </a:xfrm>
            <a:custGeom>
              <a:avLst/>
              <a:gdLst/>
              <a:ahLst/>
              <a:cxnLst/>
              <a:rect l="l" t="t" r="r" b="b"/>
              <a:pathLst>
                <a:path w="1806" h="1807" extrusionOk="0">
                  <a:moveTo>
                    <a:pt x="887" y="1"/>
                  </a:moveTo>
                  <a:cubicBezTo>
                    <a:pt x="412" y="1"/>
                    <a:pt x="0" y="413"/>
                    <a:pt x="0" y="888"/>
                  </a:cubicBezTo>
                  <a:cubicBezTo>
                    <a:pt x="0" y="1394"/>
                    <a:pt x="412" y="1806"/>
                    <a:pt x="887" y="1806"/>
                  </a:cubicBezTo>
                  <a:cubicBezTo>
                    <a:pt x="1394" y="1806"/>
                    <a:pt x="1805" y="1394"/>
                    <a:pt x="1805" y="888"/>
                  </a:cubicBezTo>
                  <a:cubicBezTo>
                    <a:pt x="1805" y="381"/>
                    <a:pt x="1394" y="1"/>
                    <a:pt x="887" y="1"/>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2"/>
            <p:cNvSpPr/>
            <p:nvPr/>
          </p:nvSpPr>
          <p:spPr>
            <a:xfrm>
              <a:off x="3775078" y="3272738"/>
              <a:ext cx="129588" cy="92174"/>
            </a:xfrm>
            <a:custGeom>
              <a:avLst/>
              <a:gdLst/>
              <a:ahLst/>
              <a:cxnLst/>
              <a:rect l="l" t="t" r="r" b="b"/>
              <a:pathLst>
                <a:path w="4049" h="2880" extrusionOk="0">
                  <a:moveTo>
                    <a:pt x="2978" y="0"/>
                  </a:moveTo>
                  <a:cubicBezTo>
                    <a:pt x="1730" y="0"/>
                    <a:pt x="421" y="1313"/>
                    <a:pt x="0" y="2278"/>
                  </a:cubicBezTo>
                  <a:cubicBezTo>
                    <a:pt x="317" y="2721"/>
                    <a:pt x="1109" y="2848"/>
                    <a:pt x="1457" y="2879"/>
                  </a:cubicBezTo>
                  <a:cubicBezTo>
                    <a:pt x="1837" y="2879"/>
                    <a:pt x="1552" y="2689"/>
                    <a:pt x="1457" y="2689"/>
                  </a:cubicBezTo>
                  <a:cubicBezTo>
                    <a:pt x="824" y="2594"/>
                    <a:pt x="507" y="2436"/>
                    <a:pt x="317" y="2246"/>
                  </a:cubicBezTo>
                  <a:cubicBezTo>
                    <a:pt x="872" y="1263"/>
                    <a:pt x="1968" y="340"/>
                    <a:pt x="3063" y="340"/>
                  </a:cubicBezTo>
                  <a:cubicBezTo>
                    <a:pt x="3344" y="340"/>
                    <a:pt x="3624" y="400"/>
                    <a:pt x="3896" y="536"/>
                  </a:cubicBezTo>
                  <a:cubicBezTo>
                    <a:pt x="3904" y="539"/>
                    <a:pt x="3912" y="540"/>
                    <a:pt x="3920" y="540"/>
                  </a:cubicBezTo>
                  <a:cubicBezTo>
                    <a:pt x="4001" y="540"/>
                    <a:pt x="4048" y="404"/>
                    <a:pt x="3991" y="346"/>
                  </a:cubicBezTo>
                  <a:cubicBezTo>
                    <a:pt x="3672" y="103"/>
                    <a:pt x="3327" y="0"/>
                    <a:pt x="2978"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2"/>
            <p:cNvSpPr/>
            <p:nvPr/>
          </p:nvSpPr>
          <p:spPr>
            <a:xfrm>
              <a:off x="3848049" y="3298982"/>
              <a:ext cx="28420" cy="27396"/>
            </a:xfrm>
            <a:custGeom>
              <a:avLst/>
              <a:gdLst/>
              <a:ahLst/>
              <a:cxnLst/>
              <a:rect l="l" t="t" r="r" b="b"/>
              <a:pathLst>
                <a:path w="888" h="856" extrusionOk="0">
                  <a:moveTo>
                    <a:pt x="444" y="1"/>
                  </a:moveTo>
                  <a:cubicBezTo>
                    <a:pt x="222" y="1"/>
                    <a:pt x="0" y="191"/>
                    <a:pt x="0" y="413"/>
                  </a:cubicBezTo>
                  <a:cubicBezTo>
                    <a:pt x="0" y="666"/>
                    <a:pt x="222" y="856"/>
                    <a:pt x="444" y="856"/>
                  </a:cubicBezTo>
                  <a:cubicBezTo>
                    <a:pt x="697" y="856"/>
                    <a:pt x="887" y="666"/>
                    <a:pt x="887" y="413"/>
                  </a:cubicBezTo>
                  <a:cubicBezTo>
                    <a:pt x="887" y="191"/>
                    <a:pt x="697" y="1"/>
                    <a:pt x="444"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2"/>
            <p:cNvSpPr/>
            <p:nvPr/>
          </p:nvSpPr>
          <p:spPr>
            <a:xfrm>
              <a:off x="3851090" y="3287844"/>
              <a:ext cx="22339" cy="21315"/>
            </a:xfrm>
            <a:custGeom>
              <a:avLst/>
              <a:gdLst/>
              <a:ahLst/>
              <a:cxnLst/>
              <a:rect l="l" t="t" r="r" b="b"/>
              <a:pathLst>
                <a:path w="698" h="666" extrusionOk="0">
                  <a:moveTo>
                    <a:pt x="349" y="1"/>
                  </a:moveTo>
                  <a:cubicBezTo>
                    <a:pt x="159" y="1"/>
                    <a:pt x="0" y="159"/>
                    <a:pt x="0" y="349"/>
                  </a:cubicBezTo>
                  <a:cubicBezTo>
                    <a:pt x="0" y="539"/>
                    <a:pt x="159" y="666"/>
                    <a:pt x="349" y="666"/>
                  </a:cubicBezTo>
                  <a:cubicBezTo>
                    <a:pt x="539" y="666"/>
                    <a:pt x="697" y="539"/>
                    <a:pt x="697" y="349"/>
                  </a:cubicBezTo>
                  <a:cubicBezTo>
                    <a:pt x="697" y="159"/>
                    <a:pt x="539" y="1"/>
                    <a:pt x="3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2"/>
            <p:cNvSpPr/>
            <p:nvPr/>
          </p:nvSpPr>
          <p:spPr>
            <a:xfrm>
              <a:off x="3993000" y="3279331"/>
              <a:ext cx="97327" cy="78540"/>
            </a:xfrm>
            <a:custGeom>
              <a:avLst/>
              <a:gdLst/>
              <a:ahLst/>
              <a:cxnLst/>
              <a:rect l="l" t="t" r="r" b="b"/>
              <a:pathLst>
                <a:path w="3041" h="2454" extrusionOk="0">
                  <a:moveTo>
                    <a:pt x="1021" y="1"/>
                  </a:moveTo>
                  <a:cubicBezTo>
                    <a:pt x="832" y="1"/>
                    <a:pt x="654" y="53"/>
                    <a:pt x="475" y="172"/>
                  </a:cubicBezTo>
                  <a:cubicBezTo>
                    <a:pt x="475" y="172"/>
                    <a:pt x="0" y="520"/>
                    <a:pt x="127" y="1407"/>
                  </a:cubicBezTo>
                  <a:cubicBezTo>
                    <a:pt x="203" y="2094"/>
                    <a:pt x="647" y="2454"/>
                    <a:pt x="1230" y="2454"/>
                  </a:cubicBezTo>
                  <a:cubicBezTo>
                    <a:pt x="1372" y="2454"/>
                    <a:pt x="1523" y="2432"/>
                    <a:pt x="1679" y="2388"/>
                  </a:cubicBezTo>
                  <a:cubicBezTo>
                    <a:pt x="2439" y="2167"/>
                    <a:pt x="3040" y="1628"/>
                    <a:pt x="3040" y="1628"/>
                  </a:cubicBezTo>
                  <a:cubicBezTo>
                    <a:pt x="3040" y="1628"/>
                    <a:pt x="2755" y="710"/>
                    <a:pt x="2090" y="362"/>
                  </a:cubicBezTo>
                  <a:cubicBezTo>
                    <a:pt x="1675" y="144"/>
                    <a:pt x="1334" y="1"/>
                    <a:pt x="10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2"/>
            <p:cNvSpPr/>
            <p:nvPr/>
          </p:nvSpPr>
          <p:spPr>
            <a:xfrm>
              <a:off x="4008202" y="3280739"/>
              <a:ext cx="57801" cy="57833"/>
            </a:xfrm>
            <a:custGeom>
              <a:avLst/>
              <a:gdLst/>
              <a:ahLst/>
              <a:cxnLst/>
              <a:rect l="l" t="t" r="r" b="b"/>
              <a:pathLst>
                <a:path w="1806" h="1807" extrusionOk="0">
                  <a:moveTo>
                    <a:pt x="919" y="1"/>
                  </a:moveTo>
                  <a:cubicBezTo>
                    <a:pt x="412" y="1"/>
                    <a:pt x="0" y="413"/>
                    <a:pt x="0" y="919"/>
                  </a:cubicBezTo>
                  <a:cubicBezTo>
                    <a:pt x="0" y="1426"/>
                    <a:pt x="412" y="1806"/>
                    <a:pt x="919" y="1806"/>
                  </a:cubicBezTo>
                  <a:cubicBezTo>
                    <a:pt x="1394" y="1806"/>
                    <a:pt x="1805" y="1426"/>
                    <a:pt x="1805" y="919"/>
                  </a:cubicBezTo>
                  <a:cubicBezTo>
                    <a:pt x="1805" y="413"/>
                    <a:pt x="1394" y="1"/>
                    <a:pt x="919" y="1"/>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2"/>
            <p:cNvSpPr/>
            <p:nvPr/>
          </p:nvSpPr>
          <p:spPr>
            <a:xfrm>
              <a:off x="4023405" y="3295942"/>
              <a:ext cx="27396" cy="28420"/>
            </a:xfrm>
            <a:custGeom>
              <a:avLst/>
              <a:gdLst/>
              <a:ahLst/>
              <a:cxnLst/>
              <a:rect l="l" t="t" r="r" b="b"/>
              <a:pathLst>
                <a:path w="856" h="888" extrusionOk="0">
                  <a:moveTo>
                    <a:pt x="412" y="1"/>
                  </a:moveTo>
                  <a:cubicBezTo>
                    <a:pt x="190" y="1"/>
                    <a:pt x="0" y="191"/>
                    <a:pt x="0" y="444"/>
                  </a:cubicBezTo>
                  <a:cubicBezTo>
                    <a:pt x="0" y="698"/>
                    <a:pt x="190" y="888"/>
                    <a:pt x="412" y="888"/>
                  </a:cubicBezTo>
                  <a:cubicBezTo>
                    <a:pt x="665" y="888"/>
                    <a:pt x="855" y="698"/>
                    <a:pt x="855" y="444"/>
                  </a:cubicBezTo>
                  <a:cubicBezTo>
                    <a:pt x="855" y="191"/>
                    <a:pt x="665" y="1"/>
                    <a:pt x="412"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2"/>
            <p:cNvSpPr/>
            <p:nvPr/>
          </p:nvSpPr>
          <p:spPr>
            <a:xfrm>
              <a:off x="4020364" y="3284804"/>
              <a:ext cx="22307" cy="22339"/>
            </a:xfrm>
            <a:custGeom>
              <a:avLst/>
              <a:gdLst/>
              <a:ahLst/>
              <a:cxnLst/>
              <a:rect l="l" t="t" r="r" b="b"/>
              <a:pathLst>
                <a:path w="697" h="698" extrusionOk="0">
                  <a:moveTo>
                    <a:pt x="349" y="1"/>
                  </a:moveTo>
                  <a:cubicBezTo>
                    <a:pt x="159" y="1"/>
                    <a:pt x="0" y="159"/>
                    <a:pt x="0" y="349"/>
                  </a:cubicBezTo>
                  <a:cubicBezTo>
                    <a:pt x="0" y="539"/>
                    <a:pt x="159" y="697"/>
                    <a:pt x="349" y="697"/>
                  </a:cubicBezTo>
                  <a:cubicBezTo>
                    <a:pt x="539" y="697"/>
                    <a:pt x="697" y="539"/>
                    <a:pt x="697" y="349"/>
                  </a:cubicBezTo>
                  <a:cubicBezTo>
                    <a:pt x="697" y="159"/>
                    <a:pt x="539" y="1"/>
                    <a:pt x="3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2"/>
            <p:cNvSpPr/>
            <p:nvPr/>
          </p:nvSpPr>
          <p:spPr>
            <a:xfrm>
              <a:off x="3999209" y="3274562"/>
              <a:ext cx="92110" cy="76620"/>
            </a:xfrm>
            <a:custGeom>
              <a:avLst/>
              <a:gdLst/>
              <a:ahLst/>
              <a:cxnLst/>
              <a:rect l="l" t="t" r="r" b="b"/>
              <a:pathLst>
                <a:path w="2878" h="2394" extrusionOk="0">
                  <a:moveTo>
                    <a:pt x="979" y="0"/>
                  </a:moveTo>
                  <a:cubicBezTo>
                    <a:pt x="947" y="0"/>
                    <a:pt x="915" y="2"/>
                    <a:pt x="883" y="4"/>
                  </a:cubicBezTo>
                  <a:cubicBezTo>
                    <a:pt x="630" y="36"/>
                    <a:pt x="281" y="99"/>
                    <a:pt x="91" y="321"/>
                  </a:cubicBezTo>
                  <a:cubicBezTo>
                    <a:pt x="0" y="411"/>
                    <a:pt x="7" y="486"/>
                    <a:pt x="88" y="486"/>
                  </a:cubicBezTo>
                  <a:cubicBezTo>
                    <a:pt x="120" y="486"/>
                    <a:pt x="164" y="474"/>
                    <a:pt x="218" y="447"/>
                  </a:cubicBezTo>
                  <a:cubicBezTo>
                    <a:pt x="294" y="409"/>
                    <a:pt x="590" y="279"/>
                    <a:pt x="952" y="279"/>
                  </a:cubicBezTo>
                  <a:cubicBezTo>
                    <a:pt x="1189" y="279"/>
                    <a:pt x="1455" y="335"/>
                    <a:pt x="1706" y="511"/>
                  </a:cubicBezTo>
                  <a:cubicBezTo>
                    <a:pt x="1991" y="732"/>
                    <a:pt x="2530" y="1302"/>
                    <a:pt x="2656" y="1651"/>
                  </a:cubicBezTo>
                  <a:cubicBezTo>
                    <a:pt x="2466" y="2031"/>
                    <a:pt x="2340" y="2062"/>
                    <a:pt x="2023" y="2221"/>
                  </a:cubicBezTo>
                  <a:cubicBezTo>
                    <a:pt x="1917" y="2274"/>
                    <a:pt x="1922" y="2394"/>
                    <a:pt x="2020" y="2394"/>
                  </a:cubicBezTo>
                  <a:cubicBezTo>
                    <a:pt x="2038" y="2394"/>
                    <a:pt x="2061" y="2389"/>
                    <a:pt x="2086" y="2379"/>
                  </a:cubicBezTo>
                  <a:cubicBezTo>
                    <a:pt x="2530" y="2221"/>
                    <a:pt x="2846" y="1967"/>
                    <a:pt x="2878" y="1587"/>
                  </a:cubicBezTo>
                  <a:cubicBezTo>
                    <a:pt x="2751" y="1112"/>
                    <a:pt x="2403" y="764"/>
                    <a:pt x="2055" y="447"/>
                  </a:cubicBezTo>
                  <a:cubicBezTo>
                    <a:pt x="1761" y="183"/>
                    <a:pt x="1386" y="0"/>
                    <a:pt x="979"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2"/>
            <p:cNvSpPr/>
            <p:nvPr/>
          </p:nvSpPr>
          <p:spPr>
            <a:xfrm>
              <a:off x="3755811" y="3165201"/>
              <a:ext cx="183485" cy="90510"/>
            </a:xfrm>
            <a:custGeom>
              <a:avLst/>
              <a:gdLst/>
              <a:ahLst/>
              <a:cxnLst/>
              <a:rect l="l" t="t" r="r" b="b"/>
              <a:pathLst>
                <a:path w="5733" h="2828" extrusionOk="0">
                  <a:moveTo>
                    <a:pt x="5669" y="1"/>
                  </a:moveTo>
                  <a:lnTo>
                    <a:pt x="5669" y="1"/>
                  </a:lnTo>
                  <a:cubicBezTo>
                    <a:pt x="5163" y="507"/>
                    <a:pt x="4371" y="1394"/>
                    <a:pt x="3706" y="1837"/>
                  </a:cubicBezTo>
                  <a:cubicBezTo>
                    <a:pt x="3262" y="2122"/>
                    <a:pt x="2724" y="2281"/>
                    <a:pt x="2154" y="2344"/>
                  </a:cubicBezTo>
                  <a:cubicBezTo>
                    <a:pt x="1871" y="2358"/>
                    <a:pt x="1575" y="2372"/>
                    <a:pt x="1278" y="2372"/>
                  </a:cubicBezTo>
                  <a:cubicBezTo>
                    <a:pt x="910" y="2372"/>
                    <a:pt x="541" y="2351"/>
                    <a:pt x="191" y="2281"/>
                  </a:cubicBezTo>
                  <a:cubicBezTo>
                    <a:pt x="64" y="2281"/>
                    <a:pt x="1" y="2376"/>
                    <a:pt x="127" y="2471"/>
                  </a:cubicBezTo>
                  <a:cubicBezTo>
                    <a:pt x="571" y="2740"/>
                    <a:pt x="1125" y="2827"/>
                    <a:pt x="1679" y="2827"/>
                  </a:cubicBezTo>
                  <a:cubicBezTo>
                    <a:pt x="2233" y="2827"/>
                    <a:pt x="2787" y="2740"/>
                    <a:pt x="3231" y="2661"/>
                  </a:cubicBezTo>
                  <a:cubicBezTo>
                    <a:pt x="4371" y="2471"/>
                    <a:pt x="5163" y="2154"/>
                    <a:pt x="5733" y="887"/>
                  </a:cubicBezTo>
                  <a:lnTo>
                    <a:pt x="5733" y="887"/>
                  </a:lnTo>
                  <a:cubicBezTo>
                    <a:pt x="5562" y="1029"/>
                    <a:pt x="5417" y="1146"/>
                    <a:pt x="5252" y="1260"/>
                  </a:cubicBezTo>
                  <a:lnTo>
                    <a:pt x="5252" y="1260"/>
                  </a:lnTo>
                  <a:cubicBezTo>
                    <a:pt x="5463" y="934"/>
                    <a:pt x="5639" y="365"/>
                    <a:pt x="5669"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2"/>
            <p:cNvSpPr/>
            <p:nvPr/>
          </p:nvSpPr>
          <p:spPr>
            <a:xfrm>
              <a:off x="3990952" y="3177363"/>
              <a:ext cx="120659" cy="78572"/>
            </a:xfrm>
            <a:custGeom>
              <a:avLst/>
              <a:gdLst/>
              <a:ahLst/>
              <a:cxnLst/>
              <a:rect l="l" t="t" r="r" b="b"/>
              <a:pathLst>
                <a:path w="3770" h="2455" extrusionOk="0">
                  <a:moveTo>
                    <a:pt x="222" y="1"/>
                  </a:moveTo>
                  <a:cubicBezTo>
                    <a:pt x="221" y="1"/>
                    <a:pt x="222" y="3"/>
                    <a:pt x="224" y="6"/>
                  </a:cubicBezTo>
                  <a:lnTo>
                    <a:pt x="224" y="6"/>
                  </a:lnTo>
                  <a:cubicBezTo>
                    <a:pt x="223" y="3"/>
                    <a:pt x="222" y="1"/>
                    <a:pt x="222" y="1"/>
                  </a:cubicBezTo>
                  <a:close/>
                  <a:moveTo>
                    <a:pt x="224" y="6"/>
                  </a:moveTo>
                  <a:lnTo>
                    <a:pt x="224" y="6"/>
                  </a:lnTo>
                  <a:cubicBezTo>
                    <a:pt x="236" y="71"/>
                    <a:pt x="359" y="676"/>
                    <a:pt x="539" y="856"/>
                  </a:cubicBezTo>
                  <a:cubicBezTo>
                    <a:pt x="412" y="792"/>
                    <a:pt x="191" y="634"/>
                    <a:pt x="1" y="539"/>
                  </a:cubicBezTo>
                  <a:lnTo>
                    <a:pt x="1" y="539"/>
                  </a:lnTo>
                  <a:cubicBezTo>
                    <a:pt x="254" y="1299"/>
                    <a:pt x="1173" y="2091"/>
                    <a:pt x="2091" y="2344"/>
                  </a:cubicBezTo>
                  <a:cubicBezTo>
                    <a:pt x="2380" y="2406"/>
                    <a:pt x="2857" y="2455"/>
                    <a:pt x="3207" y="2455"/>
                  </a:cubicBezTo>
                  <a:cubicBezTo>
                    <a:pt x="3394" y="2455"/>
                    <a:pt x="3545" y="2441"/>
                    <a:pt x="3611" y="2408"/>
                  </a:cubicBezTo>
                  <a:cubicBezTo>
                    <a:pt x="3706" y="2376"/>
                    <a:pt x="3769" y="2249"/>
                    <a:pt x="3611" y="2218"/>
                  </a:cubicBezTo>
                  <a:cubicBezTo>
                    <a:pt x="3263" y="2186"/>
                    <a:pt x="2851" y="2091"/>
                    <a:pt x="2249" y="1869"/>
                  </a:cubicBezTo>
                  <a:cubicBezTo>
                    <a:pt x="1394" y="1533"/>
                    <a:pt x="273" y="107"/>
                    <a:pt x="224" y="6"/>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2"/>
            <p:cNvSpPr/>
            <p:nvPr/>
          </p:nvSpPr>
          <p:spPr>
            <a:xfrm>
              <a:off x="3864820" y="3533259"/>
              <a:ext cx="95759" cy="41254"/>
            </a:xfrm>
            <a:custGeom>
              <a:avLst/>
              <a:gdLst/>
              <a:ahLst/>
              <a:cxnLst/>
              <a:rect l="l" t="t" r="r" b="b"/>
              <a:pathLst>
                <a:path w="2992" h="1289" extrusionOk="0">
                  <a:moveTo>
                    <a:pt x="2013" y="0"/>
                  </a:moveTo>
                  <a:cubicBezTo>
                    <a:pt x="1242" y="0"/>
                    <a:pt x="374" y="432"/>
                    <a:pt x="78" y="978"/>
                  </a:cubicBezTo>
                  <a:cubicBezTo>
                    <a:pt x="1" y="1133"/>
                    <a:pt x="50" y="1288"/>
                    <a:pt x="157" y="1288"/>
                  </a:cubicBezTo>
                  <a:cubicBezTo>
                    <a:pt x="181" y="1288"/>
                    <a:pt x="207" y="1281"/>
                    <a:pt x="236" y="1263"/>
                  </a:cubicBezTo>
                  <a:cubicBezTo>
                    <a:pt x="648" y="915"/>
                    <a:pt x="870" y="725"/>
                    <a:pt x="1440" y="567"/>
                  </a:cubicBezTo>
                  <a:cubicBezTo>
                    <a:pt x="1714" y="482"/>
                    <a:pt x="2003" y="454"/>
                    <a:pt x="2287" y="454"/>
                  </a:cubicBezTo>
                  <a:cubicBezTo>
                    <a:pt x="2429" y="454"/>
                    <a:pt x="2569" y="461"/>
                    <a:pt x="2707" y="472"/>
                  </a:cubicBezTo>
                  <a:cubicBezTo>
                    <a:pt x="2928" y="472"/>
                    <a:pt x="2992" y="313"/>
                    <a:pt x="2833" y="218"/>
                  </a:cubicBezTo>
                  <a:cubicBezTo>
                    <a:pt x="2602" y="67"/>
                    <a:pt x="2315" y="0"/>
                    <a:pt x="2013" y="0"/>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2"/>
            <p:cNvSpPr/>
            <p:nvPr/>
          </p:nvSpPr>
          <p:spPr>
            <a:xfrm>
              <a:off x="3292603" y="3704421"/>
              <a:ext cx="882858" cy="715536"/>
            </a:xfrm>
            <a:custGeom>
              <a:avLst/>
              <a:gdLst/>
              <a:ahLst/>
              <a:cxnLst/>
              <a:rect l="l" t="t" r="r" b="b"/>
              <a:pathLst>
                <a:path w="27585" h="22357" extrusionOk="0">
                  <a:moveTo>
                    <a:pt x="11718" y="1"/>
                  </a:moveTo>
                  <a:cubicBezTo>
                    <a:pt x="11718" y="1"/>
                    <a:pt x="7665" y="761"/>
                    <a:pt x="6145" y="1267"/>
                  </a:cubicBezTo>
                  <a:cubicBezTo>
                    <a:pt x="5543" y="1489"/>
                    <a:pt x="3136" y="2186"/>
                    <a:pt x="1869" y="5004"/>
                  </a:cubicBezTo>
                  <a:cubicBezTo>
                    <a:pt x="1363" y="6113"/>
                    <a:pt x="412" y="7823"/>
                    <a:pt x="1" y="8963"/>
                  </a:cubicBezTo>
                  <a:cubicBezTo>
                    <a:pt x="761" y="9913"/>
                    <a:pt x="2344" y="10768"/>
                    <a:pt x="3611" y="11591"/>
                  </a:cubicBezTo>
                  <a:cubicBezTo>
                    <a:pt x="3959" y="10166"/>
                    <a:pt x="4244" y="8519"/>
                    <a:pt x="4498" y="7728"/>
                  </a:cubicBezTo>
                  <a:cubicBezTo>
                    <a:pt x="5258" y="5638"/>
                    <a:pt x="6968" y="4086"/>
                    <a:pt x="6968" y="4086"/>
                  </a:cubicBezTo>
                  <a:cubicBezTo>
                    <a:pt x="6968" y="4086"/>
                    <a:pt x="7950" y="6651"/>
                    <a:pt x="8140" y="10230"/>
                  </a:cubicBezTo>
                  <a:cubicBezTo>
                    <a:pt x="8266" y="13143"/>
                    <a:pt x="8140" y="19604"/>
                    <a:pt x="11623" y="21662"/>
                  </a:cubicBezTo>
                  <a:cubicBezTo>
                    <a:pt x="12477" y="22167"/>
                    <a:pt x="13614" y="22356"/>
                    <a:pt x="14839" y="22356"/>
                  </a:cubicBezTo>
                  <a:cubicBezTo>
                    <a:pt x="17614" y="22356"/>
                    <a:pt x="20846" y="21385"/>
                    <a:pt x="22296" y="20902"/>
                  </a:cubicBezTo>
                  <a:cubicBezTo>
                    <a:pt x="21789" y="15930"/>
                    <a:pt x="21726" y="12066"/>
                    <a:pt x="21789" y="9723"/>
                  </a:cubicBezTo>
                  <a:lnTo>
                    <a:pt x="21789" y="9723"/>
                  </a:lnTo>
                  <a:cubicBezTo>
                    <a:pt x="22232" y="10958"/>
                    <a:pt x="22011" y="10356"/>
                    <a:pt x="22359" y="11180"/>
                  </a:cubicBezTo>
                  <a:cubicBezTo>
                    <a:pt x="23418" y="8948"/>
                    <a:pt x="25975" y="5580"/>
                    <a:pt x="27230" y="5580"/>
                  </a:cubicBezTo>
                  <a:cubicBezTo>
                    <a:pt x="27364" y="5580"/>
                    <a:pt x="27484" y="5618"/>
                    <a:pt x="27585" y="5701"/>
                  </a:cubicBezTo>
                  <a:cubicBezTo>
                    <a:pt x="27458" y="3389"/>
                    <a:pt x="25526" y="4529"/>
                    <a:pt x="24386" y="3136"/>
                  </a:cubicBezTo>
                  <a:cubicBezTo>
                    <a:pt x="22739" y="1109"/>
                    <a:pt x="18717" y="476"/>
                    <a:pt x="15930" y="32"/>
                  </a:cubicBezTo>
                  <a:lnTo>
                    <a:pt x="15930" y="32"/>
                  </a:lnTo>
                  <a:cubicBezTo>
                    <a:pt x="16038" y="783"/>
                    <a:pt x="15066" y="1443"/>
                    <a:pt x="13982" y="1443"/>
                  </a:cubicBezTo>
                  <a:cubicBezTo>
                    <a:pt x="13146" y="1443"/>
                    <a:pt x="12243" y="1049"/>
                    <a:pt x="11718" y="1"/>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2"/>
            <p:cNvSpPr/>
            <p:nvPr/>
          </p:nvSpPr>
          <p:spPr>
            <a:xfrm>
              <a:off x="3388906" y="3835162"/>
              <a:ext cx="634531" cy="770360"/>
            </a:xfrm>
            <a:custGeom>
              <a:avLst/>
              <a:gdLst/>
              <a:ahLst/>
              <a:cxnLst/>
              <a:rect l="l" t="t" r="r" b="b"/>
              <a:pathLst>
                <a:path w="19826" h="24070" extrusionOk="0">
                  <a:moveTo>
                    <a:pt x="3991" y="1"/>
                  </a:moveTo>
                  <a:cubicBezTo>
                    <a:pt x="3991" y="1"/>
                    <a:pt x="2312" y="1331"/>
                    <a:pt x="1362" y="3643"/>
                  </a:cubicBezTo>
                  <a:cubicBezTo>
                    <a:pt x="1014" y="4434"/>
                    <a:pt x="349" y="5670"/>
                    <a:pt x="0" y="7095"/>
                  </a:cubicBezTo>
                  <a:cubicBezTo>
                    <a:pt x="634" y="7570"/>
                    <a:pt x="1679" y="8140"/>
                    <a:pt x="2407" y="8393"/>
                  </a:cubicBezTo>
                  <a:cubicBezTo>
                    <a:pt x="2787" y="7601"/>
                    <a:pt x="2787" y="7601"/>
                    <a:pt x="3326" y="6366"/>
                  </a:cubicBezTo>
                  <a:lnTo>
                    <a:pt x="3326" y="6366"/>
                  </a:lnTo>
                  <a:cubicBezTo>
                    <a:pt x="3421" y="8741"/>
                    <a:pt x="2534" y="18084"/>
                    <a:pt x="4402" y="22422"/>
                  </a:cubicBezTo>
                  <a:cubicBezTo>
                    <a:pt x="4402" y="22422"/>
                    <a:pt x="8583" y="24069"/>
                    <a:pt x="12605" y="24069"/>
                  </a:cubicBezTo>
                  <a:cubicBezTo>
                    <a:pt x="18748" y="24069"/>
                    <a:pt x="19825" y="20997"/>
                    <a:pt x="19825" y="20997"/>
                  </a:cubicBezTo>
                  <a:cubicBezTo>
                    <a:pt x="19604" y="19541"/>
                    <a:pt x="19445" y="18147"/>
                    <a:pt x="19318" y="16817"/>
                  </a:cubicBezTo>
                  <a:cubicBezTo>
                    <a:pt x="17852" y="17320"/>
                    <a:pt x="14632" y="18277"/>
                    <a:pt x="11862" y="18277"/>
                  </a:cubicBezTo>
                  <a:cubicBezTo>
                    <a:pt x="10624" y="18277"/>
                    <a:pt x="9475" y="18086"/>
                    <a:pt x="8614" y="17577"/>
                  </a:cubicBezTo>
                  <a:cubicBezTo>
                    <a:pt x="5162" y="15550"/>
                    <a:pt x="5289" y="9058"/>
                    <a:pt x="5131" y="6145"/>
                  </a:cubicBezTo>
                  <a:cubicBezTo>
                    <a:pt x="4941" y="2566"/>
                    <a:pt x="3991" y="1"/>
                    <a:pt x="3991" y="1"/>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2"/>
            <p:cNvSpPr/>
            <p:nvPr/>
          </p:nvSpPr>
          <p:spPr>
            <a:xfrm>
              <a:off x="3222672" y="4009493"/>
              <a:ext cx="585211" cy="497230"/>
            </a:xfrm>
            <a:custGeom>
              <a:avLst/>
              <a:gdLst/>
              <a:ahLst/>
              <a:cxnLst/>
              <a:rect l="l" t="t" r="r" b="b"/>
              <a:pathLst>
                <a:path w="18285" h="15536" extrusionOk="0">
                  <a:moveTo>
                    <a:pt x="2787" y="1"/>
                  </a:moveTo>
                  <a:cubicBezTo>
                    <a:pt x="2787" y="1"/>
                    <a:pt x="2122" y="1711"/>
                    <a:pt x="1521" y="3548"/>
                  </a:cubicBezTo>
                  <a:cubicBezTo>
                    <a:pt x="919" y="5385"/>
                    <a:pt x="1" y="7411"/>
                    <a:pt x="317" y="9407"/>
                  </a:cubicBezTo>
                  <a:cubicBezTo>
                    <a:pt x="602" y="11402"/>
                    <a:pt x="982" y="11845"/>
                    <a:pt x="1742" y="12035"/>
                  </a:cubicBezTo>
                  <a:cubicBezTo>
                    <a:pt x="1813" y="12054"/>
                    <a:pt x="1893" y="12062"/>
                    <a:pt x="1980" y="12062"/>
                  </a:cubicBezTo>
                  <a:cubicBezTo>
                    <a:pt x="2483" y="12062"/>
                    <a:pt x="3230" y="11785"/>
                    <a:pt x="3769" y="11623"/>
                  </a:cubicBezTo>
                  <a:cubicBezTo>
                    <a:pt x="4624" y="11338"/>
                    <a:pt x="6081" y="10705"/>
                    <a:pt x="6714" y="10483"/>
                  </a:cubicBezTo>
                  <a:cubicBezTo>
                    <a:pt x="8045" y="9945"/>
                    <a:pt x="10198" y="8615"/>
                    <a:pt x="10198" y="8615"/>
                  </a:cubicBezTo>
                  <a:cubicBezTo>
                    <a:pt x="10198" y="8615"/>
                    <a:pt x="10673" y="10103"/>
                    <a:pt x="11877" y="11117"/>
                  </a:cubicBezTo>
                  <a:cubicBezTo>
                    <a:pt x="13365" y="12352"/>
                    <a:pt x="13048" y="12922"/>
                    <a:pt x="12795" y="14125"/>
                  </a:cubicBezTo>
                  <a:cubicBezTo>
                    <a:pt x="12645" y="14835"/>
                    <a:pt x="12893" y="15259"/>
                    <a:pt x="13206" y="15259"/>
                  </a:cubicBezTo>
                  <a:cubicBezTo>
                    <a:pt x="13423" y="15259"/>
                    <a:pt x="13671" y="15055"/>
                    <a:pt x="13840" y="14600"/>
                  </a:cubicBezTo>
                  <a:cubicBezTo>
                    <a:pt x="14252" y="13523"/>
                    <a:pt x="14410" y="12478"/>
                    <a:pt x="14410" y="12478"/>
                  </a:cubicBezTo>
                  <a:cubicBezTo>
                    <a:pt x="14410" y="12478"/>
                    <a:pt x="14822" y="13777"/>
                    <a:pt x="15107" y="14790"/>
                  </a:cubicBezTo>
                  <a:cubicBezTo>
                    <a:pt x="15228" y="15276"/>
                    <a:pt x="15473" y="15536"/>
                    <a:pt x="15699" y="15536"/>
                  </a:cubicBezTo>
                  <a:cubicBezTo>
                    <a:pt x="15944" y="15536"/>
                    <a:pt x="16167" y="15228"/>
                    <a:pt x="16184" y="14569"/>
                  </a:cubicBezTo>
                  <a:cubicBezTo>
                    <a:pt x="16215" y="13270"/>
                    <a:pt x="15740" y="11750"/>
                    <a:pt x="15740" y="11750"/>
                  </a:cubicBezTo>
                  <a:lnTo>
                    <a:pt x="15740" y="11750"/>
                  </a:lnTo>
                  <a:cubicBezTo>
                    <a:pt x="15740" y="11750"/>
                    <a:pt x="16564" y="12573"/>
                    <a:pt x="17070" y="13587"/>
                  </a:cubicBezTo>
                  <a:cubicBezTo>
                    <a:pt x="17321" y="14074"/>
                    <a:pt x="17634" y="14347"/>
                    <a:pt x="17864" y="14347"/>
                  </a:cubicBezTo>
                  <a:cubicBezTo>
                    <a:pt x="18128" y="14347"/>
                    <a:pt x="18285" y="13987"/>
                    <a:pt x="18115" y="13175"/>
                  </a:cubicBezTo>
                  <a:cubicBezTo>
                    <a:pt x="17799" y="11655"/>
                    <a:pt x="17229" y="10547"/>
                    <a:pt x="16532" y="9533"/>
                  </a:cubicBezTo>
                  <a:cubicBezTo>
                    <a:pt x="15867" y="8520"/>
                    <a:pt x="12922" y="5670"/>
                    <a:pt x="11401" y="5226"/>
                  </a:cubicBezTo>
                  <a:cubicBezTo>
                    <a:pt x="10917" y="5081"/>
                    <a:pt x="10236" y="5030"/>
                    <a:pt x="9525" y="5030"/>
                  </a:cubicBezTo>
                  <a:cubicBezTo>
                    <a:pt x="7913" y="5030"/>
                    <a:pt x="6144" y="5290"/>
                    <a:pt x="6144" y="5290"/>
                  </a:cubicBezTo>
                  <a:lnTo>
                    <a:pt x="6904" y="2661"/>
                  </a:lnTo>
                  <a:lnTo>
                    <a:pt x="2787" y="1"/>
                  </a:ln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2"/>
            <p:cNvSpPr/>
            <p:nvPr/>
          </p:nvSpPr>
          <p:spPr>
            <a:xfrm>
              <a:off x="5145404" y="3476386"/>
              <a:ext cx="450054" cy="193598"/>
            </a:xfrm>
            <a:custGeom>
              <a:avLst/>
              <a:gdLst/>
              <a:ahLst/>
              <a:cxnLst/>
              <a:rect l="l" t="t" r="r" b="b"/>
              <a:pathLst>
                <a:path w="14062" h="6049" extrusionOk="0">
                  <a:moveTo>
                    <a:pt x="2218" y="0"/>
                  </a:moveTo>
                  <a:cubicBezTo>
                    <a:pt x="2186" y="950"/>
                    <a:pt x="2028" y="1963"/>
                    <a:pt x="1616" y="2375"/>
                  </a:cubicBezTo>
                  <a:cubicBezTo>
                    <a:pt x="729" y="3262"/>
                    <a:pt x="1" y="3674"/>
                    <a:pt x="1" y="3674"/>
                  </a:cubicBezTo>
                  <a:cubicBezTo>
                    <a:pt x="1" y="3674"/>
                    <a:pt x="2629" y="5890"/>
                    <a:pt x="6968" y="6049"/>
                  </a:cubicBezTo>
                  <a:lnTo>
                    <a:pt x="7095" y="6049"/>
                  </a:lnTo>
                  <a:cubicBezTo>
                    <a:pt x="11433" y="5890"/>
                    <a:pt x="14062" y="3674"/>
                    <a:pt x="14062" y="3674"/>
                  </a:cubicBezTo>
                  <a:cubicBezTo>
                    <a:pt x="14062" y="3674"/>
                    <a:pt x="13302" y="3262"/>
                    <a:pt x="12415" y="2375"/>
                  </a:cubicBezTo>
                  <a:cubicBezTo>
                    <a:pt x="12225" y="2153"/>
                    <a:pt x="12067" y="1805"/>
                    <a:pt x="11972" y="1362"/>
                  </a:cubicBezTo>
                  <a:cubicBezTo>
                    <a:pt x="11845" y="1425"/>
                    <a:pt x="11687" y="1488"/>
                    <a:pt x="11528" y="1552"/>
                  </a:cubicBezTo>
                  <a:cubicBezTo>
                    <a:pt x="10458" y="2054"/>
                    <a:pt x="9396" y="2251"/>
                    <a:pt x="8388" y="2251"/>
                  </a:cubicBezTo>
                  <a:cubicBezTo>
                    <a:pt x="5581" y="2251"/>
                    <a:pt x="3196" y="722"/>
                    <a:pt x="2218"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2"/>
            <p:cNvSpPr/>
            <p:nvPr/>
          </p:nvSpPr>
          <p:spPr>
            <a:xfrm>
              <a:off x="5211302" y="3408471"/>
              <a:ext cx="317266" cy="158009"/>
            </a:xfrm>
            <a:custGeom>
              <a:avLst/>
              <a:gdLst/>
              <a:ahLst/>
              <a:cxnLst/>
              <a:rect l="l" t="t" r="r" b="b"/>
              <a:pathLst>
                <a:path w="9913" h="4937" extrusionOk="0">
                  <a:moveTo>
                    <a:pt x="95" y="0"/>
                  </a:moveTo>
                  <a:cubicBezTo>
                    <a:pt x="95" y="0"/>
                    <a:pt x="159" y="1932"/>
                    <a:pt x="0" y="3547"/>
                  </a:cubicBezTo>
                  <a:cubicBezTo>
                    <a:pt x="699" y="4416"/>
                    <a:pt x="2212" y="4936"/>
                    <a:pt x="4093" y="4936"/>
                  </a:cubicBezTo>
                  <a:cubicBezTo>
                    <a:pt x="5709" y="4936"/>
                    <a:pt x="7596" y="4552"/>
                    <a:pt x="9469" y="3674"/>
                  </a:cubicBezTo>
                  <a:cubicBezTo>
                    <a:pt x="9628" y="3610"/>
                    <a:pt x="9786" y="3547"/>
                    <a:pt x="9913" y="3484"/>
                  </a:cubicBezTo>
                  <a:cubicBezTo>
                    <a:pt x="9628" y="2090"/>
                    <a:pt x="9818" y="0"/>
                    <a:pt x="9818" y="0"/>
                  </a:cubicBezTo>
                  <a:lnTo>
                    <a:pt x="9818" y="0"/>
                  </a:lnTo>
                  <a:lnTo>
                    <a:pt x="4972" y="1235"/>
                  </a:lnTo>
                  <a:lnTo>
                    <a:pt x="95" y="0"/>
                  </a:ln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2"/>
            <p:cNvSpPr/>
            <p:nvPr/>
          </p:nvSpPr>
          <p:spPr>
            <a:xfrm>
              <a:off x="5086643" y="2838846"/>
              <a:ext cx="586876" cy="630466"/>
            </a:xfrm>
            <a:custGeom>
              <a:avLst/>
              <a:gdLst/>
              <a:ahLst/>
              <a:cxnLst/>
              <a:rect l="l" t="t" r="r" b="b"/>
              <a:pathLst>
                <a:path w="18337" h="19699" extrusionOk="0">
                  <a:moveTo>
                    <a:pt x="380" y="0"/>
                  </a:moveTo>
                  <a:cubicBezTo>
                    <a:pt x="380" y="0"/>
                    <a:pt x="0" y="6524"/>
                    <a:pt x="507" y="11686"/>
                  </a:cubicBezTo>
                  <a:cubicBezTo>
                    <a:pt x="855" y="14948"/>
                    <a:pt x="1552" y="16531"/>
                    <a:pt x="2692" y="17450"/>
                  </a:cubicBezTo>
                  <a:cubicBezTo>
                    <a:pt x="4909" y="19223"/>
                    <a:pt x="5954" y="19698"/>
                    <a:pt x="7537" y="19698"/>
                  </a:cubicBezTo>
                  <a:cubicBezTo>
                    <a:pt x="9342" y="19698"/>
                    <a:pt x="11401" y="19350"/>
                    <a:pt x="13713" y="17798"/>
                  </a:cubicBezTo>
                  <a:cubicBezTo>
                    <a:pt x="15075" y="16880"/>
                    <a:pt x="15423" y="16246"/>
                    <a:pt x="15993" y="12414"/>
                  </a:cubicBezTo>
                  <a:cubicBezTo>
                    <a:pt x="16025" y="12129"/>
                    <a:pt x="17735" y="10071"/>
                    <a:pt x="17988" y="9089"/>
                  </a:cubicBezTo>
                  <a:cubicBezTo>
                    <a:pt x="18336" y="7759"/>
                    <a:pt x="17386" y="7284"/>
                    <a:pt x="17576" y="5891"/>
                  </a:cubicBezTo>
                  <a:cubicBezTo>
                    <a:pt x="17988" y="2787"/>
                    <a:pt x="18305" y="159"/>
                    <a:pt x="18305" y="159"/>
                  </a:cubicBezTo>
                  <a:lnTo>
                    <a:pt x="18305" y="159"/>
                  </a:lnTo>
                  <a:lnTo>
                    <a:pt x="8899" y="1520"/>
                  </a:lnTo>
                  <a:lnTo>
                    <a:pt x="380" y="0"/>
                  </a:ln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2"/>
            <p:cNvSpPr/>
            <p:nvPr/>
          </p:nvSpPr>
          <p:spPr>
            <a:xfrm>
              <a:off x="5333946" y="3007320"/>
              <a:ext cx="126708" cy="123443"/>
            </a:xfrm>
            <a:custGeom>
              <a:avLst/>
              <a:gdLst/>
              <a:ahLst/>
              <a:cxnLst/>
              <a:rect l="l" t="t" r="r" b="b"/>
              <a:pathLst>
                <a:path w="3959" h="3857" extrusionOk="0">
                  <a:moveTo>
                    <a:pt x="2729" y="1"/>
                  </a:moveTo>
                  <a:cubicBezTo>
                    <a:pt x="2459" y="1"/>
                    <a:pt x="2173" y="58"/>
                    <a:pt x="1964" y="88"/>
                  </a:cubicBezTo>
                  <a:cubicBezTo>
                    <a:pt x="1330" y="183"/>
                    <a:pt x="729" y="532"/>
                    <a:pt x="380" y="1070"/>
                  </a:cubicBezTo>
                  <a:cubicBezTo>
                    <a:pt x="95" y="1482"/>
                    <a:pt x="0" y="2939"/>
                    <a:pt x="254" y="3540"/>
                  </a:cubicBezTo>
                  <a:cubicBezTo>
                    <a:pt x="349" y="3746"/>
                    <a:pt x="594" y="3857"/>
                    <a:pt x="879" y="3857"/>
                  </a:cubicBezTo>
                  <a:cubicBezTo>
                    <a:pt x="1164" y="3857"/>
                    <a:pt x="1489" y="3746"/>
                    <a:pt x="1742" y="3509"/>
                  </a:cubicBezTo>
                  <a:cubicBezTo>
                    <a:pt x="1805" y="3477"/>
                    <a:pt x="1805" y="1735"/>
                    <a:pt x="2977" y="975"/>
                  </a:cubicBezTo>
                  <a:cubicBezTo>
                    <a:pt x="3357" y="753"/>
                    <a:pt x="3674" y="753"/>
                    <a:pt x="3959" y="722"/>
                  </a:cubicBezTo>
                  <a:cubicBezTo>
                    <a:pt x="3959" y="722"/>
                    <a:pt x="3801" y="595"/>
                    <a:pt x="3801" y="595"/>
                  </a:cubicBezTo>
                  <a:cubicBezTo>
                    <a:pt x="3706" y="437"/>
                    <a:pt x="3579" y="373"/>
                    <a:pt x="3452" y="342"/>
                  </a:cubicBezTo>
                  <a:cubicBezTo>
                    <a:pt x="3318" y="74"/>
                    <a:pt x="3034" y="1"/>
                    <a:pt x="2729"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2"/>
            <p:cNvSpPr/>
            <p:nvPr/>
          </p:nvSpPr>
          <p:spPr>
            <a:xfrm>
              <a:off x="5105878" y="3004728"/>
              <a:ext cx="127860" cy="114898"/>
            </a:xfrm>
            <a:custGeom>
              <a:avLst/>
              <a:gdLst/>
              <a:ahLst/>
              <a:cxnLst/>
              <a:rect l="l" t="t" r="r" b="b"/>
              <a:pathLst>
                <a:path w="3995" h="3590" extrusionOk="0">
                  <a:moveTo>
                    <a:pt x="1293" y="0"/>
                  </a:moveTo>
                  <a:cubicBezTo>
                    <a:pt x="967" y="0"/>
                    <a:pt x="663" y="75"/>
                    <a:pt x="539" y="359"/>
                  </a:cubicBezTo>
                  <a:cubicBezTo>
                    <a:pt x="381" y="359"/>
                    <a:pt x="254" y="423"/>
                    <a:pt x="159" y="581"/>
                  </a:cubicBezTo>
                  <a:cubicBezTo>
                    <a:pt x="159" y="581"/>
                    <a:pt x="1" y="708"/>
                    <a:pt x="32" y="708"/>
                  </a:cubicBezTo>
                  <a:cubicBezTo>
                    <a:pt x="286" y="739"/>
                    <a:pt x="476" y="708"/>
                    <a:pt x="919" y="771"/>
                  </a:cubicBezTo>
                  <a:cubicBezTo>
                    <a:pt x="1363" y="834"/>
                    <a:pt x="1774" y="993"/>
                    <a:pt x="2028" y="1341"/>
                  </a:cubicBezTo>
                  <a:cubicBezTo>
                    <a:pt x="2218" y="1563"/>
                    <a:pt x="2408" y="2038"/>
                    <a:pt x="2471" y="2513"/>
                  </a:cubicBezTo>
                  <a:cubicBezTo>
                    <a:pt x="2503" y="2861"/>
                    <a:pt x="2629" y="2766"/>
                    <a:pt x="2534" y="3115"/>
                  </a:cubicBezTo>
                  <a:cubicBezTo>
                    <a:pt x="2503" y="3210"/>
                    <a:pt x="2566" y="3273"/>
                    <a:pt x="2629" y="3273"/>
                  </a:cubicBezTo>
                  <a:cubicBezTo>
                    <a:pt x="2858" y="3496"/>
                    <a:pt x="3052" y="3590"/>
                    <a:pt x="3212" y="3590"/>
                  </a:cubicBezTo>
                  <a:cubicBezTo>
                    <a:pt x="3942" y="3590"/>
                    <a:pt x="3995" y="1653"/>
                    <a:pt x="3579" y="1056"/>
                  </a:cubicBezTo>
                  <a:cubicBezTo>
                    <a:pt x="3231" y="518"/>
                    <a:pt x="2661" y="169"/>
                    <a:pt x="2028" y="74"/>
                  </a:cubicBezTo>
                  <a:cubicBezTo>
                    <a:pt x="1819" y="46"/>
                    <a:pt x="1549" y="0"/>
                    <a:pt x="1293" y="0"/>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2"/>
            <p:cNvSpPr/>
            <p:nvPr/>
          </p:nvSpPr>
          <p:spPr>
            <a:xfrm>
              <a:off x="5341019" y="3088965"/>
              <a:ext cx="127764" cy="62282"/>
            </a:xfrm>
            <a:custGeom>
              <a:avLst/>
              <a:gdLst/>
              <a:ahLst/>
              <a:cxnLst/>
              <a:rect l="l" t="t" r="r" b="b"/>
              <a:pathLst>
                <a:path w="3992" h="1946" extrusionOk="0">
                  <a:moveTo>
                    <a:pt x="2095" y="1"/>
                  </a:moveTo>
                  <a:cubicBezTo>
                    <a:pt x="1524" y="1"/>
                    <a:pt x="956" y="140"/>
                    <a:pt x="698" y="261"/>
                  </a:cubicBezTo>
                  <a:cubicBezTo>
                    <a:pt x="254" y="483"/>
                    <a:pt x="33" y="989"/>
                    <a:pt x="33" y="989"/>
                  </a:cubicBezTo>
                  <a:cubicBezTo>
                    <a:pt x="1" y="1243"/>
                    <a:pt x="476" y="1844"/>
                    <a:pt x="1869" y="1939"/>
                  </a:cubicBezTo>
                  <a:cubicBezTo>
                    <a:pt x="1930" y="1943"/>
                    <a:pt x="1989" y="1945"/>
                    <a:pt x="2047" y="1945"/>
                  </a:cubicBezTo>
                  <a:cubicBezTo>
                    <a:pt x="3314" y="1945"/>
                    <a:pt x="3865" y="989"/>
                    <a:pt x="3865" y="989"/>
                  </a:cubicBezTo>
                  <a:cubicBezTo>
                    <a:pt x="3865" y="989"/>
                    <a:pt x="3991" y="989"/>
                    <a:pt x="3358" y="388"/>
                  </a:cubicBezTo>
                  <a:cubicBezTo>
                    <a:pt x="3055" y="99"/>
                    <a:pt x="2574" y="1"/>
                    <a:pt x="20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2"/>
            <p:cNvSpPr/>
            <p:nvPr/>
          </p:nvSpPr>
          <p:spPr>
            <a:xfrm>
              <a:off x="5359293" y="3101287"/>
              <a:ext cx="47655" cy="45703"/>
            </a:xfrm>
            <a:custGeom>
              <a:avLst/>
              <a:gdLst/>
              <a:ahLst/>
              <a:cxnLst/>
              <a:rect l="l" t="t" r="r" b="b"/>
              <a:pathLst>
                <a:path w="1489" h="1428" extrusionOk="0">
                  <a:moveTo>
                    <a:pt x="734" y="0"/>
                  </a:moveTo>
                  <a:cubicBezTo>
                    <a:pt x="377" y="0"/>
                    <a:pt x="62" y="277"/>
                    <a:pt x="32" y="668"/>
                  </a:cubicBezTo>
                  <a:cubicBezTo>
                    <a:pt x="0" y="1048"/>
                    <a:pt x="317" y="1396"/>
                    <a:pt x="697" y="1428"/>
                  </a:cubicBezTo>
                  <a:cubicBezTo>
                    <a:pt x="1108" y="1428"/>
                    <a:pt x="1425" y="1143"/>
                    <a:pt x="1457" y="763"/>
                  </a:cubicBezTo>
                  <a:cubicBezTo>
                    <a:pt x="1488" y="351"/>
                    <a:pt x="1172" y="34"/>
                    <a:pt x="792" y="3"/>
                  </a:cubicBezTo>
                  <a:cubicBezTo>
                    <a:pt x="772" y="1"/>
                    <a:pt x="753" y="0"/>
                    <a:pt x="734" y="0"/>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2"/>
            <p:cNvSpPr/>
            <p:nvPr/>
          </p:nvSpPr>
          <p:spPr>
            <a:xfrm>
              <a:off x="5369407" y="3112489"/>
              <a:ext cx="24356" cy="23492"/>
            </a:xfrm>
            <a:custGeom>
              <a:avLst/>
              <a:gdLst/>
              <a:ahLst/>
              <a:cxnLst/>
              <a:rect l="l" t="t" r="r" b="b"/>
              <a:pathLst>
                <a:path w="761" h="734" extrusionOk="0">
                  <a:moveTo>
                    <a:pt x="412" y="1"/>
                  </a:moveTo>
                  <a:cubicBezTo>
                    <a:pt x="191" y="1"/>
                    <a:pt x="32" y="159"/>
                    <a:pt x="32" y="349"/>
                  </a:cubicBezTo>
                  <a:cubicBezTo>
                    <a:pt x="1" y="539"/>
                    <a:pt x="159" y="729"/>
                    <a:pt x="349" y="729"/>
                  </a:cubicBezTo>
                  <a:cubicBezTo>
                    <a:pt x="368" y="732"/>
                    <a:pt x="387" y="733"/>
                    <a:pt x="405" y="733"/>
                  </a:cubicBezTo>
                  <a:cubicBezTo>
                    <a:pt x="597" y="733"/>
                    <a:pt x="729" y="584"/>
                    <a:pt x="729" y="381"/>
                  </a:cubicBezTo>
                  <a:cubicBezTo>
                    <a:pt x="761" y="191"/>
                    <a:pt x="602" y="33"/>
                    <a:pt x="412"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2"/>
            <p:cNvSpPr/>
            <p:nvPr/>
          </p:nvSpPr>
          <p:spPr>
            <a:xfrm>
              <a:off x="5338874" y="3082852"/>
              <a:ext cx="132949" cy="66730"/>
            </a:xfrm>
            <a:custGeom>
              <a:avLst/>
              <a:gdLst/>
              <a:ahLst/>
              <a:cxnLst/>
              <a:rect l="l" t="t" r="r" b="b"/>
              <a:pathLst>
                <a:path w="4154" h="2085" extrusionOk="0">
                  <a:moveTo>
                    <a:pt x="2150" y="1"/>
                  </a:moveTo>
                  <a:cubicBezTo>
                    <a:pt x="2079" y="1"/>
                    <a:pt x="2007" y="3"/>
                    <a:pt x="1936" y="8"/>
                  </a:cubicBezTo>
                  <a:cubicBezTo>
                    <a:pt x="1271" y="40"/>
                    <a:pt x="448" y="262"/>
                    <a:pt x="100" y="990"/>
                  </a:cubicBezTo>
                  <a:cubicBezTo>
                    <a:pt x="2" y="1166"/>
                    <a:pt x="1" y="1257"/>
                    <a:pt x="36" y="1257"/>
                  </a:cubicBezTo>
                  <a:cubicBezTo>
                    <a:pt x="58" y="1257"/>
                    <a:pt x="95" y="1222"/>
                    <a:pt x="131" y="1149"/>
                  </a:cubicBezTo>
                  <a:cubicBezTo>
                    <a:pt x="500" y="555"/>
                    <a:pt x="1243" y="238"/>
                    <a:pt x="1976" y="238"/>
                  </a:cubicBezTo>
                  <a:cubicBezTo>
                    <a:pt x="2691" y="238"/>
                    <a:pt x="3398" y="539"/>
                    <a:pt x="3742" y="1180"/>
                  </a:cubicBezTo>
                  <a:cubicBezTo>
                    <a:pt x="3710" y="1307"/>
                    <a:pt x="3362" y="1719"/>
                    <a:pt x="2887" y="1940"/>
                  </a:cubicBezTo>
                  <a:cubicBezTo>
                    <a:pt x="2810" y="1992"/>
                    <a:pt x="2816" y="2084"/>
                    <a:pt x="2905" y="2084"/>
                  </a:cubicBezTo>
                  <a:cubicBezTo>
                    <a:pt x="2926" y="2084"/>
                    <a:pt x="2951" y="2079"/>
                    <a:pt x="2982" y="2067"/>
                  </a:cubicBezTo>
                  <a:cubicBezTo>
                    <a:pt x="3267" y="1972"/>
                    <a:pt x="3710" y="1655"/>
                    <a:pt x="3963" y="1339"/>
                  </a:cubicBezTo>
                  <a:cubicBezTo>
                    <a:pt x="4058" y="1244"/>
                    <a:pt x="4153" y="1117"/>
                    <a:pt x="4122" y="1022"/>
                  </a:cubicBezTo>
                  <a:cubicBezTo>
                    <a:pt x="3773" y="325"/>
                    <a:pt x="2945" y="1"/>
                    <a:pt x="2150"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2"/>
            <p:cNvSpPr/>
            <p:nvPr/>
          </p:nvSpPr>
          <p:spPr>
            <a:xfrm>
              <a:off x="5367391" y="3109256"/>
              <a:ext cx="16259" cy="15426"/>
            </a:xfrm>
            <a:custGeom>
              <a:avLst/>
              <a:gdLst/>
              <a:ahLst/>
              <a:cxnLst/>
              <a:rect l="l" t="t" r="r" b="b"/>
              <a:pathLst>
                <a:path w="508" h="482" extrusionOk="0">
                  <a:moveTo>
                    <a:pt x="206" y="1"/>
                  </a:moveTo>
                  <a:cubicBezTo>
                    <a:pt x="104" y="1"/>
                    <a:pt x="28" y="91"/>
                    <a:pt x="0" y="229"/>
                  </a:cubicBezTo>
                  <a:cubicBezTo>
                    <a:pt x="0" y="355"/>
                    <a:pt x="95" y="482"/>
                    <a:pt x="222" y="482"/>
                  </a:cubicBezTo>
                  <a:cubicBezTo>
                    <a:pt x="380" y="482"/>
                    <a:pt x="475" y="387"/>
                    <a:pt x="507" y="260"/>
                  </a:cubicBezTo>
                  <a:cubicBezTo>
                    <a:pt x="507" y="134"/>
                    <a:pt x="412" y="7"/>
                    <a:pt x="254" y="7"/>
                  </a:cubicBezTo>
                  <a:cubicBezTo>
                    <a:pt x="237" y="3"/>
                    <a:pt x="222" y="1"/>
                    <a:pt x="2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2"/>
            <p:cNvSpPr/>
            <p:nvPr/>
          </p:nvSpPr>
          <p:spPr>
            <a:xfrm>
              <a:off x="5106902" y="3084805"/>
              <a:ext cx="114578" cy="57481"/>
            </a:xfrm>
            <a:custGeom>
              <a:avLst/>
              <a:gdLst/>
              <a:ahLst/>
              <a:cxnLst/>
              <a:rect l="l" t="t" r="r" b="b"/>
              <a:pathLst>
                <a:path w="3580" h="1796" extrusionOk="0">
                  <a:moveTo>
                    <a:pt x="1455" y="0"/>
                  </a:moveTo>
                  <a:cubicBezTo>
                    <a:pt x="1141" y="0"/>
                    <a:pt x="845" y="64"/>
                    <a:pt x="634" y="232"/>
                  </a:cubicBezTo>
                  <a:cubicBezTo>
                    <a:pt x="0" y="708"/>
                    <a:pt x="95" y="708"/>
                    <a:pt x="95" y="708"/>
                  </a:cubicBezTo>
                  <a:cubicBezTo>
                    <a:pt x="95" y="708"/>
                    <a:pt x="507" y="1721"/>
                    <a:pt x="1806" y="1784"/>
                  </a:cubicBezTo>
                  <a:cubicBezTo>
                    <a:pt x="1912" y="1792"/>
                    <a:pt x="2013" y="1796"/>
                    <a:pt x="2109" y="1796"/>
                  </a:cubicBezTo>
                  <a:cubicBezTo>
                    <a:pt x="3154" y="1796"/>
                    <a:pt x="3579" y="1354"/>
                    <a:pt x="3579" y="1151"/>
                  </a:cubicBezTo>
                  <a:cubicBezTo>
                    <a:pt x="3579" y="1151"/>
                    <a:pt x="3452" y="676"/>
                    <a:pt x="3041" y="423"/>
                  </a:cubicBezTo>
                  <a:cubicBezTo>
                    <a:pt x="2787" y="254"/>
                    <a:pt x="2084" y="0"/>
                    <a:pt x="14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2"/>
            <p:cNvSpPr/>
            <p:nvPr/>
          </p:nvSpPr>
          <p:spPr>
            <a:xfrm>
              <a:off x="5131226" y="3096198"/>
              <a:ext cx="43623" cy="41735"/>
            </a:xfrm>
            <a:custGeom>
              <a:avLst/>
              <a:gdLst/>
              <a:ahLst/>
              <a:cxnLst/>
              <a:rect l="l" t="t" r="r" b="b"/>
              <a:pathLst>
                <a:path w="1363" h="1304" extrusionOk="0">
                  <a:moveTo>
                    <a:pt x="671" y="1"/>
                  </a:moveTo>
                  <a:cubicBezTo>
                    <a:pt x="317" y="1"/>
                    <a:pt x="32" y="274"/>
                    <a:pt x="32" y="605"/>
                  </a:cubicBezTo>
                  <a:cubicBezTo>
                    <a:pt x="0" y="953"/>
                    <a:pt x="285" y="1270"/>
                    <a:pt x="634" y="1302"/>
                  </a:cubicBezTo>
                  <a:cubicBezTo>
                    <a:pt x="653" y="1303"/>
                    <a:pt x="672" y="1304"/>
                    <a:pt x="691" y="1304"/>
                  </a:cubicBezTo>
                  <a:cubicBezTo>
                    <a:pt x="1042" y="1304"/>
                    <a:pt x="1301" y="1030"/>
                    <a:pt x="1331" y="700"/>
                  </a:cubicBezTo>
                  <a:cubicBezTo>
                    <a:pt x="1362" y="320"/>
                    <a:pt x="1077" y="35"/>
                    <a:pt x="729" y="3"/>
                  </a:cubicBezTo>
                  <a:cubicBezTo>
                    <a:pt x="709" y="2"/>
                    <a:pt x="690" y="1"/>
                    <a:pt x="671" y="1"/>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2"/>
            <p:cNvSpPr/>
            <p:nvPr/>
          </p:nvSpPr>
          <p:spPr>
            <a:xfrm>
              <a:off x="5143388" y="3106408"/>
              <a:ext cx="22339" cy="21315"/>
            </a:xfrm>
            <a:custGeom>
              <a:avLst/>
              <a:gdLst/>
              <a:ahLst/>
              <a:cxnLst/>
              <a:rect l="l" t="t" r="r" b="b"/>
              <a:pathLst>
                <a:path w="698" h="666" extrusionOk="0">
                  <a:moveTo>
                    <a:pt x="349" y="1"/>
                  </a:moveTo>
                  <a:cubicBezTo>
                    <a:pt x="191" y="1"/>
                    <a:pt x="32" y="128"/>
                    <a:pt x="1" y="318"/>
                  </a:cubicBezTo>
                  <a:cubicBezTo>
                    <a:pt x="1" y="508"/>
                    <a:pt x="127" y="666"/>
                    <a:pt x="317" y="666"/>
                  </a:cubicBezTo>
                  <a:cubicBezTo>
                    <a:pt x="507" y="666"/>
                    <a:pt x="666" y="539"/>
                    <a:pt x="666" y="349"/>
                  </a:cubicBezTo>
                  <a:cubicBezTo>
                    <a:pt x="697" y="159"/>
                    <a:pt x="539" y="1"/>
                    <a:pt x="349"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2"/>
            <p:cNvSpPr/>
            <p:nvPr/>
          </p:nvSpPr>
          <p:spPr>
            <a:xfrm>
              <a:off x="5103862" y="3078884"/>
              <a:ext cx="120467" cy="58633"/>
            </a:xfrm>
            <a:custGeom>
              <a:avLst/>
              <a:gdLst/>
              <a:ahLst/>
              <a:cxnLst/>
              <a:rect l="l" t="t" r="r" b="b"/>
              <a:pathLst>
                <a:path w="3764" h="1832" extrusionOk="0">
                  <a:moveTo>
                    <a:pt x="1673" y="0"/>
                  </a:moveTo>
                  <a:cubicBezTo>
                    <a:pt x="1037" y="0"/>
                    <a:pt x="390" y="223"/>
                    <a:pt x="32" y="734"/>
                  </a:cubicBezTo>
                  <a:cubicBezTo>
                    <a:pt x="0" y="829"/>
                    <a:pt x="64" y="924"/>
                    <a:pt x="127" y="1051"/>
                  </a:cubicBezTo>
                  <a:cubicBezTo>
                    <a:pt x="317" y="1368"/>
                    <a:pt x="697" y="1684"/>
                    <a:pt x="950" y="1811"/>
                  </a:cubicBezTo>
                  <a:cubicBezTo>
                    <a:pt x="980" y="1826"/>
                    <a:pt x="1006" y="1832"/>
                    <a:pt x="1027" y="1832"/>
                  </a:cubicBezTo>
                  <a:cubicBezTo>
                    <a:pt x="1098" y="1832"/>
                    <a:pt x="1118" y="1765"/>
                    <a:pt x="1045" y="1716"/>
                  </a:cubicBezTo>
                  <a:cubicBezTo>
                    <a:pt x="634" y="1463"/>
                    <a:pt x="380" y="1051"/>
                    <a:pt x="349" y="924"/>
                  </a:cubicBezTo>
                  <a:cubicBezTo>
                    <a:pt x="682" y="458"/>
                    <a:pt x="1223" y="249"/>
                    <a:pt x="1777" y="249"/>
                  </a:cubicBezTo>
                  <a:cubicBezTo>
                    <a:pt x="2541" y="249"/>
                    <a:pt x="3331" y="644"/>
                    <a:pt x="3642" y="1304"/>
                  </a:cubicBezTo>
                  <a:cubicBezTo>
                    <a:pt x="3667" y="1379"/>
                    <a:pt x="3697" y="1415"/>
                    <a:pt x="3718" y="1415"/>
                  </a:cubicBezTo>
                  <a:cubicBezTo>
                    <a:pt x="3751" y="1415"/>
                    <a:pt x="3763" y="1331"/>
                    <a:pt x="3706" y="1178"/>
                  </a:cubicBezTo>
                  <a:cubicBezTo>
                    <a:pt x="3452" y="449"/>
                    <a:pt x="2724" y="164"/>
                    <a:pt x="2122" y="37"/>
                  </a:cubicBezTo>
                  <a:cubicBezTo>
                    <a:pt x="1976" y="13"/>
                    <a:pt x="1825" y="0"/>
                    <a:pt x="1673"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2"/>
            <p:cNvSpPr/>
            <p:nvPr/>
          </p:nvSpPr>
          <p:spPr>
            <a:xfrm>
              <a:off x="5139323" y="3103367"/>
              <a:ext cx="14242" cy="14242"/>
            </a:xfrm>
            <a:custGeom>
              <a:avLst/>
              <a:gdLst/>
              <a:ahLst/>
              <a:cxnLst/>
              <a:rect l="l" t="t" r="r" b="b"/>
              <a:pathLst>
                <a:path w="445" h="445" extrusionOk="0">
                  <a:moveTo>
                    <a:pt x="223" y="1"/>
                  </a:moveTo>
                  <a:cubicBezTo>
                    <a:pt x="128" y="1"/>
                    <a:pt x="1" y="64"/>
                    <a:pt x="1" y="191"/>
                  </a:cubicBezTo>
                  <a:cubicBezTo>
                    <a:pt x="1" y="318"/>
                    <a:pt x="96" y="444"/>
                    <a:pt x="223" y="444"/>
                  </a:cubicBezTo>
                  <a:cubicBezTo>
                    <a:pt x="318" y="444"/>
                    <a:pt x="444" y="349"/>
                    <a:pt x="444" y="223"/>
                  </a:cubicBezTo>
                  <a:cubicBezTo>
                    <a:pt x="444" y="96"/>
                    <a:pt x="349" y="1"/>
                    <a:pt x="2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2"/>
            <p:cNvSpPr/>
            <p:nvPr/>
          </p:nvSpPr>
          <p:spPr>
            <a:xfrm>
              <a:off x="5331897" y="3001752"/>
              <a:ext cx="148311" cy="57705"/>
            </a:xfrm>
            <a:custGeom>
              <a:avLst/>
              <a:gdLst/>
              <a:ahLst/>
              <a:cxnLst/>
              <a:rect l="l" t="t" r="r" b="b"/>
              <a:pathLst>
                <a:path w="4634" h="1803" extrusionOk="0">
                  <a:moveTo>
                    <a:pt x="2331" y="0"/>
                  </a:moveTo>
                  <a:cubicBezTo>
                    <a:pt x="2172" y="0"/>
                    <a:pt x="2017" y="13"/>
                    <a:pt x="1869" y="41"/>
                  </a:cubicBezTo>
                  <a:cubicBezTo>
                    <a:pt x="1363" y="136"/>
                    <a:pt x="919" y="326"/>
                    <a:pt x="634" y="642"/>
                  </a:cubicBezTo>
                  <a:cubicBezTo>
                    <a:pt x="508" y="737"/>
                    <a:pt x="413" y="927"/>
                    <a:pt x="349" y="1086"/>
                  </a:cubicBezTo>
                  <a:cubicBezTo>
                    <a:pt x="254" y="927"/>
                    <a:pt x="223" y="801"/>
                    <a:pt x="96" y="706"/>
                  </a:cubicBezTo>
                  <a:cubicBezTo>
                    <a:pt x="33" y="959"/>
                    <a:pt x="1" y="1307"/>
                    <a:pt x="64" y="1592"/>
                  </a:cubicBezTo>
                  <a:cubicBezTo>
                    <a:pt x="87" y="1706"/>
                    <a:pt x="158" y="1802"/>
                    <a:pt x="243" y="1802"/>
                  </a:cubicBezTo>
                  <a:cubicBezTo>
                    <a:pt x="277" y="1802"/>
                    <a:pt x="313" y="1787"/>
                    <a:pt x="349" y="1751"/>
                  </a:cubicBezTo>
                  <a:cubicBezTo>
                    <a:pt x="784" y="1338"/>
                    <a:pt x="1502" y="687"/>
                    <a:pt x="2533" y="687"/>
                  </a:cubicBezTo>
                  <a:cubicBezTo>
                    <a:pt x="3006" y="687"/>
                    <a:pt x="3543" y="823"/>
                    <a:pt x="4150" y="1181"/>
                  </a:cubicBezTo>
                  <a:cubicBezTo>
                    <a:pt x="4217" y="1221"/>
                    <a:pt x="4280" y="1239"/>
                    <a:pt x="4335" y="1239"/>
                  </a:cubicBezTo>
                  <a:cubicBezTo>
                    <a:pt x="4539" y="1239"/>
                    <a:pt x="4634" y="1000"/>
                    <a:pt x="4435" y="801"/>
                  </a:cubicBezTo>
                  <a:cubicBezTo>
                    <a:pt x="3937" y="303"/>
                    <a:pt x="3092" y="0"/>
                    <a:pt x="2331"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2"/>
            <p:cNvSpPr/>
            <p:nvPr/>
          </p:nvSpPr>
          <p:spPr>
            <a:xfrm>
              <a:off x="5099413" y="2999031"/>
              <a:ext cx="140310" cy="57289"/>
            </a:xfrm>
            <a:custGeom>
              <a:avLst/>
              <a:gdLst/>
              <a:ahLst/>
              <a:cxnLst/>
              <a:rect l="l" t="t" r="r" b="b"/>
              <a:pathLst>
                <a:path w="4384" h="1790" extrusionOk="0">
                  <a:moveTo>
                    <a:pt x="2231" y="1"/>
                  </a:moveTo>
                  <a:cubicBezTo>
                    <a:pt x="1488" y="1"/>
                    <a:pt x="655" y="270"/>
                    <a:pt x="203" y="696"/>
                  </a:cubicBezTo>
                  <a:cubicBezTo>
                    <a:pt x="1" y="873"/>
                    <a:pt x="101" y="1090"/>
                    <a:pt x="295" y="1090"/>
                  </a:cubicBezTo>
                  <a:cubicBezTo>
                    <a:pt x="344" y="1090"/>
                    <a:pt x="399" y="1076"/>
                    <a:pt x="456" y="1044"/>
                  </a:cubicBezTo>
                  <a:cubicBezTo>
                    <a:pt x="969" y="761"/>
                    <a:pt x="1425" y="651"/>
                    <a:pt x="1829" y="651"/>
                  </a:cubicBezTo>
                  <a:cubicBezTo>
                    <a:pt x="2872" y="651"/>
                    <a:pt x="3569" y="1384"/>
                    <a:pt x="4003" y="1772"/>
                  </a:cubicBezTo>
                  <a:cubicBezTo>
                    <a:pt x="4015" y="1784"/>
                    <a:pt x="4029" y="1790"/>
                    <a:pt x="4043" y="1790"/>
                  </a:cubicBezTo>
                  <a:cubicBezTo>
                    <a:pt x="4144" y="1790"/>
                    <a:pt x="4292" y="1531"/>
                    <a:pt x="4320" y="1392"/>
                  </a:cubicBezTo>
                  <a:cubicBezTo>
                    <a:pt x="4383" y="1139"/>
                    <a:pt x="4351" y="822"/>
                    <a:pt x="4288" y="601"/>
                  </a:cubicBezTo>
                  <a:cubicBezTo>
                    <a:pt x="4161" y="696"/>
                    <a:pt x="4130" y="822"/>
                    <a:pt x="4035" y="949"/>
                  </a:cubicBezTo>
                  <a:cubicBezTo>
                    <a:pt x="3971" y="822"/>
                    <a:pt x="3908" y="632"/>
                    <a:pt x="3781" y="569"/>
                  </a:cubicBezTo>
                  <a:cubicBezTo>
                    <a:pt x="3496" y="284"/>
                    <a:pt x="3085" y="94"/>
                    <a:pt x="2641" y="31"/>
                  </a:cubicBezTo>
                  <a:cubicBezTo>
                    <a:pt x="2510" y="10"/>
                    <a:pt x="2372" y="1"/>
                    <a:pt x="2231"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2"/>
            <p:cNvSpPr/>
            <p:nvPr/>
          </p:nvSpPr>
          <p:spPr>
            <a:xfrm>
              <a:off x="4968032" y="2674949"/>
              <a:ext cx="784539" cy="611904"/>
            </a:xfrm>
            <a:custGeom>
              <a:avLst/>
              <a:gdLst/>
              <a:ahLst/>
              <a:cxnLst/>
              <a:rect l="l" t="t" r="r" b="b"/>
              <a:pathLst>
                <a:path w="24513" h="19119" extrusionOk="0">
                  <a:moveTo>
                    <a:pt x="13754" y="0"/>
                  </a:moveTo>
                  <a:cubicBezTo>
                    <a:pt x="11277" y="0"/>
                    <a:pt x="8432" y="378"/>
                    <a:pt x="6366" y="1194"/>
                  </a:cubicBezTo>
                  <a:cubicBezTo>
                    <a:pt x="4347" y="1986"/>
                    <a:pt x="2366" y="2135"/>
                    <a:pt x="1163" y="2135"/>
                  </a:cubicBezTo>
                  <a:cubicBezTo>
                    <a:pt x="442" y="2135"/>
                    <a:pt x="1" y="2081"/>
                    <a:pt x="1" y="2081"/>
                  </a:cubicBezTo>
                  <a:lnTo>
                    <a:pt x="1" y="2081"/>
                  </a:lnTo>
                  <a:cubicBezTo>
                    <a:pt x="1" y="2081"/>
                    <a:pt x="1616" y="4361"/>
                    <a:pt x="3453" y="4425"/>
                  </a:cubicBezTo>
                  <a:cubicBezTo>
                    <a:pt x="3168" y="4931"/>
                    <a:pt x="412" y="5660"/>
                    <a:pt x="412" y="5660"/>
                  </a:cubicBezTo>
                  <a:cubicBezTo>
                    <a:pt x="412" y="5660"/>
                    <a:pt x="1256" y="6998"/>
                    <a:pt x="2859" y="6998"/>
                  </a:cubicBezTo>
                  <a:cubicBezTo>
                    <a:pt x="2929" y="6998"/>
                    <a:pt x="3000" y="6995"/>
                    <a:pt x="3073" y="6990"/>
                  </a:cubicBezTo>
                  <a:cubicBezTo>
                    <a:pt x="3104" y="9017"/>
                    <a:pt x="3389" y="10695"/>
                    <a:pt x="3959" y="12658"/>
                  </a:cubicBezTo>
                  <a:cubicBezTo>
                    <a:pt x="4276" y="9872"/>
                    <a:pt x="4023" y="8858"/>
                    <a:pt x="4846" y="7940"/>
                  </a:cubicBezTo>
                  <a:cubicBezTo>
                    <a:pt x="6001" y="8477"/>
                    <a:pt x="8910" y="8581"/>
                    <a:pt x="10791" y="8581"/>
                  </a:cubicBezTo>
                  <a:cubicBezTo>
                    <a:pt x="11128" y="8581"/>
                    <a:pt x="11432" y="8578"/>
                    <a:pt x="11687" y="8573"/>
                  </a:cubicBezTo>
                  <a:cubicBezTo>
                    <a:pt x="12165" y="8549"/>
                    <a:pt x="14033" y="8435"/>
                    <a:pt x="16228" y="8435"/>
                  </a:cubicBezTo>
                  <a:cubicBezTo>
                    <a:pt x="16940" y="8435"/>
                    <a:pt x="17687" y="8447"/>
                    <a:pt x="18432" y="8478"/>
                  </a:cubicBezTo>
                  <a:cubicBezTo>
                    <a:pt x="17894" y="13355"/>
                    <a:pt x="17799" y="13102"/>
                    <a:pt x="17640" y="14210"/>
                  </a:cubicBezTo>
                  <a:cubicBezTo>
                    <a:pt x="17640" y="14369"/>
                    <a:pt x="17830" y="14907"/>
                    <a:pt x="18337" y="14907"/>
                  </a:cubicBezTo>
                  <a:cubicBezTo>
                    <a:pt x="18591" y="13419"/>
                    <a:pt x="18971" y="12817"/>
                    <a:pt x="19446" y="12310"/>
                  </a:cubicBezTo>
                  <a:cubicBezTo>
                    <a:pt x="19625" y="12111"/>
                    <a:pt x="19868" y="12015"/>
                    <a:pt x="20115" y="12015"/>
                  </a:cubicBezTo>
                  <a:cubicBezTo>
                    <a:pt x="20651" y="12015"/>
                    <a:pt x="21209" y="12468"/>
                    <a:pt x="21187" y="13292"/>
                  </a:cubicBezTo>
                  <a:cubicBezTo>
                    <a:pt x="21187" y="13894"/>
                    <a:pt x="20681" y="16237"/>
                    <a:pt x="19762" y="16902"/>
                  </a:cubicBezTo>
                  <a:cubicBezTo>
                    <a:pt x="19699" y="17694"/>
                    <a:pt x="19477" y="18454"/>
                    <a:pt x="19446" y="19119"/>
                  </a:cubicBezTo>
                  <a:cubicBezTo>
                    <a:pt x="20111" y="18676"/>
                    <a:pt x="21282" y="17155"/>
                    <a:pt x="21821" y="16269"/>
                  </a:cubicBezTo>
                  <a:cubicBezTo>
                    <a:pt x="24513" y="12025"/>
                    <a:pt x="24418" y="4140"/>
                    <a:pt x="22359" y="3158"/>
                  </a:cubicBezTo>
                  <a:lnTo>
                    <a:pt x="22359" y="3158"/>
                  </a:lnTo>
                  <a:cubicBezTo>
                    <a:pt x="22486" y="4140"/>
                    <a:pt x="22106" y="4931"/>
                    <a:pt x="21726" y="5121"/>
                  </a:cubicBezTo>
                  <a:cubicBezTo>
                    <a:pt x="21979" y="4076"/>
                    <a:pt x="21282" y="2651"/>
                    <a:pt x="18717" y="878"/>
                  </a:cubicBezTo>
                  <a:cubicBezTo>
                    <a:pt x="17922" y="307"/>
                    <a:pt x="15987" y="0"/>
                    <a:pt x="13754"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2"/>
            <p:cNvSpPr/>
            <p:nvPr/>
          </p:nvSpPr>
          <p:spPr>
            <a:xfrm>
              <a:off x="5012647" y="3049567"/>
              <a:ext cx="506799" cy="161433"/>
            </a:xfrm>
            <a:custGeom>
              <a:avLst/>
              <a:gdLst/>
              <a:ahLst/>
              <a:cxnLst/>
              <a:rect l="l" t="t" r="r" b="b"/>
              <a:pathLst>
                <a:path w="15835" h="5044" extrusionOk="0">
                  <a:moveTo>
                    <a:pt x="1807" y="498"/>
                  </a:moveTo>
                  <a:cubicBezTo>
                    <a:pt x="2744" y="498"/>
                    <a:pt x="4829" y="654"/>
                    <a:pt x="5922" y="763"/>
                  </a:cubicBezTo>
                  <a:cubicBezTo>
                    <a:pt x="6556" y="858"/>
                    <a:pt x="6714" y="1777"/>
                    <a:pt x="6049" y="3107"/>
                  </a:cubicBezTo>
                  <a:cubicBezTo>
                    <a:pt x="5764" y="3614"/>
                    <a:pt x="5479" y="4089"/>
                    <a:pt x="5036" y="4120"/>
                  </a:cubicBezTo>
                  <a:cubicBezTo>
                    <a:pt x="4664" y="4158"/>
                    <a:pt x="4299" y="4176"/>
                    <a:pt x="3952" y="4176"/>
                  </a:cubicBezTo>
                  <a:cubicBezTo>
                    <a:pt x="2822" y="4176"/>
                    <a:pt x="1884" y="3985"/>
                    <a:pt x="1520" y="3645"/>
                  </a:cubicBezTo>
                  <a:cubicBezTo>
                    <a:pt x="1045" y="3202"/>
                    <a:pt x="887" y="2600"/>
                    <a:pt x="824" y="1999"/>
                  </a:cubicBezTo>
                  <a:cubicBezTo>
                    <a:pt x="760" y="1365"/>
                    <a:pt x="792" y="573"/>
                    <a:pt x="1457" y="510"/>
                  </a:cubicBezTo>
                  <a:cubicBezTo>
                    <a:pt x="1539" y="501"/>
                    <a:pt x="1659" y="498"/>
                    <a:pt x="1807" y="498"/>
                  </a:cubicBezTo>
                  <a:close/>
                  <a:moveTo>
                    <a:pt x="10760" y="945"/>
                  </a:moveTo>
                  <a:cubicBezTo>
                    <a:pt x="12108" y="945"/>
                    <a:pt x="13980" y="1007"/>
                    <a:pt x="14505" y="1112"/>
                  </a:cubicBezTo>
                  <a:cubicBezTo>
                    <a:pt x="15138" y="1238"/>
                    <a:pt x="15106" y="2030"/>
                    <a:pt x="14980" y="2632"/>
                  </a:cubicBezTo>
                  <a:cubicBezTo>
                    <a:pt x="14853" y="3234"/>
                    <a:pt x="14663" y="3835"/>
                    <a:pt x="14125" y="4247"/>
                  </a:cubicBezTo>
                  <a:cubicBezTo>
                    <a:pt x="13837" y="4463"/>
                    <a:pt x="13243" y="4576"/>
                    <a:pt x="12493" y="4576"/>
                  </a:cubicBezTo>
                  <a:cubicBezTo>
                    <a:pt x="11923" y="4576"/>
                    <a:pt x="11262" y="4511"/>
                    <a:pt x="10578" y="4374"/>
                  </a:cubicBezTo>
                  <a:cubicBezTo>
                    <a:pt x="10134" y="4310"/>
                    <a:pt x="9881" y="3804"/>
                    <a:pt x="9691" y="3265"/>
                  </a:cubicBezTo>
                  <a:cubicBezTo>
                    <a:pt x="9121" y="1904"/>
                    <a:pt x="9374" y="985"/>
                    <a:pt x="10008" y="953"/>
                  </a:cubicBezTo>
                  <a:cubicBezTo>
                    <a:pt x="10225" y="948"/>
                    <a:pt x="10481" y="945"/>
                    <a:pt x="10760" y="945"/>
                  </a:cubicBezTo>
                  <a:close/>
                  <a:moveTo>
                    <a:pt x="1508" y="0"/>
                  </a:moveTo>
                  <a:cubicBezTo>
                    <a:pt x="916" y="0"/>
                    <a:pt x="498" y="193"/>
                    <a:pt x="380" y="605"/>
                  </a:cubicBezTo>
                  <a:cubicBezTo>
                    <a:pt x="0" y="1872"/>
                    <a:pt x="412" y="3994"/>
                    <a:pt x="1615" y="4310"/>
                  </a:cubicBezTo>
                  <a:cubicBezTo>
                    <a:pt x="2525" y="4562"/>
                    <a:pt x="3221" y="4648"/>
                    <a:pt x="3943" y="4648"/>
                  </a:cubicBezTo>
                  <a:cubicBezTo>
                    <a:pt x="4403" y="4648"/>
                    <a:pt x="4873" y="4613"/>
                    <a:pt x="5416" y="4564"/>
                  </a:cubicBezTo>
                  <a:cubicBezTo>
                    <a:pt x="5922" y="4532"/>
                    <a:pt x="6397" y="3550"/>
                    <a:pt x="6936" y="2569"/>
                  </a:cubicBezTo>
                  <a:cubicBezTo>
                    <a:pt x="7157" y="2157"/>
                    <a:pt x="7569" y="1904"/>
                    <a:pt x="7917" y="1904"/>
                  </a:cubicBezTo>
                  <a:cubicBezTo>
                    <a:pt x="8266" y="1935"/>
                    <a:pt x="8646" y="2252"/>
                    <a:pt x="8836" y="2664"/>
                  </a:cubicBezTo>
                  <a:cubicBezTo>
                    <a:pt x="9311" y="3677"/>
                    <a:pt x="9659" y="4690"/>
                    <a:pt x="10166" y="4785"/>
                  </a:cubicBezTo>
                  <a:cubicBezTo>
                    <a:pt x="10980" y="4937"/>
                    <a:pt x="11636" y="5043"/>
                    <a:pt x="12363" y="5043"/>
                  </a:cubicBezTo>
                  <a:cubicBezTo>
                    <a:pt x="12852" y="5043"/>
                    <a:pt x="13374" y="4995"/>
                    <a:pt x="13998" y="4880"/>
                  </a:cubicBezTo>
                  <a:cubicBezTo>
                    <a:pt x="15201" y="4659"/>
                    <a:pt x="15835" y="2600"/>
                    <a:pt x="15550" y="1302"/>
                  </a:cubicBezTo>
                  <a:cubicBezTo>
                    <a:pt x="15455" y="858"/>
                    <a:pt x="15011" y="605"/>
                    <a:pt x="14346" y="573"/>
                  </a:cubicBezTo>
                  <a:cubicBezTo>
                    <a:pt x="13144" y="483"/>
                    <a:pt x="11974" y="408"/>
                    <a:pt x="10906" y="408"/>
                  </a:cubicBezTo>
                  <a:cubicBezTo>
                    <a:pt x="10483" y="408"/>
                    <a:pt x="10077" y="420"/>
                    <a:pt x="9691" y="447"/>
                  </a:cubicBezTo>
                  <a:cubicBezTo>
                    <a:pt x="9311" y="478"/>
                    <a:pt x="8963" y="827"/>
                    <a:pt x="8551" y="1048"/>
                  </a:cubicBezTo>
                  <a:cubicBezTo>
                    <a:pt x="8334" y="1164"/>
                    <a:pt x="8131" y="1220"/>
                    <a:pt x="7941" y="1220"/>
                  </a:cubicBezTo>
                  <a:cubicBezTo>
                    <a:pt x="7714" y="1220"/>
                    <a:pt x="7505" y="1140"/>
                    <a:pt x="7316" y="985"/>
                  </a:cubicBezTo>
                  <a:cubicBezTo>
                    <a:pt x="6936" y="700"/>
                    <a:pt x="6682" y="352"/>
                    <a:pt x="6271" y="288"/>
                  </a:cubicBezTo>
                  <a:cubicBezTo>
                    <a:pt x="4941" y="67"/>
                    <a:pt x="3325" y="35"/>
                    <a:pt x="1647" y="3"/>
                  </a:cubicBezTo>
                  <a:cubicBezTo>
                    <a:pt x="1600" y="1"/>
                    <a:pt x="1553" y="0"/>
                    <a:pt x="1508"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2"/>
            <p:cNvSpPr/>
            <p:nvPr/>
          </p:nvSpPr>
          <p:spPr>
            <a:xfrm>
              <a:off x="5192035" y="3236636"/>
              <a:ext cx="91246" cy="48360"/>
            </a:xfrm>
            <a:custGeom>
              <a:avLst/>
              <a:gdLst/>
              <a:ahLst/>
              <a:cxnLst/>
              <a:rect l="l" t="t" r="r" b="b"/>
              <a:pathLst>
                <a:path w="2851" h="1511" extrusionOk="0">
                  <a:moveTo>
                    <a:pt x="583" y="1"/>
                  </a:moveTo>
                  <a:cubicBezTo>
                    <a:pt x="530" y="1"/>
                    <a:pt x="477" y="25"/>
                    <a:pt x="444" y="80"/>
                  </a:cubicBezTo>
                  <a:cubicBezTo>
                    <a:pt x="1" y="651"/>
                    <a:pt x="444" y="1284"/>
                    <a:pt x="951" y="1442"/>
                  </a:cubicBezTo>
                  <a:cubicBezTo>
                    <a:pt x="1126" y="1488"/>
                    <a:pt x="1302" y="1510"/>
                    <a:pt x="1478" y="1510"/>
                  </a:cubicBezTo>
                  <a:cubicBezTo>
                    <a:pt x="1904" y="1510"/>
                    <a:pt x="2330" y="1381"/>
                    <a:pt x="2756" y="1157"/>
                  </a:cubicBezTo>
                  <a:cubicBezTo>
                    <a:pt x="2851" y="1094"/>
                    <a:pt x="2724" y="936"/>
                    <a:pt x="2597" y="936"/>
                  </a:cubicBezTo>
                  <a:cubicBezTo>
                    <a:pt x="2568" y="933"/>
                    <a:pt x="2538" y="931"/>
                    <a:pt x="2506" y="931"/>
                  </a:cubicBezTo>
                  <a:cubicBezTo>
                    <a:pt x="2257" y="931"/>
                    <a:pt x="1951" y="1014"/>
                    <a:pt x="1692" y="1014"/>
                  </a:cubicBezTo>
                  <a:cubicBezTo>
                    <a:pt x="1632" y="1014"/>
                    <a:pt x="1574" y="1010"/>
                    <a:pt x="1521" y="999"/>
                  </a:cubicBezTo>
                  <a:cubicBezTo>
                    <a:pt x="1236" y="904"/>
                    <a:pt x="666" y="619"/>
                    <a:pt x="761" y="207"/>
                  </a:cubicBezTo>
                  <a:cubicBezTo>
                    <a:pt x="781" y="84"/>
                    <a:pt x="682" y="1"/>
                    <a:pt x="583" y="1"/>
                  </a:cubicBez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2"/>
            <p:cNvSpPr/>
            <p:nvPr/>
          </p:nvSpPr>
          <p:spPr>
            <a:xfrm>
              <a:off x="5095764" y="3212280"/>
              <a:ext cx="368954" cy="221027"/>
            </a:xfrm>
            <a:custGeom>
              <a:avLst/>
              <a:gdLst/>
              <a:ahLst/>
              <a:cxnLst/>
              <a:rect l="l" t="t" r="r" b="b"/>
              <a:pathLst>
                <a:path w="11528" h="6906" extrusionOk="0">
                  <a:moveTo>
                    <a:pt x="2484" y="1"/>
                  </a:moveTo>
                  <a:cubicBezTo>
                    <a:pt x="1195" y="1"/>
                    <a:pt x="222" y="176"/>
                    <a:pt x="222" y="176"/>
                  </a:cubicBezTo>
                  <a:cubicBezTo>
                    <a:pt x="0" y="3470"/>
                    <a:pt x="1393" y="5623"/>
                    <a:pt x="1393" y="5623"/>
                  </a:cubicBezTo>
                  <a:cubicBezTo>
                    <a:pt x="1393" y="5623"/>
                    <a:pt x="3135" y="6605"/>
                    <a:pt x="5605" y="6859"/>
                  </a:cubicBezTo>
                  <a:cubicBezTo>
                    <a:pt x="5859" y="6891"/>
                    <a:pt x="6145" y="6906"/>
                    <a:pt x="6452" y="6906"/>
                  </a:cubicBezTo>
                  <a:cubicBezTo>
                    <a:pt x="8525" y="6906"/>
                    <a:pt x="11528" y="6257"/>
                    <a:pt x="11528" y="6257"/>
                  </a:cubicBezTo>
                  <a:lnTo>
                    <a:pt x="11369" y="905"/>
                  </a:lnTo>
                  <a:cubicBezTo>
                    <a:pt x="11369" y="905"/>
                    <a:pt x="6207" y="398"/>
                    <a:pt x="4180" y="113"/>
                  </a:cubicBezTo>
                  <a:cubicBezTo>
                    <a:pt x="3592" y="30"/>
                    <a:pt x="3012" y="1"/>
                    <a:pt x="2484"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2"/>
            <p:cNvSpPr/>
            <p:nvPr/>
          </p:nvSpPr>
          <p:spPr>
            <a:xfrm>
              <a:off x="5445419" y="3082084"/>
              <a:ext cx="133845" cy="190590"/>
            </a:xfrm>
            <a:custGeom>
              <a:avLst/>
              <a:gdLst/>
              <a:ahLst/>
              <a:cxnLst/>
              <a:rect l="l" t="t" r="r" b="b"/>
              <a:pathLst>
                <a:path w="4182" h="5955" extrusionOk="0">
                  <a:moveTo>
                    <a:pt x="4181" y="1"/>
                  </a:moveTo>
                  <a:lnTo>
                    <a:pt x="4181" y="1"/>
                  </a:lnTo>
                  <a:cubicBezTo>
                    <a:pt x="3294" y="444"/>
                    <a:pt x="1" y="5353"/>
                    <a:pt x="1" y="5353"/>
                  </a:cubicBezTo>
                  <a:lnTo>
                    <a:pt x="159" y="5955"/>
                  </a:lnTo>
                  <a:lnTo>
                    <a:pt x="3643" y="1173"/>
                  </a:lnTo>
                  <a:cubicBezTo>
                    <a:pt x="3643" y="1173"/>
                    <a:pt x="3896" y="603"/>
                    <a:pt x="4181"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2"/>
            <p:cNvSpPr/>
            <p:nvPr/>
          </p:nvSpPr>
          <p:spPr>
            <a:xfrm>
              <a:off x="5441386" y="3398326"/>
              <a:ext cx="97327" cy="17251"/>
            </a:xfrm>
            <a:custGeom>
              <a:avLst/>
              <a:gdLst/>
              <a:ahLst/>
              <a:cxnLst/>
              <a:rect l="l" t="t" r="r" b="b"/>
              <a:pathLst>
                <a:path w="3041" h="539" extrusionOk="0">
                  <a:moveTo>
                    <a:pt x="412" y="1"/>
                  </a:moveTo>
                  <a:lnTo>
                    <a:pt x="0" y="539"/>
                  </a:lnTo>
                  <a:cubicBezTo>
                    <a:pt x="0" y="539"/>
                    <a:pt x="1647" y="539"/>
                    <a:pt x="2597" y="412"/>
                  </a:cubicBezTo>
                  <a:cubicBezTo>
                    <a:pt x="2787" y="286"/>
                    <a:pt x="2977" y="96"/>
                    <a:pt x="3040" y="1"/>
                  </a:cubicBezTo>
                  <a:lnTo>
                    <a:pt x="3040" y="1"/>
                  </a:lnTo>
                  <a:cubicBezTo>
                    <a:pt x="2819" y="22"/>
                    <a:pt x="2453" y="29"/>
                    <a:pt x="2063" y="29"/>
                  </a:cubicBezTo>
                  <a:cubicBezTo>
                    <a:pt x="1285" y="29"/>
                    <a:pt x="412" y="1"/>
                    <a:pt x="412"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2"/>
            <p:cNvSpPr/>
            <p:nvPr/>
          </p:nvSpPr>
          <p:spPr>
            <a:xfrm>
              <a:off x="4053842" y="3776817"/>
              <a:ext cx="343606" cy="293518"/>
            </a:xfrm>
            <a:custGeom>
              <a:avLst/>
              <a:gdLst/>
              <a:ahLst/>
              <a:cxnLst/>
              <a:rect l="l" t="t" r="r" b="b"/>
              <a:pathLst>
                <a:path w="10736" h="9171" extrusionOk="0">
                  <a:moveTo>
                    <a:pt x="3505" y="0"/>
                  </a:moveTo>
                  <a:cubicBezTo>
                    <a:pt x="3249" y="0"/>
                    <a:pt x="3042" y="34"/>
                    <a:pt x="2913" y="114"/>
                  </a:cubicBezTo>
                  <a:cubicBezTo>
                    <a:pt x="2216" y="525"/>
                    <a:pt x="1044" y="1254"/>
                    <a:pt x="633" y="2204"/>
                  </a:cubicBezTo>
                  <a:cubicBezTo>
                    <a:pt x="394" y="2681"/>
                    <a:pt x="1" y="3512"/>
                    <a:pt x="434" y="3512"/>
                  </a:cubicBezTo>
                  <a:cubicBezTo>
                    <a:pt x="519" y="3512"/>
                    <a:pt x="635" y="3480"/>
                    <a:pt x="791" y="3407"/>
                  </a:cubicBezTo>
                  <a:cubicBezTo>
                    <a:pt x="1709" y="2996"/>
                    <a:pt x="2913" y="2204"/>
                    <a:pt x="2913" y="2204"/>
                  </a:cubicBezTo>
                  <a:cubicBezTo>
                    <a:pt x="2913" y="2204"/>
                    <a:pt x="3104" y="2190"/>
                    <a:pt x="3367" y="2190"/>
                  </a:cubicBezTo>
                  <a:cubicBezTo>
                    <a:pt x="3805" y="2190"/>
                    <a:pt x="4441" y="2228"/>
                    <a:pt x="4718" y="2426"/>
                  </a:cubicBezTo>
                  <a:cubicBezTo>
                    <a:pt x="5154" y="2716"/>
                    <a:pt x="5751" y="3782"/>
                    <a:pt x="5232" y="3782"/>
                  </a:cubicBezTo>
                  <a:cubicBezTo>
                    <a:pt x="5186" y="3782"/>
                    <a:pt x="5131" y="3774"/>
                    <a:pt x="5066" y="3756"/>
                  </a:cubicBezTo>
                  <a:cubicBezTo>
                    <a:pt x="4343" y="3589"/>
                    <a:pt x="3547" y="3226"/>
                    <a:pt x="2978" y="3226"/>
                  </a:cubicBezTo>
                  <a:cubicBezTo>
                    <a:pt x="2899" y="3226"/>
                    <a:pt x="2824" y="3233"/>
                    <a:pt x="2754" y="3249"/>
                  </a:cubicBezTo>
                  <a:cubicBezTo>
                    <a:pt x="2153" y="3376"/>
                    <a:pt x="1013" y="4231"/>
                    <a:pt x="759" y="4547"/>
                  </a:cubicBezTo>
                  <a:cubicBezTo>
                    <a:pt x="609" y="4698"/>
                    <a:pt x="935" y="5166"/>
                    <a:pt x="1643" y="5166"/>
                  </a:cubicBezTo>
                  <a:cubicBezTo>
                    <a:pt x="1829" y="5166"/>
                    <a:pt x="2042" y="5133"/>
                    <a:pt x="2279" y="5054"/>
                  </a:cubicBezTo>
                  <a:cubicBezTo>
                    <a:pt x="2405" y="5014"/>
                    <a:pt x="2526" y="4996"/>
                    <a:pt x="2643" y="4996"/>
                  </a:cubicBezTo>
                  <a:cubicBezTo>
                    <a:pt x="3738" y="4996"/>
                    <a:pt x="4496" y="6591"/>
                    <a:pt x="5383" y="7049"/>
                  </a:cubicBezTo>
                  <a:cubicBezTo>
                    <a:pt x="6301" y="7524"/>
                    <a:pt x="9025" y="9171"/>
                    <a:pt x="9025" y="9171"/>
                  </a:cubicBezTo>
                  <a:lnTo>
                    <a:pt x="10735" y="3819"/>
                  </a:lnTo>
                  <a:cubicBezTo>
                    <a:pt x="10735" y="3819"/>
                    <a:pt x="8138" y="1032"/>
                    <a:pt x="7220" y="779"/>
                  </a:cubicBezTo>
                  <a:cubicBezTo>
                    <a:pt x="6480" y="575"/>
                    <a:pt x="4568" y="0"/>
                    <a:pt x="3505" y="0"/>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2"/>
            <p:cNvSpPr/>
            <p:nvPr/>
          </p:nvSpPr>
          <p:spPr>
            <a:xfrm>
              <a:off x="4318331" y="3607126"/>
              <a:ext cx="684203" cy="628642"/>
            </a:xfrm>
            <a:custGeom>
              <a:avLst/>
              <a:gdLst/>
              <a:ahLst/>
              <a:cxnLst/>
              <a:rect l="l" t="t" r="r" b="b"/>
              <a:pathLst>
                <a:path w="21378" h="19642" extrusionOk="0">
                  <a:moveTo>
                    <a:pt x="19667" y="0"/>
                  </a:moveTo>
                  <a:cubicBezTo>
                    <a:pt x="18021" y="1679"/>
                    <a:pt x="14917" y="7854"/>
                    <a:pt x="12193" y="13206"/>
                  </a:cubicBezTo>
                  <a:cubicBezTo>
                    <a:pt x="8045" y="10926"/>
                    <a:pt x="2376" y="8234"/>
                    <a:pt x="2376" y="8234"/>
                  </a:cubicBezTo>
                  <a:lnTo>
                    <a:pt x="1" y="13333"/>
                  </a:lnTo>
                  <a:cubicBezTo>
                    <a:pt x="2451" y="14635"/>
                    <a:pt x="12005" y="19642"/>
                    <a:pt x="13235" y="19642"/>
                  </a:cubicBezTo>
                  <a:cubicBezTo>
                    <a:pt x="13261" y="19642"/>
                    <a:pt x="13283" y="19640"/>
                    <a:pt x="13302" y="19635"/>
                  </a:cubicBezTo>
                  <a:cubicBezTo>
                    <a:pt x="14315" y="19350"/>
                    <a:pt x="16976" y="15170"/>
                    <a:pt x="18274" y="12351"/>
                  </a:cubicBezTo>
                  <a:cubicBezTo>
                    <a:pt x="19129" y="10483"/>
                    <a:pt x="20522" y="7094"/>
                    <a:pt x="21346" y="5067"/>
                  </a:cubicBezTo>
                  <a:cubicBezTo>
                    <a:pt x="21378" y="2439"/>
                    <a:pt x="21029" y="285"/>
                    <a:pt x="19667"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2"/>
            <p:cNvSpPr/>
            <p:nvPr/>
          </p:nvSpPr>
          <p:spPr>
            <a:xfrm>
              <a:off x="4291991" y="3742923"/>
              <a:ext cx="679114" cy="577722"/>
            </a:xfrm>
            <a:custGeom>
              <a:avLst/>
              <a:gdLst/>
              <a:ahLst/>
              <a:cxnLst/>
              <a:rect l="l" t="t" r="r" b="b"/>
              <a:pathLst>
                <a:path w="21219" h="18051" extrusionOk="0">
                  <a:moveTo>
                    <a:pt x="21219" y="1"/>
                  </a:moveTo>
                  <a:lnTo>
                    <a:pt x="21219" y="1"/>
                  </a:lnTo>
                  <a:cubicBezTo>
                    <a:pt x="19984" y="1458"/>
                    <a:pt x="19287" y="3485"/>
                    <a:pt x="18020" y="8108"/>
                  </a:cubicBezTo>
                  <a:cubicBezTo>
                    <a:pt x="17197" y="11085"/>
                    <a:pt x="15138" y="15107"/>
                    <a:pt x="14125" y="15392"/>
                  </a:cubicBezTo>
                  <a:cubicBezTo>
                    <a:pt x="14106" y="15397"/>
                    <a:pt x="14084" y="15399"/>
                    <a:pt x="14058" y="15399"/>
                  </a:cubicBezTo>
                  <a:cubicBezTo>
                    <a:pt x="12828" y="15399"/>
                    <a:pt x="3274" y="10392"/>
                    <a:pt x="824" y="9090"/>
                  </a:cubicBezTo>
                  <a:lnTo>
                    <a:pt x="0" y="10895"/>
                  </a:lnTo>
                  <a:cubicBezTo>
                    <a:pt x="0" y="10926"/>
                    <a:pt x="9598" y="18051"/>
                    <a:pt x="13805" y="18051"/>
                  </a:cubicBezTo>
                  <a:cubicBezTo>
                    <a:pt x="13962" y="18051"/>
                    <a:pt x="14111" y="18041"/>
                    <a:pt x="14252" y="18021"/>
                  </a:cubicBezTo>
                  <a:cubicBezTo>
                    <a:pt x="16595" y="17672"/>
                    <a:pt x="20744" y="10927"/>
                    <a:pt x="20744" y="10927"/>
                  </a:cubicBezTo>
                  <a:cubicBezTo>
                    <a:pt x="20744" y="10927"/>
                    <a:pt x="21124" y="4435"/>
                    <a:pt x="21219" y="1"/>
                  </a:cubicBez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2"/>
            <p:cNvSpPr/>
            <p:nvPr/>
          </p:nvSpPr>
          <p:spPr>
            <a:xfrm>
              <a:off x="4903158" y="3552398"/>
              <a:ext cx="879817" cy="1142002"/>
            </a:xfrm>
            <a:custGeom>
              <a:avLst/>
              <a:gdLst/>
              <a:ahLst/>
              <a:cxnLst/>
              <a:rect l="l" t="t" r="r" b="b"/>
              <a:pathLst>
                <a:path w="27490" h="35682" extrusionOk="0">
                  <a:moveTo>
                    <a:pt x="9280" y="0"/>
                  </a:moveTo>
                  <a:lnTo>
                    <a:pt x="1394" y="1710"/>
                  </a:lnTo>
                  <a:lnTo>
                    <a:pt x="1" y="32841"/>
                  </a:lnTo>
                  <a:cubicBezTo>
                    <a:pt x="1" y="32841"/>
                    <a:pt x="2693" y="35374"/>
                    <a:pt x="15170" y="35659"/>
                  </a:cubicBezTo>
                  <a:cubicBezTo>
                    <a:pt x="15759" y="35674"/>
                    <a:pt x="16327" y="35681"/>
                    <a:pt x="16877" y="35681"/>
                  </a:cubicBezTo>
                  <a:cubicBezTo>
                    <a:pt x="19818" y="35681"/>
                    <a:pt x="22212" y="35478"/>
                    <a:pt x="24133" y="35184"/>
                  </a:cubicBezTo>
                  <a:cubicBezTo>
                    <a:pt x="24006" y="32081"/>
                    <a:pt x="23974" y="28977"/>
                    <a:pt x="23974" y="25874"/>
                  </a:cubicBezTo>
                  <a:cubicBezTo>
                    <a:pt x="24006" y="21788"/>
                    <a:pt x="23943" y="17671"/>
                    <a:pt x="24259" y="13618"/>
                  </a:cubicBezTo>
                  <a:cubicBezTo>
                    <a:pt x="24449" y="10768"/>
                    <a:pt x="24544" y="5036"/>
                    <a:pt x="27490" y="3230"/>
                  </a:cubicBezTo>
                  <a:cubicBezTo>
                    <a:pt x="25463" y="2439"/>
                    <a:pt x="21694" y="1267"/>
                    <a:pt x="21694" y="1267"/>
                  </a:cubicBezTo>
                  <a:cubicBezTo>
                    <a:pt x="21694" y="1267"/>
                    <a:pt x="16726" y="2983"/>
                    <a:pt x="13502" y="2983"/>
                  </a:cubicBezTo>
                  <a:cubicBezTo>
                    <a:pt x="12908" y="2983"/>
                    <a:pt x="12374" y="2925"/>
                    <a:pt x="11940" y="2787"/>
                  </a:cubicBezTo>
                  <a:cubicBezTo>
                    <a:pt x="9122" y="1900"/>
                    <a:pt x="9280" y="0"/>
                    <a:pt x="9280"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2"/>
            <p:cNvSpPr/>
            <p:nvPr/>
          </p:nvSpPr>
          <p:spPr>
            <a:xfrm>
              <a:off x="5129210" y="3551373"/>
              <a:ext cx="337525" cy="719664"/>
            </a:xfrm>
            <a:custGeom>
              <a:avLst/>
              <a:gdLst/>
              <a:ahLst/>
              <a:cxnLst/>
              <a:rect l="l" t="t" r="r" b="b"/>
              <a:pathLst>
                <a:path w="10546" h="22486" extrusionOk="0">
                  <a:moveTo>
                    <a:pt x="4655" y="1"/>
                  </a:moveTo>
                  <a:lnTo>
                    <a:pt x="1362" y="1267"/>
                  </a:lnTo>
                  <a:cubicBezTo>
                    <a:pt x="1362" y="1267"/>
                    <a:pt x="1140" y="5733"/>
                    <a:pt x="570" y="9786"/>
                  </a:cubicBezTo>
                  <a:cubicBezTo>
                    <a:pt x="0" y="13871"/>
                    <a:pt x="2344" y="22485"/>
                    <a:pt x="2344" y="22485"/>
                  </a:cubicBezTo>
                  <a:lnTo>
                    <a:pt x="10546" y="5131"/>
                  </a:lnTo>
                  <a:lnTo>
                    <a:pt x="6334" y="666"/>
                  </a:lnTo>
                  <a:lnTo>
                    <a:pt x="46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2"/>
            <p:cNvSpPr/>
            <p:nvPr/>
          </p:nvSpPr>
          <p:spPr>
            <a:xfrm>
              <a:off x="5232586" y="3565552"/>
              <a:ext cx="117586" cy="138902"/>
            </a:xfrm>
            <a:custGeom>
              <a:avLst/>
              <a:gdLst/>
              <a:ahLst/>
              <a:cxnLst/>
              <a:rect l="l" t="t" r="r" b="b"/>
              <a:pathLst>
                <a:path w="3674" h="4340" extrusionOk="0">
                  <a:moveTo>
                    <a:pt x="2027" y="1"/>
                  </a:moveTo>
                  <a:lnTo>
                    <a:pt x="0" y="1648"/>
                  </a:lnTo>
                  <a:lnTo>
                    <a:pt x="570" y="4181"/>
                  </a:lnTo>
                  <a:lnTo>
                    <a:pt x="2471" y="4340"/>
                  </a:lnTo>
                  <a:lnTo>
                    <a:pt x="3674" y="1838"/>
                  </a:lnTo>
                  <a:lnTo>
                    <a:pt x="2027" y="1"/>
                  </a:ln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2"/>
            <p:cNvSpPr/>
            <p:nvPr/>
          </p:nvSpPr>
          <p:spPr>
            <a:xfrm>
              <a:off x="5157566" y="3687203"/>
              <a:ext cx="192606" cy="583835"/>
            </a:xfrm>
            <a:custGeom>
              <a:avLst/>
              <a:gdLst/>
              <a:ahLst/>
              <a:cxnLst/>
              <a:rect l="l" t="t" r="r" b="b"/>
              <a:pathLst>
                <a:path w="6018" h="18242" extrusionOk="0">
                  <a:moveTo>
                    <a:pt x="3009" y="0"/>
                  </a:moveTo>
                  <a:lnTo>
                    <a:pt x="1" y="6619"/>
                  </a:lnTo>
                  <a:lnTo>
                    <a:pt x="1458" y="18241"/>
                  </a:lnTo>
                  <a:lnTo>
                    <a:pt x="6018" y="7126"/>
                  </a:lnTo>
                  <a:lnTo>
                    <a:pt x="4656" y="190"/>
                  </a:lnTo>
                  <a:lnTo>
                    <a:pt x="3009" y="0"/>
                  </a:ln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2"/>
            <p:cNvSpPr/>
            <p:nvPr/>
          </p:nvSpPr>
          <p:spPr>
            <a:xfrm>
              <a:off x="5172768" y="3480418"/>
              <a:ext cx="134837" cy="222019"/>
            </a:xfrm>
            <a:custGeom>
              <a:avLst/>
              <a:gdLst/>
              <a:ahLst/>
              <a:cxnLst/>
              <a:rect l="l" t="t" r="r" b="b"/>
              <a:pathLst>
                <a:path w="4213" h="6937" extrusionOk="0">
                  <a:moveTo>
                    <a:pt x="983" y="1"/>
                  </a:moveTo>
                  <a:lnTo>
                    <a:pt x="1" y="6936"/>
                  </a:lnTo>
                  <a:lnTo>
                    <a:pt x="1" y="6936"/>
                  </a:lnTo>
                  <a:lnTo>
                    <a:pt x="4213" y="2566"/>
                  </a:lnTo>
                  <a:lnTo>
                    <a:pt x="983" y="1"/>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2"/>
            <p:cNvSpPr/>
            <p:nvPr/>
          </p:nvSpPr>
          <p:spPr>
            <a:xfrm>
              <a:off x="5292371" y="3494629"/>
              <a:ext cx="222019" cy="220963"/>
            </a:xfrm>
            <a:custGeom>
              <a:avLst/>
              <a:gdLst/>
              <a:ahLst/>
              <a:cxnLst/>
              <a:rect l="l" t="t" r="r" b="b"/>
              <a:pathLst>
                <a:path w="6937" h="6904" extrusionOk="0">
                  <a:moveTo>
                    <a:pt x="6936" y="0"/>
                  </a:moveTo>
                  <a:lnTo>
                    <a:pt x="1" y="2122"/>
                  </a:lnTo>
                  <a:lnTo>
                    <a:pt x="3009" y="6904"/>
                  </a:lnTo>
                  <a:lnTo>
                    <a:pt x="6936"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2"/>
            <p:cNvSpPr/>
            <p:nvPr/>
          </p:nvSpPr>
          <p:spPr>
            <a:xfrm>
              <a:off x="5001478" y="3458111"/>
              <a:ext cx="215938" cy="812927"/>
            </a:xfrm>
            <a:custGeom>
              <a:avLst/>
              <a:gdLst/>
              <a:ahLst/>
              <a:cxnLst/>
              <a:rect l="l" t="t" r="r" b="b"/>
              <a:pathLst>
                <a:path w="6747" h="25400" extrusionOk="0">
                  <a:moveTo>
                    <a:pt x="6746" y="1"/>
                  </a:moveTo>
                  <a:cubicBezTo>
                    <a:pt x="6746" y="1"/>
                    <a:pt x="4181" y="951"/>
                    <a:pt x="2249" y="3136"/>
                  </a:cubicBezTo>
                  <a:cubicBezTo>
                    <a:pt x="349" y="5321"/>
                    <a:pt x="1" y="7348"/>
                    <a:pt x="1" y="7348"/>
                  </a:cubicBezTo>
                  <a:lnTo>
                    <a:pt x="3326" y="8552"/>
                  </a:lnTo>
                  <a:lnTo>
                    <a:pt x="1" y="10072"/>
                  </a:lnTo>
                  <a:lnTo>
                    <a:pt x="6335" y="25399"/>
                  </a:lnTo>
                  <a:cubicBezTo>
                    <a:pt x="6335" y="25399"/>
                    <a:pt x="5701" y="10642"/>
                    <a:pt x="6335" y="5860"/>
                  </a:cubicBezTo>
                  <a:cubicBezTo>
                    <a:pt x="6651" y="3580"/>
                    <a:pt x="6746" y="1"/>
                    <a:pt x="6746" y="1"/>
                  </a:cubicBez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2"/>
            <p:cNvSpPr/>
            <p:nvPr/>
          </p:nvSpPr>
          <p:spPr>
            <a:xfrm>
              <a:off x="5204197" y="3436828"/>
              <a:ext cx="435876" cy="834210"/>
            </a:xfrm>
            <a:custGeom>
              <a:avLst/>
              <a:gdLst/>
              <a:ahLst/>
              <a:cxnLst/>
              <a:rect l="l" t="t" r="r" b="b"/>
              <a:pathLst>
                <a:path w="13619" h="26065" extrusionOk="0">
                  <a:moveTo>
                    <a:pt x="10071" y="1"/>
                  </a:moveTo>
                  <a:cubicBezTo>
                    <a:pt x="10071" y="1"/>
                    <a:pt x="6905" y="5670"/>
                    <a:pt x="5226" y="9755"/>
                  </a:cubicBezTo>
                  <a:cubicBezTo>
                    <a:pt x="2724" y="15804"/>
                    <a:pt x="1" y="26064"/>
                    <a:pt x="1" y="26064"/>
                  </a:cubicBezTo>
                  <a:lnTo>
                    <a:pt x="10198" y="13587"/>
                  </a:lnTo>
                  <a:lnTo>
                    <a:pt x="8076" y="10262"/>
                  </a:lnTo>
                  <a:lnTo>
                    <a:pt x="12288" y="9597"/>
                  </a:lnTo>
                  <a:cubicBezTo>
                    <a:pt x="12288" y="9597"/>
                    <a:pt x="13618" y="6050"/>
                    <a:pt x="13618" y="4593"/>
                  </a:cubicBezTo>
                  <a:cubicBezTo>
                    <a:pt x="13618" y="2059"/>
                    <a:pt x="10071" y="1"/>
                    <a:pt x="10071" y="1"/>
                  </a:cubicBez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2"/>
            <p:cNvSpPr/>
            <p:nvPr/>
          </p:nvSpPr>
          <p:spPr>
            <a:xfrm>
              <a:off x="5597475" y="3749004"/>
              <a:ext cx="136853" cy="938611"/>
            </a:xfrm>
            <a:custGeom>
              <a:avLst/>
              <a:gdLst/>
              <a:ahLst/>
              <a:cxnLst/>
              <a:rect l="l" t="t" r="r" b="b"/>
              <a:pathLst>
                <a:path w="4276" h="29327" extrusionOk="0">
                  <a:moveTo>
                    <a:pt x="4276" y="1"/>
                  </a:moveTo>
                  <a:cubicBezTo>
                    <a:pt x="4275" y="1"/>
                    <a:pt x="1330" y="2155"/>
                    <a:pt x="634" y="10737"/>
                  </a:cubicBezTo>
                  <a:cubicBezTo>
                    <a:pt x="95" y="17260"/>
                    <a:pt x="0" y="29326"/>
                    <a:pt x="0" y="29326"/>
                  </a:cubicBezTo>
                  <a:lnTo>
                    <a:pt x="2692" y="28978"/>
                  </a:lnTo>
                  <a:cubicBezTo>
                    <a:pt x="2692" y="28978"/>
                    <a:pt x="2629" y="22518"/>
                    <a:pt x="2882" y="13777"/>
                  </a:cubicBezTo>
                  <a:cubicBezTo>
                    <a:pt x="3135" y="5195"/>
                    <a:pt x="4275" y="1"/>
                    <a:pt x="4276" y="1"/>
                  </a:cubicBezTo>
                  <a:close/>
                </a:path>
              </a:pathLst>
            </a:custGeom>
            <a:solidFill>
              <a:srgbClr val="BC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2"/>
            <p:cNvSpPr/>
            <p:nvPr/>
          </p:nvSpPr>
          <p:spPr>
            <a:xfrm>
              <a:off x="4604168" y="3659838"/>
              <a:ext cx="75052" cy="185501"/>
            </a:xfrm>
            <a:custGeom>
              <a:avLst/>
              <a:gdLst/>
              <a:ahLst/>
              <a:cxnLst/>
              <a:rect l="l" t="t" r="r" b="b"/>
              <a:pathLst>
                <a:path w="2345" h="5796" extrusionOk="0">
                  <a:moveTo>
                    <a:pt x="286" y="0"/>
                  </a:moveTo>
                  <a:lnTo>
                    <a:pt x="1" y="127"/>
                  </a:lnTo>
                  <a:lnTo>
                    <a:pt x="2027" y="5795"/>
                  </a:lnTo>
                  <a:lnTo>
                    <a:pt x="2344" y="5669"/>
                  </a:lnTo>
                  <a:lnTo>
                    <a:pt x="286"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2"/>
            <p:cNvSpPr/>
            <p:nvPr/>
          </p:nvSpPr>
          <p:spPr>
            <a:xfrm>
              <a:off x="4626475" y="3755085"/>
              <a:ext cx="59817" cy="76076"/>
            </a:xfrm>
            <a:custGeom>
              <a:avLst/>
              <a:gdLst/>
              <a:ahLst/>
              <a:cxnLst/>
              <a:rect l="l" t="t" r="r" b="b"/>
              <a:pathLst>
                <a:path w="1869" h="2377" extrusionOk="0">
                  <a:moveTo>
                    <a:pt x="1140" y="1"/>
                  </a:moveTo>
                  <a:lnTo>
                    <a:pt x="0" y="413"/>
                  </a:lnTo>
                  <a:lnTo>
                    <a:pt x="697" y="2376"/>
                  </a:lnTo>
                  <a:lnTo>
                    <a:pt x="1869" y="1964"/>
                  </a:lnTo>
                  <a:lnTo>
                    <a:pt x="1140" y="1"/>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2"/>
            <p:cNvSpPr/>
            <p:nvPr/>
          </p:nvSpPr>
          <p:spPr>
            <a:xfrm>
              <a:off x="4723770" y="4067262"/>
              <a:ext cx="77068" cy="41607"/>
            </a:xfrm>
            <a:custGeom>
              <a:avLst/>
              <a:gdLst/>
              <a:ahLst/>
              <a:cxnLst/>
              <a:rect l="l" t="t" r="r" b="b"/>
              <a:pathLst>
                <a:path w="2408" h="1300" extrusionOk="0">
                  <a:moveTo>
                    <a:pt x="2249" y="1"/>
                  </a:moveTo>
                  <a:lnTo>
                    <a:pt x="1" y="793"/>
                  </a:lnTo>
                  <a:lnTo>
                    <a:pt x="191" y="1299"/>
                  </a:lnTo>
                  <a:lnTo>
                    <a:pt x="2407" y="508"/>
                  </a:lnTo>
                  <a:lnTo>
                    <a:pt x="2249" y="1"/>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2"/>
            <p:cNvSpPr/>
            <p:nvPr/>
          </p:nvSpPr>
          <p:spPr>
            <a:xfrm>
              <a:off x="4618346" y="3773328"/>
              <a:ext cx="152088" cy="249383"/>
            </a:xfrm>
            <a:custGeom>
              <a:avLst/>
              <a:gdLst/>
              <a:ahLst/>
              <a:cxnLst/>
              <a:rect l="l" t="t" r="r" b="b"/>
              <a:pathLst>
                <a:path w="4752" h="7792" extrusionOk="0">
                  <a:moveTo>
                    <a:pt x="2249" y="1"/>
                  </a:moveTo>
                  <a:lnTo>
                    <a:pt x="1" y="793"/>
                  </a:lnTo>
                  <a:lnTo>
                    <a:pt x="2534" y="7792"/>
                  </a:lnTo>
                  <a:lnTo>
                    <a:pt x="4751" y="6968"/>
                  </a:lnTo>
                  <a:lnTo>
                    <a:pt x="2249" y="1"/>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2"/>
            <p:cNvSpPr/>
            <p:nvPr/>
          </p:nvSpPr>
          <p:spPr>
            <a:xfrm>
              <a:off x="4682228" y="3927400"/>
              <a:ext cx="73996" cy="79084"/>
            </a:xfrm>
            <a:custGeom>
              <a:avLst/>
              <a:gdLst/>
              <a:ahLst/>
              <a:cxnLst/>
              <a:rect l="l" t="t" r="r" b="b"/>
              <a:pathLst>
                <a:path w="2312" h="2471" extrusionOk="0">
                  <a:moveTo>
                    <a:pt x="1615" y="1"/>
                  </a:moveTo>
                  <a:lnTo>
                    <a:pt x="0" y="571"/>
                  </a:lnTo>
                  <a:lnTo>
                    <a:pt x="697" y="2471"/>
                  </a:lnTo>
                  <a:lnTo>
                    <a:pt x="2312" y="1901"/>
                  </a:lnTo>
                  <a:lnTo>
                    <a:pt x="16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2"/>
            <p:cNvSpPr/>
            <p:nvPr/>
          </p:nvSpPr>
          <p:spPr>
            <a:xfrm>
              <a:off x="4632556" y="3787538"/>
              <a:ext cx="101392" cy="158137"/>
            </a:xfrm>
            <a:custGeom>
              <a:avLst/>
              <a:gdLst/>
              <a:ahLst/>
              <a:cxnLst/>
              <a:rect l="l" t="t" r="r" b="b"/>
              <a:pathLst>
                <a:path w="3168" h="4941" extrusionOk="0">
                  <a:moveTo>
                    <a:pt x="1615" y="0"/>
                  </a:moveTo>
                  <a:lnTo>
                    <a:pt x="0" y="602"/>
                  </a:lnTo>
                  <a:lnTo>
                    <a:pt x="1552" y="4941"/>
                  </a:lnTo>
                  <a:lnTo>
                    <a:pt x="3167" y="4371"/>
                  </a:lnTo>
                  <a:lnTo>
                    <a:pt x="1615" y="0"/>
                  </a:lnTo>
                  <a:close/>
                </a:path>
              </a:pathLst>
            </a:custGeom>
            <a:solidFill>
              <a:srgbClr val="E276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2"/>
            <p:cNvSpPr/>
            <p:nvPr/>
          </p:nvSpPr>
          <p:spPr>
            <a:xfrm>
              <a:off x="4698422" y="3932489"/>
              <a:ext cx="73003" cy="159161"/>
            </a:xfrm>
            <a:custGeom>
              <a:avLst/>
              <a:gdLst/>
              <a:ahLst/>
              <a:cxnLst/>
              <a:rect l="l" t="t" r="r" b="b"/>
              <a:pathLst>
                <a:path w="2281" h="4973" extrusionOk="0">
                  <a:moveTo>
                    <a:pt x="571" y="0"/>
                  </a:moveTo>
                  <a:lnTo>
                    <a:pt x="1" y="222"/>
                  </a:lnTo>
                  <a:lnTo>
                    <a:pt x="1711" y="4972"/>
                  </a:lnTo>
                  <a:lnTo>
                    <a:pt x="2281" y="4750"/>
                  </a:lnTo>
                  <a:lnTo>
                    <a:pt x="571" y="0"/>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2"/>
            <p:cNvSpPr/>
            <p:nvPr/>
          </p:nvSpPr>
          <p:spPr>
            <a:xfrm>
              <a:off x="4670066" y="3915238"/>
              <a:ext cx="77036" cy="42599"/>
            </a:xfrm>
            <a:custGeom>
              <a:avLst/>
              <a:gdLst/>
              <a:ahLst/>
              <a:cxnLst/>
              <a:rect l="l" t="t" r="r" b="b"/>
              <a:pathLst>
                <a:path w="2407" h="1331" extrusionOk="0">
                  <a:moveTo>
                    <a:pt x="2217" y="1"/>
                  </a:moveTo>
                  <a:lnTo>
                    <a:pt x="0" y="824"/>
                  </a:lnTo>
                  <a:lnTo>
                    <a:pt x="158" y="1331"/>
                  </a:lnTo>
                  <a:lnTo>
                    <a:pt x="2407" y="507"/>
                  </a:lnTo>
                  <a:lnTo>
                    <a:pt x="2217" y="1"/>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2"/>
            <p:cNvSpPr/>
            <p:nvPr/>
          </p:nvSpPr>
          <p:spPr>
            <a:xfrm>
              <a:off x="4662961" y="3802101"/>
              <a:ext cx="22339" cy="19683"/>
            </a:xfrm>
            <a:custGeom>
              <a:avLst/>
              <a:gdLst/>
              <a:ahLst/>
              <a:cxnLst/>
              <a:rect l="l" t="t" r="r" b="b"/>
              <a:pathLst>
                <a:path w="698" h="615" extrusionOk="0">
                  <a:moveTo>
                    <a:pt x="354" y="1"/>
                  </a:moveTo>
                  <a:cubicBezTo>
                    <a:pt x="321" y="1"/>
                    <a:pt x="288" y="7"/>
                    <a:pt x="254" y="20"/>
                  </a:cubicBezTo>
                  <a:cubicBezTo>
                    <a:pt x="64" y="84"/>
                    <a:pt x="0" y="242"/>
                    <a:pt x="64" y="400"/>
                  </a:cubicBezTo>
                  <a:cubicBezTo>
                    <a:pt x="87" y="543"/>
                    <a:pt x="200" y="614"/>
                    <a:pt x="322" y="614"/>
                  </a:cubicBezTo>
                  <a:cubicBezTo>
                    <a:pt x="363" y="614"/>
                    <a:pt x="404" y="606"/>
                    <a:pt x="444" y="590"/>
                  </a:cubicBezTo>
                  <a:cubicBezTo>
                    <a:pt x="602" y="559"/>
                    <a:pt x="697" y="369"/>
                    <a:pt x="634" y="210"/>
                  </a:cubicBezTo>
                  <a:cubicBezTo>
                    <a:pt x="584" y="86"/>
                    <a:pt x="475" y="1"/>
                    <a:pt x="3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2"/>
            <p:cNvSpPr/>
            <p:nvPr/>
          </p:nvSpPr>
          <p:spPr>
            <a:xfrm>
              <a:off x="4674098" y="3826808"/>
              <a:ext cx="15234" cy="13730"/>
            </a:xfrm>
            <a:custGeom>
              <a:avLst/>
              <a:gdLst/>
              <a:ahLst/>
              <a:cxnLst/>
              <a:rect l="l" t="t" r="r" b="b"/>
              <a:pathLst>
                <a:path w="476" h="429" extrusionOk="0">
                  <a:moveTo>
                    <a:pt x="226" y="0"/>
                  </a:moveTo>
                  <a:cubicBezTo>
                    <a:pt x="204" y="0"/>
                    <a:pt x="182" y="3"/>
                    <a:pt x="159" y="8"/>
                  </a:cubicBezTo>
                  <a:cubicBezTo>
                    <a:pt x="64" y="72"/>
                    <a:pt x="1" y="167"/>
                    <a:pt x="32" y="293"/>
                  </a:cubicBezTo>
                  <a:cubicBezTo>
                    <a:pt x="85" y="372"/>
                    <a:pt x="158" y="428"/>
                    <a:pt x="253" y="428"/>
                  </a:cubicBezTo>
                  <a:cubicBezTo>
                    <a:pt x="274" y="428"/>
                    <a:pt x="295" y="426"/>
                    <a:pt x="317" y="420"/>
                  </a:cubicBezTo>
                  <a:cubicBezTo>
                    <a:pt x="412" y="357"/>
                    <a:pt x="476" y="262"/>
                    <a:pt x="444" y="135"/>
                  </a:cubicBezTo>
                  <a:cubicBezTo>
                    <a:pt x="418" y="57"/>
                    <a:pt x="328" y="0"/>
                    <a:pt x="2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2"/>
            <p:cNvSpPr/>
            <p:nvPr/>
          </p:nvSpPr>
          <p:spPr>
            <a:xfrm>
              <a:off x="4650799" y="3889890"/>
              <a:ext cx="476394" cy="291950"/>
            </a:xfrm>
            <a:custGeom>
              <a:avLst/>
              <a:gdLst/>
              <a:ahLst/>
              <a:cxnLst/>
              <a:rect l="l" t="t" r="r" b="b"/>
              <a:pathLst>
                <a:path w="14885" h="9122" extrusionOk="0">
                  <a:moveTo>
                    <a:pt x="4300" y="1"/>
                  </a:moveTo>
                  <a:cubicBezTo>
                    <a:pt x="4292" y="1"/>
                    <a:pt x="4284" y="1"/>
                    <a:pt x="4276" y="1"/>
                  </a:cubicBezTo>
                  <a:cubicBezTo>
                    <a:pt x="3611" y="33"/>
                    <a:pt x="1647" y="223"/>
                    <a:pt x="982" y="223"/>
                  </a:cubicBezTo>
                  <a:cubicBezTo>
                    <a:pt x="285" y="254"/>
                    <a:pt x="0" y="951"/>
                    <a:pt x="1267" y="1299"/>
                  </a:cubicBezTo>
                  <a:cubicBezTo>
                    <a:pt x="2566" y="1648"/>
                    <a:pt x="3611" y="1363"/>
                    <a:pt x="4339" y="1743"/>
                  </a:cubicBezTo>
                  <a:cubicBezTo>
                    <a:pt x="4972" y="2091"/>
                    <a:pt x="7126" y="4435"/>
                    <a:pt x="6619" y="5385"/>
                  </a:cubicBezTo>
                  <a:cubicBezTo>
                    <a:pt x="6176" y="6240"/>
                    <a:pt x="2724" y="5923"/>
                    <a:pt x="2186" y="7443"/>
                  </a:cubicBezTo>
                  <a:cubicBezTo>
                    <a:pt x="1953" y="8124"/>
                    <a:pt x="2051" y="8343"/>
                    <a:pt x="2334" y="8343"/>
                  </a:cubicBezTo>
                  <a:cubicBezTo>
                    <a:pt x="2591" y="8343"/>
                    <a:pt x="3000" y="8162"/>
                    <a:pt x="3452" y="7981"/>
                  </a:cubicBezTo>
                  <a:cubicBezTo>
                    <a:pt x="3929" y="7777"/>
                    <a:pt x="4590" y="7655"/>
                    <a:pt x="5212" y="7655"/>
                  </a:cubicBezTo>
                  <a:cubicBezTo>
                    <a:pt x="5746" y="7655"/>
                    <a:pt x="6251" y="7745"/>
                    <a:pt x="6588" y="7950"/>
                  </a:cubicBezTo>
                  <a:cubicBezTo>
                    <a:pt x="6920" y="8140"/>
                    <a:pt x="7672" y="8187"/>
                    <a:pt x="8341" y="8187"/>
                  </a:cubicBezTo>
                  <a:cubicBezTo>
                    <a:pt x="9010" y="8187"/>
                    <a:pt x="9596" y="8140"/>
                    <a:pt x="9596" y="8140"/>
                  </a:cubicBezTo>
                  <a:lnTo>
                    <a:pt x="11243" y="9122"/>
                  </a:lnTo>
                  <a:lnTo>
                    <a:pt x="14885" y="6651"/>
                  </a:lnTo>
                  <a:lnTo>
                    <a:pt x="9786" y="1996"/>
                  </a:lnTo>
                  <a:cubicBezTo>
                    <a:pt x="9786" y="1996"/>
                    <a:pt x="5359" y="1"/>
                    <a:pt x="4300" y="1"/>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2"/>
            <p:cNvSpPr/>
            <p:nvPr/>
          </p:nvSpPr>
          <p:spPr>
            <a:xfrm>
              <a:off x="4971073" y="3655774"/>
              <a:ext cx="889963" cy="778970"/>
            </a:xfrm>
            <a:custGeom>
              <a:avLst/>
              <a:gdLst/>
              <a:ahLst/>
              <a:cxnLst/>
              <a:rect l="l" t="t" r="r" b="b"/>
              <a:pathLst>
                <a:path w="27807" h="24339" extrusionOk="0">
                  <a:moveTo>
                    <a:pt x="25368" y="0"/>
                  </a:moveTo>
                  <a:cubicBezTo>
                    <a:pt x="21631" y="444"/>
                    <a:pt x="19256" y="9881"/>
                    <a:pt x="18242" y="12953"/>
                  </a:cubicBezTo>
                  <a:cubicBezTo>
                    <a:pt x="17260" y="16057"/>
                    <a:pt x="15867" y="19223"/>
                    <a:pt x="15867" y="19223"/>
                  </a:cubicBezTo>
                  <a:lnTo>
                    <a:pt x="2788" y="11750"/>
                  </a:lnTo>
                  <a:lnTo>
                    <a:pt x="1" y="16088"/>
                  </a:lnTo>
                  <a:cubicBezTo>
                    <a:pt x="2154" y="17418"/>
                    <a:pt x="10483" y="22580"/>
                    <a:pt x="13523" y="23625"/>
                  </a:cubicBezTo>
                  <a:cubicBezTo>
                    <a:pt x="14915" y="24100"/>
                    <a:pt x="16065" y="24339"/>
                    <a:pt x="17039" y="24339"/>
                  </a:cubicBezTo>
                  <a:cubicBezTo>
                    <a:pt x="19058" y="24339"/>
                    <a:pt x="20320" y="23312"/>
                    <a:pt x="21409" y="21219"/>
                  </a:cubicBezTo>
                  <a:cubicBezTo>
                    <a:pt x="23341" y="17545"/>
                    <a:pt x="27014" y="7063"/>
                    <a:pt x="27490" y="4497"/>
                  </a:cubicBezTo>
                  <a:cubicBezTo>
                    <a:pt x="27648" y="3642"/>
                    <a:pt x="27743" y="2946"/>
                    <a:pt x="27806" y="2344"/>
                  </a:cubicBezTo>
                  <a:cubicBezTo>
                    <a:pt x="27300" y="1362"/>
                    <a:pt x="26508" y="539"/>
                    <a:pt x="25368"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2"/>
            <p:cNvSpPr/>
            <p:nvPr/>
          </p:nvSpPr>
          <p:spPr>
            <a:xfrm>
              <a:off x="4935611" y="3731786"/>
              <a:ext cx="1014623" cy="804190"/>
            </a:xfrm>
            <a:custGeom>
              <a:avLst/>
              <a:gdLst/>
              <a:ahLst/>
              <a:cxnLst/>
              <a:rect l="l" t="t" r="r" b="b"/>
              <a:pathLst>
                <a:path w="31702" h="25127" extrusionOk="0">
                  <a:moveTo>
                    <a:pt x="28914" y="1"/>
                  </a:moveTo>
                  <a:lnTo>
                    <a:pt x="28914" y="1"/>
                  </a:lnTo>
                  <a:cubicBezTo>
                    <a:pt x="28851" y="571"/>
                    <a:pt x="28756" y="1267"/>
                    <a:pt x="28598" y="2122"/>
                  </a:cubicBezTo>
                  <a:cubicBezTo>
                    <a:pt x="28122" y="4688"/>
                    <a:pt x="24449" y="15170"/>
                    <a:pt x="22517" y="18844"/>
                  </a:cubicBezTo>
                  <a:cubicBezTo>
                    <a:pt x="21428" y="20937"/>
                    <a:pt x="20166" y="21964"/>
                    <a:pt x="18147" y="21964"/>
                  </a:cubicBezTo>
                  <a:cubicBezTo>
                    <a:pt x="17173" y="21964"/>
                    <a:pt x="16023" y="21725"/>
                    <a:pt x="14631" y="21250"/>
                  </a:cubicBezTo>
                  <a:cubicBezTo>
                    <a:pt x="11591" y="20205"/>
                    <a:pt x="3262" y="15043"/>
                    <a:pt x="1109" y="13682"/>
                  </a:cubicBezTo>
                  <a:lnTo>
                    <a:pt x="0" y="15423"/>
                  </a:lnTo>
                  <a:cubicBezTo>
                    <a:pt x="0" y="15423"/>
                    <a:pt x="8519" y="21282"/>
                    <a:pt x="12035" y="23214"/>
                  </a:cubicBezTo>
                  <a:cubicBezTo>
                    <a:pt x="13811" y="24174"/>
                    <a:pt x="15604" y="25126"/>
                    <a:pt x="17420" y="25126"/>
                  </a:cubicBezTo>
                  <a:cubicBezTo>
                    <a:pt x="19199" y="25126"/>
                    <a:pt x="21001" y="24214"/>
                    <a:pt x="22834" y="21504"/>
                  </a:cubicBezTo>
                  <a:cubicBezTo>
                    <a:pt x="25937" y="16912"/>
                    <a:pt x="31701" y="5511"/>
                    <a:pt x="28914" y="1"/>
                  </a:cubicBez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23"/>
          <p:cNvSpPr txBox="1"/>
          <p:nvPr/>
        </p:nvSpPr>
        <p:spPr>
          <a:xfrm>
            <a:off x="0" y="153250"/>
            <a:ext cx="9144000" cy="921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300">
                <a:latin typeface="Fira Sans Extra Condensed Medium"/>
                <a:ea typeface="Fira Sans Extra Condensed Medium"/>
                <a:cs typeface="Fira Sans Extra Condensed Medium"/>
                <a:sym typeface="Fira Sans Extra Condensed Medium"/>
              </a:rPr>
              <a:t>How does the trade-off between the two primary cardiovascular risk factors  between individuals with a normal glucose status versus those with diabetes?</a:t>
            </a:r>
            <a:endParaRPr sz="2300">
              <a:latin typeface="Fira Sans Extra Condensed Medium"/>
              <a:ea typeface="Fira Sans Extra Condensed Medium"/>
              <a:cs typeface="Fira Sans Extra Condensed Medium"/>
              <a:sym typeface="Fira Sans Extra Condensed Medium"/>
            </a:endParaRPr>
          </a:p>
          <a:p>
            <a:pPr marL="0" lvl="0" indent="0" algn="l" rtl="0">
              <a:spcBef>
                <a:spcPts val="0"/>
              </a:spcBef>
              <a:spcAft>
                <a:spcPts val="0"/>
              </a:spcAft>
              <a:buNone/>
            </a:pPr>
            <a:endParaRPr sz="2500">
              <a:latin typeface="Fira Sans Extra Condensed Medium"/>
              <a:ea typeface="Fira Sans Extra Condensed Medium"/>
              <a:cs typeface="Fira Sans Extra Condensed Medium"/>
              <a:sym typeface="Fira Sans Extra Condensed Medium"/>
            </a:endParaRPr>
          </a:p>
        </p:txBody>
      </p:sp>
      <p:pic>
        <p:nvPicPr>
          <p:cNvPr id="658" name="Google Shape;658;p23" title="BPboxplot.png"/>
          <p:cNvPicPr preferRelativeResize="0"/>
          <p:nvPr/>
        </p:nvPicPr>
        <p:blipFill rotWithShape="1">
          <a:blip r:embed="rId3">
            <a:alphaModFix/>
          </a:blip>
          <a:srcRect t="8074" b="8074"/>
          <a:stretch/>
        </p:blipFill>
        <p:spPr>
          <a:xfrm>
            <a:off x="1514301" y="1074850"/>
            <a:ext cx="6115401" cy="3669250"/>
          </a:xfrm>
          <a:prstGeom prst="rect">
            <a:avLst/>
          </a:prstGeom>
          <a:noFill/>
          <a:ln w="114300" cap="flat" cmpd="sng">
            <a:solidFill>
              <a:srgbClr val="30637F"/>
            </a:solidFill>
            <a:prstDash val="solid"/>
            <a:round/>
            <a:headEnd type="none" w="sm" len="sm"/>
            <a:tailEnd type="none" w="sm" len="sm"/>
          </a:ln>
        </p:spPr>
      </p:pic>
      <p:sp>
        <p:nvSpPr>
          <p:cNvPr id="659" name="Google Shape;659;p23"/>
          <p:cNvSpPr/>
          <p:nvPr/>
        </p:nvSpPr>
        <p:spPr>
          <a:xfrm>
            <a:off x="2769775" y="3847600"/>
            <a:ext cx="451200" cy="802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0" name="Google Shape;660;p23"/>
          <p:cNvSpPr/>
          <p:nvPr/>
        </p:nvSpPr>
        <p:spPr>
          <a:xfrm>
            <a:off x="3761875" y="3847600"/>
            <a:ext cx="451200" cy="802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1" name="Google Shape;661;p23"/>
          <p:cNvSpPr/>
          <p:nvPr/>
        </p:nvSpPr>
        <p:spPr>
          <a:xfrm>
            <a:off x="4753975" y="3847600"/>
            <a:ext cx="451200" cy="802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2" name="Google Shape;662;p23"/>
          <p:cNvSpPr/>
          <p:nvPr/>
        </p:nvSpPr>
        <p:spPr>
          <a:xfrm>
            <a:off x="5683425" y="3847600"/>
            <a:ext cx="451200" cy="802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3" name="Google Shape;663;p23"/>
          <p:cNvSpPr/>
          <p:nvPr/>
        </p:nvSpPr>
        <p:spPr>
          <a:xfrm>
            <a:off x="2702625" y="1286375"/>
            <a:ext cx="518400" cy="12078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4" name="Google Shape;664;p23"/>
          <p:cNvSpPr/>
          <p:nvPr/>
        </p:nvSpPr>
        <p:spPr>
          <a:xfrm>
            <a:off x="3694675" y="1286375"/>
            <a:ext cx="518400" cy="12078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5" name="Google Shape;665;p23"/>
          <p:cNvSpPr/>
          <p:nvPr/>
        </p:nvSpPr>
        <p:spPr>
          <a:xfrm>
            <a:off x="4686725" y="1286375"/>
            <a:ext cx="518400" cy="12078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6" name="Google Shape;666;p23"/>
          <p:cNvSpPr/>
          <p:nvPr/>
        </p:nvSpPr>
        <p:spPr>
          <a:xfrm>
            <a:off x="5678775" y="1286375"/>
            <a:ext cx="518400" cy="12078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24"/>
          <p:cNvSpPr/>
          <p:nvPr/>
        </p:nvSpPr>
        <p:spPr>
          <a:xfrm>
            <a:off x="525714" y="1317559"/>
            <a:ext cx="4776607" cy="1555576"/>
          </a:xfrm>
          <a:custGeom>
            <a:avLst/>
            <a:gdLst/>
            <a:ahLst/>
            <a:cxnLst/>
            <a:rect l="l" t="t" r="r" b="b"/>
            <a:pathLst>
              <a:path w="151410" h="49309" extrusionOk="0">
                <a:moveTo>
                  <a:pt x="2819" y="0"/>
                </a:moveTo>
                <a:cubicBezTo>
                  <a:pt x="1267" y="0"/>
                  <a:pt x="0" y="1267"/>
                  <a:pt x="0" y="2819"/>
                </a:cubicBezTo>
                <a:lnTo>
                  <a:pt x="0" y="46522"/>
                </a:lnTo>
                <a:cubicBezTo>
                  <a:pt x="0" y="48073"/>
                  <a:pt x="1267" y="49309"/>
                  <a:pt x="2819" y="49309"/>
                </a:cubicBezTo>
                <a:lnTo>
                  <a:pt x="148591" y="49309"/>
                </a:lnTo>
                <a:cubicBezTo>
                  <a:pt x="150143" y="49309"/>
                  <a:pt x="151410" y="48073"/>
                  <a:pt x="151410" y="46522"/>
                </a:cubicBezTo>
                <a:lnTo>
                  <a:pt x="151410" y="2819"/>
                </a:lnTo>
                <a:cubicBezTo>
                  <a:pt x="151410" y="1267"/>
                  <a:pt x="150143" y="0"/>
                  <a:pt x="14859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4"/>
          <p:cNvSpPr/>
          <p:nvPr/>
        </p:nvSpPr>
        <p:spPr>
          <a:xfrm>
            <a:off x="525714" y="3036961"/>
            <a:ext cx="4776607" cy="1712430"/>
          </a:xfrm>
          <a:custGeom>
            <a:avLst/>
            <a:gdLst/>
            <a:ahLst/>
            <a:cxnLst/>
            <a:rect l="l" t="t" r="r" b="b"/>
            <a:pathLst>
              <a:path w="151410" h="54281" extrusionOk="0">
                <a:moveTo>
                  <a:pt x="2819" y="0"/>
                </a:moveTo>
                <a:cubicBezTo>
                  <a:pt x="1267" y="0"/>
                  <a:pt x="0" y="1267"/>
                  <a:pt x="0" y="2819"/>
                </a:cubicBezTo>
                <a:lnTo>
                  <a:pt x="0" y="51462"/>
                </a:lnTo>
                <a:cubicBezTo>
                  <a:pt x="0" y="53014"/>
                  <a:pt x="1267" y="54281"/>
                  <a:pt x="2819" y="54281"/>
                </a:cubicBezTo>
                <a:lnTo>
                  <a:pt x="148591" y="54281"/>
                </a:lnTo>
                <a:cubicBezTo>
                  <a:pt x="150143" y="54281"/>
                  <a:pt x="151410" y="53014"/>
                  <a:pt x="151410" y="51462"/>
                </a:cubicBezTo>
                <a:lnTo>
                  <a:pt x="151410" y="2819"/>
                </a:lnTo>
                <a:cubicBezTo>
                  <a:pt x="151410" y="1267"/>
                  <a:pt x="150143" y="0"/>
                  <a:pt x="14859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4"/>
          <p:cNvSpPr/>
          <p:nvPr/>
        </p:nvSpPr>
        <p:spPr>
          <a:xfrm>
            <a:off x="5403325" y="1556502"/>
            <a:ext cx="3174120" cy="2701354"/>
          </a:xfrm>
          <a:custGeom>
            <a:avLst/>
            <a:gdLst/>
            <a:ahLst/>
            <a:cxnLst/>
            <a:rect l="l" t="t" r="r" b="b"/>
            <a:pathLst>
              <a:path w="100614" h="108783" extrusionOk="0">
                <a:moveTo>
                  <a:pt x="2788" y="0"/>
                </a:moveTo>
                <a:cubicBezTo>
                  <a:pt x="1268" y="0"/>
                  <a:pt x="1" y="1267"/>
                  <a:pt x="1" y="2819"/>
                </a:cubicBezTo>
                <a:lnTo>
                  <a:pt x="1" y="105964"/>
                </a:lnTo>
                <a:cubicBezTo>
                  <a:pt x="1" y="107516"/>
                  <a:pt x="1268" y="108783"/>
                  <a:pt x="2788" y="108783"/>
                </a:cubicBezTo>
                <a:lnTo>
                  <a:pt x="97795" y="108783"/>
                </a:lnTo>
                <a:cubicBezTo>
                  <a:pt x="99347" y="108783"/>
                  <a:pt x="100614" y="107516"/>
                  <a:pt x="100614" y="105964"/>
                </a:cubicBezTo>
                <a:lnTo>
                  <a:pt x="100614" y="2819"/>
                </a:lnTo>
                <a:cubicBezTo>
                  <a:pt x="100614" y="1267"/>
                  <a:pt x="99347" y="0"/>
                  <a:pt x="97795"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4" name="Google Shape;674;p24"/>
          <p:cNvGrpSpPr/>
          <p:nvPr/>
        </p:nvGrpSpPr>
        <p:grpSpPr>
          <a:xfrm>
            <a:off x="2199171" y="379135"/>
            <a:ext cx="4745659" cy="698399"/>
            <a:chOff x="2130264" y="455335"/>
            <a:chExt cx="4745659" cy="698399"/>
          </a:xfrm>
        </p:grpSpPr>
        <p:sp>
          <p:nvSpPr>
            <p:cNvPr id="675" name="Google Shape;675;p24"/>
            <p:cNvSpPr/>
            <p:nvPr/>
          </p:nvSpPr>
          <p:spPr>
            <a:xfrm>
              <a:off x="6372361" y="568243"/>
              <a:ext cx="503561" cy="585490"/>
            </a:xfrm>
            <a:custGeom>
              <a:avLst/>
              <a:gdLst/>
              <a:ahLst/>
              <a:cxnLst/>
              <a:rect l="l" t="t" r="r" b="b"/>
              <a:pathLst>
                <a:path w="15962" h="18559" extrusionOk="0">
                  <a:moveTo>
                    <a:pt x="1" y="0"/>
                  </a:moveTo>
                  <a:lnTo>
                    <a:pt x="1" y="9279"/>
                  </a:lnTo>
                  <a:lnTo>
                    <a:pt x="1" y="18558"/>
                  </a:lnTo>
                  <a:lnTo>
                    <a:pt x="15962" y="18558"/>
                  </a:lnTo>
                  <a:lnTo>
                    <a:pt x="12352" y="9279"/>
                  </a:lnTo>
                  <a:lnTo>
                    <a:pt x="15962" y="0"/>
                  </a:ln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4"/>
            <p:cNvSpPr/>
            <p:nvPr/>
          </p:nvSpPr>
          <p:spPr>
            <a:xfrm>
              <a:off x="6372361" y="1039815"/>
              <a:ext cx="192850" cy="113918"/>
            </a:xfrm>
            <a:custGeom>
              <a:avLst/>
              <a:gdLst/>
              <a:ahLst/>
              <a:cxnLst/>
              <a:rect l="l" t="t" r="r" b="b"/>
              <a:pathLst>
                <a:path w="6113" h="3611" extrusionOk="0">
                  <a:moveTo>
                    <a:pt x="1" y="0"/>
                  </a:moveTo>
                  <a:lnTo>
                    <a:pt x="1" y="3610"/>
                  </a:lnTo>
                  <a:lnTo>
                    <a:pt x="6113" y="0"/>
                  </a:lnTo>
                  <a:close/>
                </a:path>
              </a:pathLst>
            </a:custGeom>
            <a:solidFill>
              <a:srgbClr val="2958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4"/>
            <p:cNvSpPr/>
            <p:nvPr/>
          </p:nvSpPr>
          <p:spPr>
            <a:xfrm>
              <a:off x="2130264" y="568243"/>
              <a:ext cx="503561" cy="585490"/>
            </a:xfrm>
            <a:custGeom>
              <a:avLst/>
              <a:gdLst/>
              <a:ahLst/>
              <a:cxnLst/>
              <a:rect l="l" t="t" r="r" b="b"/>
              <a:pathLst>
                <a:path w="15962" h="18559" extrusionOk="0">
                  <a:moveTo>
                    <a:pt x="1" y="0"/>
                  </a:moveTo>
                  <a:lnTo>
                    <a:pt x="3611" y="9279"/>
                  </a:lnTo>
                  <a:lnTo>
                    <a:pt x="1" y="18558"/>
                  </a:lnTo>
                  <a:lnTo>
                    <a:pt x="15962" y="18558"/>
                  </a:lnTo>
                  <a:lnTo>
                    <a:pt x="15962" y="9279"/>
                  </a:lnTo>
                  <a:lnTo>
                    <a:pt x="15962" y="0"/>
                  </a:ln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4"/>
            <p:cNvSpPr/>
            <p:nvPr/>
          </p:nvSpPr>
          <p:spPr>
            <a:xfrm>
              <a:off x="2440975" y="1039815"/>
              <a:ext cx="192850" cy="113918"/>
            </a:xfrm>
            <a:custGeom>
              <a:avLst/>
              <a:gdLst/>
              <a:ahLst/>
              <a:cxnLst/>
              <a:rect l="l" t="t" r="r" b="b"/>
              <a:pathLst>
                <a:path w="6113" h="3611" extrusionOk="0">
                  <a:moveTo>
                    <a:pt x="1" y="0"/>
                  </a:moveTo>
                  <a:lnTo>
                    <a:pt x="6113" y="3610"/>
                  </a:lnTo>
                  <a:lnTo>
                    <a:pt x="6113" y="0"/>
                  </a:lnTo>
                  <a:close/>
                </a:path>
              </a:pathLst>
            </a:custGeom>
            <a:solidFill>
              <a:srgbClr val="2958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4"/>
            <p:cNvSpPr/>
            <p:nvPr/>
          </p:nvSpPr>
          <p:spPr>
            <a:xfrm>
              <a:off x="2440975" y="455335"/>
              <a:ext cx="4124236" cy="584512"/>
            </a:xfrm>
            <a:custGeom>
              <a:avLst/>
              <a:gdLst/>
              <a:ahLst/>
              <a:cxnLst/>
              <a:rect l="l" t="t" r="r" b="b"/>
              <a:pathLst>
                <a:path w="130731" h="18528" extrusionOk="0">
                  <a:moveTo>
                    <a:pt x="1" y="1"/>
                  </a:moveTo>
                  <a:lnTo>
                    <a:pt x="1" y="9533"/>
                  </a:lnTo>
                  <a:lnTo>
                    <a:pt x="1" y="18527"/>
                  </a:lnTo>
                  <a:lnTo>
                    <a:pt x="130731" y="18527"/>
                  </a:lnTo>
                  <a:lnTo>
                    <a:pt x="130731" y="9533"/>
                  </a:lnTo>
                  <a:lnTo>
                    <a:pt x="130731" y="1"/>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4"/>
            <p:cNvSpPr/>
            <p:nvPr/>
          </p:nvSpPr>
          <p:spPr>
            <a:xfrm>
              <a:off x="2552874" y="718094"/>
              <a:ext cx="451634" cy="32"/>
            </a:xfrm>
            <a:custGeom>
              <a:avLst/>
              <a:gdLst/>
              <a:ahLst/>
              <a:cxnLst/>
              <a:rect l="l" t="t" r="r" b="b"/>
              <a:pathLst>
                <a:path w="14316" h="1" fill="none" extrusionOk="0">
                  <a:moveTo>
                    <a:pt x="14315" y="1"/>
                  </a:moveTo>
                  <a:lnTo>
                    <a:pt x="1" y="1"/>
                  </a:lnTo>
                </a:path>
              </a:pathLst>
            </a:custGeom>
            <a:noFill/>
            <a:ln w="10300" cap="rnd" cmpd="sng">
              <a:solidFill>
                <a:srgbClr val="FCFC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4"/>
            <p:cNvSpPr/>
            <p:nvPr/>
          </p:nvSpPr>
          <p:spPr>
            <a:xfrm>
              <a:off x="2552874" y="770053"/>
              <a:ext cx="451634" cy="32"/>
            </a:xfrm>
            <a:custGeom>
              <a:avLst/>
              <a:gdLst/>
              <a:ahLst/>
              <a:cxnLst/>
              <a:rect l="l" t="t" r="r" b="b"/>
              <a:pathLst>
                <a:path w="14316" h="1" fill="none" extrusionOk="0">
                  <a:moveTo>
                    <a:pt x="14315" y="1"/>
                  </a:moveTo>
                  <a:lnTo>
                    <a:pt x="1" y="1"/>
                  </a:lnTo>
                </a:path>
              </a:pathLst>
            </a:custGeom>
            <a:noFill/>
            <a:ln w="10300" cap="rnd" cmpd="sng">
              <a:solidFill>
                <a:srgbClr val="FCFC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4"/>
            <p:cNvSpPr/>
            <p:nvPr/>
          </p:nvSpPr>
          <p:spPr>
            <a:xfrm>
              <a:off x="2552874" y="822011"/>
              <a:ext cx="451634" cy="32"/>
            </a:xfrm>
            <a:custGeom>
              <a:avLst/>
              <a:gdLst/>
              <a:ahLst/>
              <a:cxnLst/>
              <a:rect l="l" t="t" r="r" b="b"/>
              <a:pathLst>
                <a:path w="14316" h="1" fill="none" extrusionOk="0">
                  <a:moveTo>
                    <a:pt x="14315" y="0"/>
                  </a:moveTo>
                  <a:lnTo>
                    <a:pt x="1" y="0"/>
                  </a:lnTo>
                </a:path>
              </a:pathLst>
            </a:custGeom>
            <a:noFill/>
            <a:ln w="10300" cap="rnd" cmpd="sng">
              <a:solidFill>
                <a:srgbClr val="FCFC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4"/>
            <p:cNvSpPr/>
            <p:nvPr/>
          </p:nvSpPr>
          <p:spPr>
            <a:xfrm>
              <a:off x="6000700" y="718094"/>
              <a:ext cx="452612" cy="32"/>
            </a:xfrm>
            <a:custGeom>
              <a:avLst/>
              <a:gdLst/>
              <a:ahLst/>
              <a:cxnLst/>
              <a:rect l="l" t="t" r="r" b="b"/>
              <a:pathLst>
                <a:path w="14347" h="1" fill="none" extrusionOk="0">
                  <a:moveTo>
                    <a:pt x="14347" y="1"/>
                  </a:moveTo>
                  <a:lnTo>
                    <a:pt x="1" y="1"/>
                  </a:lnTo>
                </a:path>
              </a:pathLst>
            </a:custGeom>
            <a:noFill/>
            <a:ln w="10300" cap="rnd" cmpd="sng">
              <a:solidFill>
                <a:srgbClr val="FCFC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4"/>
            <p:cNvSpPr/>
            <p:nvPr/>
          </p:nvSpPr>
          <p:spPr>
            <a:xfrm>
              <a:off x="6000700" y="770053"/>
              <a:ext cx="452612" cy="32"/>
            </a:xfrm>
            <a:custGeom>
              <a:avLst/>
              <a:gdLst/>
              <a:ahLst/>
              <a:cxnLst/>
              <a:rect l="l" t="t" r="r" b="b"/>
              <a:pathLst>
                <a:path w="14347" h="1" fill="none" extrusionOk="0">
                  <a:moveTo>
                    <a:pt x="14347" y="1"/>
                  </a:moveTo>
                  <a:lnTo>
                    <a:pt x="1" y="1"/>
                  </a:lnTo>
                </a:path>
              </a:pathLst>
            </a:custGeom>
            <a:noFill/>
            <a:ln w="10300" cap="rnd" cmpd="sng">
              <a:solidFill>
                <a:srgbClr val="FCFC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4"/>
            <p:cNvSpPr/>
            <p:nvPr/>
          </p:nvSpPr>
          <p:spPr>
            <a:xfrm>
              <a:off x="6000700" y="822011"/>
              <a:ext cx="452612" cy="32"/>
            </a:xfrm>
            <a:custGeom>
              <a:avLst/>
              <a:gdLst/>
              <a:ahLst/>
              <a:cxnLst/>
              <a:rect l="l" t="t" r="r" b="b"/>
              <a:pathLst>
                <a:path w="14347" h="1" fill="none" extrusionOk="0">
                  <a:moveTo>
                    <a:pt x="14347" y="0"/>
                  </a:moveTo>
                  <a:lnTo>
                    <a:pt x="1" y="0"/>
                  </a:lnTo>
                </a:path>
              </a:pathLst>
            </a:custGeom>
            <a:noFill/>
            <a:ln w="10300" cap="rnd" cmpd="sng">
              <a:solidFill>
                <a:srgbClr val="FCFC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6" name="Google Shape;686;p24"/>
          <p:cNvGrpSpPr/>
          <p:nvPr/>
        </p:nvGrpSpPr>
        <p:grpSpPr>
          <a:xfrm>
            <a:off x="2426010" y="1918724"/>
            <a:ext cx="1156973" cy="19023"/>
            <a:chOff x="2190160" y="1840049"/>
            <a:chExt cx="1156973" cy="19023"/>
          </a:xfrm>
        </p:grpSpPr>
        <p:sp>
          <p:nvSpPr>
            <p:cNvPr id="687" name="Google Shape;687;p24"/>
            <p:cNvSpPr/>
            <p:nvPr/>
          </p:nvSpPr>
          <p:spPr>
            <a:xfrm>
              <a:off x="2190160" y="1840049"/>
              <a:ext cx="25017" cy="19023"/>
            </a:xfrm>
            <a:custGeom>
              <a:avLst/>
              <a:gdLst/>
              <a:ahLst/>
              <a:cxnLst/>
              <a:rect l="l" t="t" r="r" b="b"/>
              <a:pathLst>
                <a:path w="793" h="603" extrusionOk="0">
                  <a:moveTo>
                    <a:pt x="286" y="1"/>
                  </a:moveTo>
                  <a:cubicBezTo>
                    <a:pt x="127" y="1"/>
                    <a:pt x="1" y="128"/>
                    <a:pt x="1" y="286"/>
                  </a:cubicBezTo>
                  <a:cubicBezTo>
                    <a:pt x="1" y="444"/>
                    <a:pt x="127" y="603"/>
                    <a:pt x="286" y="603"/>
                  </a:cubicBezTo>
                  <a:lnTo>
                    <a:pt x="476" y="603"/>
                  </a:lnTo>
                  <a:cubicBezTo>
                    <a:pt x="634" y="603"/>
                    <a:pt x="792" y="444"/>
                    <a:pt x="792" y="286"/>
                  </a:cubicBezTo>
                  <a:cubicBezTo>
                    <a:pt x="792" y="128"/>
                    <a:pt x="634" y="1"/>
                    <a:pt x="476"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4"/>
            <p:cNvSpPr/>
            <p:nvPr/>
          </p:nvSpPr>
          <p:spPr>
            <a:xfrm>
              <a:off x="2271079" y="1840049"/>
              <a:ext cx="995134" cy="19023"/>
            </a:xfrm>
            <a:custGeom>
              <a:avLst/>
              <a:gdLst/>
              <a:ahLst/>
              <a:cxnLst/>
              <a:rect l="l" t="t" r="r" b="b"/>
              <a:pathLst>
                <a:path w="31544" h="603" extrusionOk="0">
                  <a:moveTo>
                    <a:pt x="286" y="1"/>
                  </a:moveTo>
                  <a:cubicBezTo>
                    <a:pt x="128" y="1"/>
                    <a:pt x="1" y="128"/>
                    <a:pt x="1" y="286"/>
                  </a:cubicBezTo>
                  <a:cubicBezTo>
                    <a:pt x="1" y="444"/>
                    <a:pt x="128" y="603"/>
                    <a:pt x="286" y="603"/>
                  </a:cubicBezTo>
                  <a:lnTo>
                    <a:pt x="698" y="603"/>
                  </a:lnTo>
                  <a:cubicBezTo>
                    <a:pt x="856" y="603"/>
                    <a:pt x="983" y="444"/>
                    <a:pt x="983" y="286"/>
                  </a:cubicBezTo>
                  <a:cubicBezTo>
                    <a:pt x="983" y="128"/>
                    <a:pt x="856" y="1"/>
                    <a:pt x="698" y="1"/>
                  </a:cubicBezTo>
                  <a:close/>
                  <a:moveTo>
                    <a:pt x="3073" y="1"/>
                  </a:moveTo>
                  <a:cubicBezTo>
                    <a:pt x="2915" y="1"/>
                    <a:pt x="2788" y="128"/>
                    <a:pt x="2788" y="286"/>
                  </a:cubicBezTo>
                  <a:cubicBezTo>
                    <a:pt x="2788" y="444"/>
                    <a:pt x="2915" y="603"/>
                    <a:pt x="3073" y="603"/>
                  </a:cubicBezTo>
                  <a:lnTo>
                    <a:pt x="3485" y="603"/>
                  </a:lnTo>
                  <a:cubicBezTo>
                    <a:pt x="3643" y="603"/>
                    <a:pt x="3770" y="444"/>
                    <a:pt x="3770" y="286"/>
                  </a:cubicBezTo>
                  <a:cubicBezTo>
                    <a:pt x="3770" y="128"/>
                    <a:pt x="3643" y="1"/>
                    <a:pt x="3485" y="1"/>
                  </a:cubicBezTo>
                  <a:close/>
                  <a:moveTo>
                    <a:pt x="5860" y="1"/>
                  </a:moveTo>
                  <a:cubicBezTo>
                    <a:pt x="5701" y="1"/>
                    <a:pt x="5543" y="128"/>
                    <a:pt x="5543" y="286"/>
                  </a:cubicBezTo>
                  <a:cubicBezTo>
                    <a:pt x="5543" y="444"/>
                    <a:pt x="5701" y="603"/>
                    <a:pt x="5860" y="603"/>
                  </a:cubicBezTo>
                  <a:lnTo>
                    <a:pt x="6240" y="603"/>
                  </a:lnTo>
                  <a:cubicBezTo>
                    <a:pt x="6430" y="603"/>
                    <a:pt x="6556" y="444"/>
                    <a:pt x="6556" y="286"/>
                  </a:cubicBezTo>
                  <a:cubicBezTo>
                    <a:pt x="6556" y="128"/>
                    <a:pt x="6398" y="1"/>
                    <a:pt x="6240" y="1"/>
                  </a:cubicBezTo>
                  <a:close/>
                  <a:moveTo>
                    <a:pt x="8647" y="1"/>
                  </a:moveTo>
                  <a:cubicBezTo>
                    <a:pt x="8457" y="1"/>
                    <a:pt x="8330" y="128"/>
                    <a:pt x="8330" y="286"/>
                  </a:cubicBezTo>
                  <a:cubicBezTo>
                    <a:pt x="8330" y="444"/>
                    <a:pt x="8457" y="603"/>
                    <a:pt x="8647" y="603"/>
                  </a:cubicBezTo>
                  <a:lnTo>
                    <a:pt x="9027" y="603"/>
                  </a:lnTo>
                  <a:cubicBezTo>
                    <a:pt x="9185" y="603"/>
                    <a:pt x="9312" y="444"/>
                    <a:pt x="9312" y="286"/>
                  </a:cubicBezTo>
                  <a:cubicBezTo>
                    <a:pt x="9312" y="128"/>
                    <a:pt x="9185" y="1"/>
                    <a:pt x="9027" y="1"/>
                  </a:cubicBezTo>
                  <a:close/>
                  <a:moveTo>
                    <a:pt x="11402" y="1"/>
                  </a:moveTo>
                  <a:cubicBezTo>
                    <a:pt x="11243" y="1"/>
                    <a:pt x="11117" y="128"/>
                    <a:pt x="11117" y="286"/>
                  </a:cubicBezTo>
                  <a:cubicBezTo>
                    <a:pt x="11117" y="444"/>
                    <a:pt x="11243" y="603"/>
                    <a:pt x="11402" y="603"/>
                  </a:cubicBezTo>
                  <a:lnTo>
                    <a:pt x="11814" y="603"/>
                  </a:lnTo>
                  <a:cubicBezTo>
                    <a:pt x="11972" y="603"/>
                    <a:pt x="12099" y="444"/>
                    <a:pt x="12099" y="286"/>
                  </a:cubicBezTo>
                  <a:cubicBezTo>
                    <a:pt x="12099" y="128"/>
                    <a:pt x="11972" y="1"/>
                    <a:pt x="11814" y="1"/>
                  </a:cubicBezTo>
                  <a:close/>
                  <a:moveTo>
                    <a:pt x="14189" y="1"/>
                  </a:moveTo>
                  <a:cubicBezTo>
                    <a:pt x="14030" y="1"/>
                    <a:pt x="13904" y="128"/>
                    <a:pt x="13904" y="286"/>
                  </a:cubicBezTo>
                  <a:cubicBezTo>
                    <a:pt x="13904" y="444"/>
                    <a:pt x="14030" y="603"/>
                    <a:pt x="14189" y="603"/>
                  </a:cubicBezTo>
                  <a:lnTo>
                    <a:pt x="14569" y="603"/>
                  </a:lnTo>
                  <a:cubicBezTo>
                    <a:pt x="14759" y="603"/>
                    <a:pt x="14885" y="444"/>
                    <a:pt x="14885" y="286"/>
                  </a:cubicBezTo>
                  <a:cubicBezTo>
                    <a:pt x="14885" y="128"/>
                    <a:pt x="14759" y="1"/>
                    <a:pt x="14569" y="1"/>
                  </a:cubicBezTo>
                  <a:close/>
                  <a:moveTo>
                    <a:pt x="16976" y="1"/>
                  </a:moveTo>
                  <a:cubicBezTo>
                    <a:pt x="16786" y="1"/>
                    <a:pt x="16659" y="128"/>
                    <a:pt x="16659" y="286"/>
                  </a:cubicBezTo>
                  <a:cubicBezTo>
                    <a:pt x="16659" y="444"/>
                    <a:pt x="16786" y="603"/>
                    <a:pt x="16976" y="603"/>
                  </a:cubicBezTo>
                  <a:lnTo>
                    <a:pt x="17356" y="603"/>
                  </a:lnTo>
                  <a:cubicBezTo>
                    <a:pt x="17514" y="603"/>
                    <a:pt x="17641" y="444"/>
                    <a:pt x="17641" y="286"/>
                  </a:cubicBezTo>
                  <a:cubicBezTo>
                    <a:pt x="17641" y="128"/>
                    <a:pt x="17514" y="1"/>
                    <a:pt x="17356" y="1"/>
                  </a:cubicBezTo>
                  <a:close/>
                  <a:moveTo>
                    <a:pt x="19731" y="1"/>
                  </a:moveTo>
                  <a:cubicBezTo>
                    <a:pt x="19572" y="1"/>
                    <a:pt x="19446" y="128"/>
                    <a:pt x="19446" y="286"/>
                  </a:cubicBezTo>
                  <a:cubicBezTo>
                    <a:pt x="19446" y="444"/>
                    <a:pt x="19572" y="603"/>
                    <a:pt x="19731" y="603"/>
                  </a:cubicBezTo>
                  <a:lnTo>
                    <a:pt x="20142" y="603"/>
                  </a:lnTo>
                  <a:cubicBezTo>
                    <a:pt x="20301" y="603"/>
                    <a:pt x="20427" y="444"/>
                    <a:pt x="20427" y="286"/>
                  </a:cubicBezTo>
                  <a:cubicBezTo>
                    <a:pt x="20427" y="128"/>
                    <a:pt x="20301" y="1"/>
                    <a:pt x="20142" y="1"/>
                  </a:cubicBezTo>
                  <a:close/>
                  <a:moveTo>
                    <a:pt x="22518" y="1"/>
                  </a:moveTo>
                  <a:cubicBezTo>
                    <a:pt x="22359" y="1"/>
                    <a:pt x="22233" y="128"/>
                    <a:pt x="22233" y="286"/>
                  </a:cubicBezTo>
                  <a:cubicBezTo>
                    <a:pt x="22233" y="444"/>
                    <a:pt x="22359" y="603"/>
                    <a:pt x="22518" y="603"/>
                  </a:cubicBezTo>
                  <a:lnTo>
                    <a:pt x="22898" y="603"/>
                  </a:lnTo>
                  <a:cubicBezTo>
                    <a:pt x="23088" y="603"/>
                    <a:pt x="23214" y="444"/>
                    <a:pt x="23214" y="286"/>
                  </a:cubicBezTo>
                  <a:cubicBezTo>
                    <a:pt x="23214" y="128"/>
                    <a:pt x="23088" y="1"/>
                    <a:pt x="22898" y="1"/>
                  </a:cubicBezTo>
                  <a:close/>
                  <a:moveTo>
                    <a:pt x="25305" y="1"/>
                  </a:moveTo>
                  <a:cubicBezTo>
                    <a:pt x="25146" y="1"/>
                    <a:pt x="24988" y="128"/>
                    <a:pt x="24988" y="286"/>
                  </a:cubicBezTo>
                  <a:cubicBezTo>
                    <a:pt x="24988" y="444"/>
                    <a:pt x="25146" y="603"/>
                    <a:pt x="25305" y="603"/>
                  </a:cubicBezTo>
                  <a:lnTo>
                    <a:pt x="25685" y="603"/>
                  </a:lnTo>
                  <a:cubicBezTo>
                    <a:pt x="25843" y="603"/>
                    <a:pt x="26001" y="444"/>
                    <a:pt x="26001" y="286"/>
                  </a:cubicBezTo>
                  <a:cubicBezTo>
                    <a:pt x="26001" y="128"/>
                    <a:pt x="25843" y="1"/>
                    <a:pt x="25685" y="1"/>
                  </a:cubicBezTo>
                  <a:close/>
                  <a:moveTo>
                    <a:pt x="28060" y="1"/>
                  </a:moveTo>
                  <a:cubicBezTo>
                    <a:pt x="27901" y="1"/>
                    <a:pt x="27775" y="128"/>
                    <a:pt x="27775" y="286"/>
                  </a:cubicBezTo>
                  <a:cubicBezTo>
                    <a:pt x="27775" y="444"/>
                    <a:pt x="27901" y="603"/>
                    <a:pt x="28060" y="603"/>
                  </a:cubicBezTo>
                  <a:lnTo>
                    <a:pt x="28471" y="603"/>
                  </a:lnTo>
                  <a:cubicBezTo>
                    <a:pt x="28630" y="603"/>
                    <a:pt x="28756" y="444"/>
                    <a:pt x="28756" y="286"/>
                  </a:cubicBezTo>
                  <a:cubicBezTo>
                    <a:pt x="28756" y="128"/>
                    <a:pt x="28630" y="1"/>
                    <a:pt x="28471" y="1"/>
                  </a:cubicBezTo>
                  <a:close/>
                  <a:moveTo>
                    <a:pt x="30847" y="1"/>
                  </a:moveTo>
                  <a:cubicBezTo>
                    <a:pt x="30688" y="1"/>
                    <a:pt x="30562" y="128"/>
                    <a:pt x="30562" y="286"/>
                  </a:cubicBezTo>
                  <a:cubicBezTo>
                    <a:pt x="30562" y="444"/>
                    <a:pt x="30688" y="603"/>
                    <a:pt x="30847" y="603"/>
                  </a:cubicBezTo>
                  <a:lnTo>
                    <a:pt x="31227" y="603"/>
                  </a:lnTo>
                  <a:cubicBezTo>
                    <a:pt x="31417" y="603"/>
                    <a:pt x="31543" y="444"/>
                    <a:pt x="31543" y="286"/>
                  </a:cubicBezTo>
                  <a:cubicBezTo>
                    <a:pt x="31543" y="128"/>
                    <a:pt x="31417" y="1"/>
                    <a:pt x="31227"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4"/>
            <p:cNvSpPr/>
            <p:nvPr/>
          </p:nvSpPr>
          <p:spPr>
            <a:xfrm>
              <a:off x="3322116" y="1840049"/>
              <a:ext cx="25017" cy="19023"/>
            </a:xfrm>
            <a:custGeom>
              <a:avLst/>
              <a:gdLst/>
              <a:ahLst/>
              <a:cxnLst/>
              <a:rect l="l" t="t" r="r" b="b"/>
              <a:pathLst>
                <a:path w="793" h="603" extrusionOk="0">
                  <a:moveTo>
                    <a:pt x="317" y="1"/>
                  </a:moveTo>
                  <a:cubicBezTo>
                    <a:pt x="127" y="1"/>
                    <a:pt x="1" y="128"/>
                    <a:pt x="1" y="286"/>
                  </a:cubicBezTo>
                  <a:cubicBezTo>
                    <a:pt x="1" y="444"/>
                    <a:pt x="127" y="603"/>
                    <a:pt x="317" y="603"/>
                  </a:cubicBezTo>
                  <a:lnTo>
                    <a:pt x="508" y="603"/>
                  </a:lnTo>
                  <a:cubicBezTo>
                    <a:pt x="666" y="603"/>
                    <a:pt x="793" y="444"/>
                    <a:pt x="793" y="286"/>
                  </a:cubicBezTo>
                  <a:cubicBezTo>
                    <a:pt x="793" y="128"/>
                    <a:pt x="666" y="1"/>
                    <a:pt x="508"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24"/>
          <p:cNvGrpSpPr/>
          <p:nvPr/>
        </p:nvGrpSpPr>
        <p:grpSpPr>
          <a:xfrm>
            <a:off x="6803064" y="1973094"/>
            <a:ext cx="1157951" cy="18045"/>
            <a:chOff x="6843889" y="1734144"/>
            <a:chExt cx="1157951" cy="18045"/>
          </a:xfrm>
        </p:grpSpPr>
        <p:sp>
          <p:nvSpPr>
            <p:cNvPr id="691" name="Google Shape;691;p24"/>
            <p:cNvSpPr/>
            <p:nvPr/>
          </p:nvSpPr>
          <p:spPr>
            <a:xfrm>
              <a:off x="6843889" y="1734144"/>
              <a:ext cx="24986" cy="18045"/>
            </a:xfrm>
            <a:custGeom>
              <a:avLst/>
              <a:gdLst/>
              <a:ahLst/>
              <a:cxnLst/>
              <a:rect l="l" t="t" r="r" b="b"/>
              <a:pathLst>
                <a:path w="792" h="572" extrusionOk="0">
                  <a:moveTo>
                    <a:pt x="317" y="1"/>
                  </a:moveTo>
                  <a:cubicBezTo>
                    <a:pt x="159" y="1"/>
                    <a:pt x="0" y="128"/>
                    <a:pt x="0" y="286"/>
                  </a:cubicBezTo>
                  <a:cubicBezTo>
                    <a:pt x="0" y="444"/>
                    <a:pt x="159" y="571"/>
                    <a:pt x="317" y="571"/>
                  </a:cubicBezTo>
                  <a:lnTo>
                    <a:pt x="507" y="571"/>
                  </a:lnTo>
                  <a:cubicBezTo>
                    <a:pt x="665" y="571"/>
                    <a:pt x="792" y="444"/>
                    <a:pt x="792" y="286"/>
                  </a:cubicBezTo>
                  <a:cubicBezTo>
                    <a:pt x="792" y="128"/>
                    <a:pt x="665" y="1"/>
                    <a:pt x="507"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4"/>
            <p:cNvSpPr/>
            <p:nvPr/>
          </p:nvSpPr>
          <p:spPr>
            <a:xfrm>
              <a:off x="6925818" y="1734144"/>
              <a:ext cx="995103" cy="18045"/>
            </a:xfrm>
            <a:custGeom>
              <a:avLst/>
              <a:gdLst/>
              <a:ahLst/>
              <a:cxnLst/>
              <a:rect l="l" t="t" r="r" b="b"/>
              <a:pathLst>
                <a:path w="31543" h="572" extrusionOk="0">
                  <a:moveTo>
                    <a:pt x="285" y="1"/>
                  </a:moveTo>
                  <a:cubicBezTo>
                    <a:pt x="127" y="1"/>
                    <a:pt x="0" y="128"/>
                    <a:pt x="0" y="286"/>
                  </a:cubicBezTo>
                  <a:cubicBezTo>
                    <a:pt x="0" y="444"/>
                    <a:pt x="127" y="571"/>
                    <a:pt x="285" y="571"/>
                  </a:cubicBezTo>
                  <a:lnTo>
                    <a:pt x="697" y="571"/>
                  </a:lnTo>
                  <a:cubicBezTo>
                    <a:pt x="855" y="571"/>
                    <a:pt x="982" y="444"/>
                    <a:pt x="982" y="286"/>
                  </a:cubicBezTo>
                  <a:cubicBezTo>
                    <a:pt x="982" y="128"/>
                    <a:pt x="855" y="1"/>
                    <a:pt x="697" y="1"/>
                  </a:cubicBezTo>
                  <a:close/>
                  <a:moveTo>
                    <a:pt x="3072" y="1"/>
                  </a:moveTo>
                  <a:cubicBezTo>
                    <a:pt x="2914" y="1"/>
                    <a:pt x="2787" y="128"/>
                    <a:pt x="2787" y="286"/>
                  </a:cubicBezTo>
                  <a:cubicBezTo>
                    <a:pt x="2787" y="444"/>
                    <a:pt x="2914" y="571"/>
                    <a:pt x="3072" y="571"/>
                  </a:cubicBezTo>
                  <a:lnTo>
                    <a:pt x="3452" y="571"/>
                  </a:lnTo>
                  <a:cubicBezTo>
                    <a:pt x="3642" y="571"/>
                    <a:pt x="3769" y="444"/>
                    <a:pt x="3769" y="286"/>
                  </a:cubicBezTo>
                  <a:cubicBezTo>
                    <a:pt x="3769" y="128"/>
                    <a:pt x="3642" y="1"/>
                    <a:pt x="3452" y="1"/>
                  </a:cubicBezTo>
                  <a:close/>
                  <a:moveTo>
                    <a:pt x="5859" y="1"/>
                  </a:moveTo>
                  <a:cubicBezTo>
                    <a:pt x="5669" y="1"/>
                    <a:pt x="5542" y="128"/>
                    <a:pt x="5542" y="286"/>
                  </a:cubicBezTo>
                  <a:cubicBezTo>
                    <a:pt x="5542" y="444"/>
                    <a:pt x="5669" y="571"/>
                    <a:pt x="5859" y="571"/>
                  </a:cubicBezTo>
                  <a:lnTo>
                    <a:pt x="6239" y="571"/>
                  </a:lnTo>
                  <a:cubicBezTo>
                    <a:pt x="6397" y="571"/>
                    <a:pt x="6524" y="444"/>
                    <a:pt x="6524" y="286"/>
                  </a:cubicBezTo>
                  <a:cubicBezTo>
                    <a:pt x="6524" y="128"/>
                    <a:pt x="6397" y="1"/>
                    <a:pt x="6239" y="1"/>
                  </a:cubicBezTo>
                  <a:close/>
                  <a:moveTo>
                    <a:pt x="8614" y="1"/>
                  </a:moveTo>
                  <a:cubicBezTo>
                    <a:pt x="8456" y="1"/>
                    <a:pt x="8329" y="128"/>
                    <a:pt x="8329" y="286"/>
                  </a:cubicBezTo>
                  <a:cubicBezTo>
                    <a:pt x="8329" y="444"/>
                    <a:pt x="8456" y="571"/>
                    <a:pt x="8614" y="571"/>
                  </a:cubicBezTo>
                  <a:lnTo>
                    <a:pt x="9026" y="571"/>
                  </a:lnTo>
                  <a:cubicBezTo>
                    <a:pt x="9184" y="571"/>
                    <a:pt x="9311" y="444"/>
                    <a:pt x="9311" y="286"/>
                  </a:cubicBezTo>
                  <a:cubicBezTo>
                    <a:pt x="9311" y="128"/>
                    <a:pt x="9184" y="1"/>
                    <a:pt x="9026" y="1"/>
                  </a:cubicBezTo>
                  <a:close/>
                  <a:moveTo>
                    <a:pt x="11401" y="1"/>
                  </a:moveTo>
                  <a:cubicBezTo>
                    <a:pt x="11243" y="1"/>
                    <a:pt x="11116" y="128"/>
                    <a:pt x="11116" y="286"/>
                  </a:cubicBezTo>
                  <a:cubicBezTo>
                    <a:pt x="11116" y="444"/>
                    <a:pt x="11243" y="571"/>
                    <a:pt x="11401" y="571"/>
                  </a:cubicBezTo>
                  <a:lnTo>
                    <a:pt x="11781" y="571"/>
                  </a:lnTo>
                  <a:cubicBezTo>
                    <a:pt x="11971" y="571"/>
                    <a:pt x="12098" y="444"/>
                    <a:pt x="12098" y="286"/>
                  </a:cubicBezTo>
                  <a:cubicBezTo>
                    <a:pt x="12098" y="128"/>
                    <a:pt x="11939" y="1"/>
                    <a:pt x="11781" y="1"/>
                  </a:cubicBezTo>
                  <a:close/>
                  <a:moveTo>
                    <a:pt x="14188" y="1"/>
                  </a:moveTo>
                  <a:cubicBezTo>
                    <a:pt x="14030" y="1"/>
                    <a:pt x="13871" y="128"/>
                    <a:pt x="13871" y="286"/>
                  </a:cubicBezTo>
                  <a:cubicBezTo>
                    <a:pt x="13871" y="444"/>
                    <a:pt x="14030" y="571"/>
                    <a:pt x="14188" y="571"/>
                  </a:cubicBezTo>
                  <a:lnTo>
                    <a:pt x="14568" y="571"/>
                  </a:lnTo>
                  <a:cubicBezTo>
                    <a:pt x="14726" y="571"/>
                    <a:pt x="14885" y="444"/>
                    <a:pt x="14885" y="286"/>
                  </a:cubicBezTo>
                  <a:cubicBezTo>
                    <a:pt x="14885" y="128"/>
                    <a:pt x="14726" y="1"/>
                    <a:pt x="14568" y="1"/>
                  </a:cubicBezTo>
                  <a:close/>
                  <a:moveTo>
                    <a:pt x="16943" y="1"/>
                  </a:moveTo>
                  <a:cubicBezTo>
                    <a:pt x="16785" y="1"/>
                    <a:pt x="16658" y="128"/>
                    <a:pt x="16658" y="286"/>
                  </a:cubicBezTo>
                  <a:cubicBezTo>
                    <a:pt x="16658" y="444"/>
                    <a:pt x="16785" y="571"/>
                    <a:pt x="16943" y="571"/>
                  </a:cubicBezTo>
                  <a:lnTo>
                    <a:pt x="17355" y="571"/>
                  </a:lnTo>
                  <a:cubicBezTo>
                    <a:pt x="17513" y="571"/>
                    <a:pt x="17640" y="444"/>
                    <a:pt x="17640" y="286"/>
                  </a:cubicBezTo>
                  <a:cubicBezTo>
                    <a:pt x="17640" y="128"/>
                    <a:pt x="17513" y="1"/>
                    <a:pt x="17355" y="1"/>
                  </a:cubicBezTo>
                  <a:close/>
                  <a:moveTo>
                    <a:pt x="19730" y="1"/>
                  </a:moveTo>
                  <a:cubicBezTo>
                    <a:pt x="19572" y="1"/>
                    <a:pt x="19445" y="128"/>
                    <a:pt x="19445" y="286"/>
                  </a:cubicBezTo>
                  <a:cubicBezTo>
                    <a:pt x="19445" y="444"/>
                    <a:pt x="19572" y="571"/>
                    <a:pt x="19730" y="571"/>
                  </a:cubicBezTo>
                  <a:lnTo>
                    <a:pt x="20142" y="571"/>
                  </a:lnTo>
                  <a:cubicBezTo>
                    <a:pt x="20300" y="571"/>
                    <a:pt x="20427" y="444"/>
                    <a:pt x="20427" y="286"/>
                  </a:cubicBezTo>
                  <a:cubicBezTo>
                    <a:pt x="20427" y="128"/>
                    <a:pt x="20300" y="1"/>
                    <a:pt x="20142" y="1"/>
                  </a:cubicBezTo>
                  <a:close/>
                  <a:moveTo>
                    <a:pt x="22517" y="1"/>
                  </a:moveTo>
                  <a:cubicBezTo>
                    <a:pt x="22358" y="1"/>
                    <a:pt x="22200" y="128"/>
                    <a:pt x="22200" y="286"/>
                  </a:cubicBezTo>
                  <a:cubicBezTo>
                    <a:pt x="22200" y="444"/>
                    <a:pt x="22358" y="571"/>
                    <a:pt x="22517" y="571"/>
                  </a:cubicBezTo>
                  <a:lnTo>
                    <a:pt x="22897" y="571"/>
                  </a:lnTo>
                  <a:cubicBezTo>
                    <a:pt x="23055" y="571"/>
                    <a:pt x="23214" y="444"/>
                    <a:pt x="23214" y="286"/>
                  </a:cubicBezTo>
                  <a:cubicBezTo>
                    <a:pt x="23214" y="128"/>
                    <a:pt x="23055" y="1"/>
                    <a:pt x="22897" y="1"/>
                  </a:cubicBezTo>
                  <a:close/>
                  <a:moveTo>
                    <a:pt x="25272" y="1"/>
                  </a:moveTo>
                  <a:cubicBezTo>
                    <a:pt x="25114" y="1"/>
                    <a:pt x="24987" y="128"/>
                    <a:pt x="24987" y="286"/>
                  </a:cubicBezTo>
                  <a:cubicBezTo>
                    <a:pt x="24987" y="444"/>
                    <a:pt x="25114" y="571"/>
                    <a:pt x="25272" y="571"/>
                  </a:cubicBezTo>
                  <a:lnTo>
                    <a:pt x="25684" y="571"/>
                  </a:lnTo>
                  <a:cubicBezTo>
                    <a:pt x="25842" y="571"/>
                    <a:pt x="25969" y="444"/>
                    <a:pt x="25969" y="286"/>
                  </a:cubicBezTo>
                  <a:cubicBezTo>
                    <a:pt x="25969" y="128"/>
                    <a:pt x="25842" y="1"/>
                    <a:pt x="25684" y="1"/>
                  </a:cubicBezTo>
                  <a:close/>
                  <a:moveTo>
                    <a:pt x="28059" y="1"/>
                  </a:moveTo>
                  <a:cubicBezTo>
                    <a:pt x="27901" y="1"/>
                    <a:pt x="27774" y="128"/>
                    <a:pt x="27774" y="286"/>
                  </a:cubicBezTo>
                  <a:cubicBezTo>
                    <a:pt x="27774" y="444"/>
                    <a:pt x="27901" y="571"/>
                    <a:pt x="28059" y="571"/>
                  </a:cubicBezTo>
                  <a:lnTo>
                    <a:pt x="28471" y="571"/>
                  </a:lnTo>
                  <a:cubicBezTo>
                    <a:pt x="28629" y="571"/>
                    <a:pt x="28756" y="444"/>
                    <a:pt x="28756" y="286"/>
                  </a:cubicBezTo>
                  <a:cubicBezTo>
                    <a:pt x="28756" y="128"/>
                    <a:pt x="28629" y="1"/>
                    <a:pt x="28471" y="1"/>
                  </a:cubicBezTo>
                  <a:close/>
                  <a:moveTo>
                    <a:pt x="30846" y="1"/>
                  </a:moveTo>
                  <a:cubicBezTo>
                    <a:pt x="30687" y="1"/>
                    <a:pt x="30529" y="128"/>
                    <a:pt x="30529" y="286"/>
                  </a:cubicBezTo>
                  <a:cubicBezTo>
                    <a:pt x="30529" y="444"/>
                    <a:pt x="30687" y="571"/>
                    <a:pt x="30846" y="571"/>
                  </a:cubicBezTo>
                  <a:lnTo>
                    <a:pt x="31226" y="571"/>
                  </a:lnTo>
                  <a:cubicBezTo>
                    <a:pt x="31384" y="571"/>
                    <a:pt x="31543" y="444"/>
                    <a:pt x="31543" y="286"/>
                  </a:cubicBezTo>
                  <a:cubicBezTo>
                    <a:pt x="31543" y="128"/>
                    <a:pt x="31384" y="1"/>
                    <a:pt x="31226"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4"/>
            <p:cNvSpPr/>
            <p:nvPr/>
          </p:nvSpPr>
          <p:spPr>
            <a:xfrm>
              <a:off x="7976823" y="1734144"/>
              <a:ext cx="25017" cy="18045"/>
            </a:xfrm>
            <a:custGeom>
              <a:avLst/>
              <a:gdLst/>
              <a:ahLst/>
              <a:cxnLst/>
              <a:rect l="l" t="t" r="r" b="b"/>
              <a:pathLst>
                <a:path w="793" h="572" extrusionOk="0">
                  <a:moveTo>
                    <a:pt x="286" y="1"/>
                  </a:moveTo>
                  <a:cubicBezTo>
                    <a:pt x="128" y="1"/>
                    <a:pt x="1" y="128"/>
                    <a:pt x="1" y="286"/>
                  </a:cubicBezTo>
                  <a:cubicBezTo>
                    <a:pt x="1" y="444"/>
                    <a:pt x="128" y="571"/>
                    <a:pt x="286" y="571"/>
                  </a:cubicBezTo>
                  <a:lnTo>
                    <a:pt x="508" y="571"/>
                  </a:lnTo>
                  <a:cubicBezTo>
                    <a:pt x="666" y="571"/>
                    <a:pt x="793" y="444"/>
                    <a:pt x="793" y="286"/>
                  </a:cubicBezTo>
                  <a:cubicBezTo>
                    <a:pt x="793" y="128"/>
                    <a:pt x="666" y="1"/>
                    <a:pt x="508"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 name="Google Shape;694;p24"/>
          <p:cNvGrpSpPr/>
          <p:nvPr/>
        </p:nvGrpSpPr>
        <p:grpSpPr>
          <a:xfrm>
            <a:off x="809094" y="3704412"/>
            <a:ext cx="1156973" cy="18992"/>
            <a:chOff x="635594" y="3580462"/>
            <a:chExt cx="1156973" cy="18992"/>
          </a:xfrm>
        </p:grpSpPr>
        <p:sp>
          <p:nvSpPr>
            <p:cNvPr id="695" name="Google Shape;695;p24"/>
            <p:cNvSpPr/>
            <p:nvPr/>
          </p:nvSpPr>
          <p:spPr>
            <a:xfrm>
              <a:off x="635594" y="3580462"/>
              <a:ext cx="25017" cy="18992"/>
            </a:xfrm>
            <a:custGeom>
              <a:avLst/>
              <a:gdLst/>
              <a:ahLst/>
              <a:cxnLst/>
              <a:rect l="l" t="t" r="r" b="b"/>
              <a:pathLst>
                <a:path w="793" h="602" extrusionOk="0">
                  <a:moveTo>
                    <a:pt x="286" y="0"/>
                  </a:moveTo>
                  <a:cubicBezTo>
                    <a:pt x="127" y="0"/>
                    <a:pt x="1" y="158"/>
                    <a:pt x="1" y="317"/>
                  </a:cubicBezTo>
                  <a:cubicBezTo>
                    <a:pt x="1" y="475"/>
                    <a:pt x="127" y="602"/>
                    <a:pt x="286" y="602"/>
                  </a:cubicBezTo>
                  <a:lnTo>
                    <a:pt x="476" y="602"/>
                  </a:lnTo>
                  <a:cubicBezTo>
                    <a:pt x="634" y="602"/>
                    <a:pt x="792" y="475"/>
                    <a:pt x="792" y="317"/>
                  </a:cubicBezTo>
                  <a:cubicBezTo>
                    <a:pt x="792" y="158"/>
                    <a:pt x="634" y="0"/>
                    <a:pt x="476"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4"/>
            <p:cNvSpPr/>
            <p:nvPr/>
          </p:nvSpPr>
          <p:spPr>
            <a:xfrm>
              <a:off x="716513" y="3580462"/>
              <a:ext cx="995134" cy="18992"/>
            </a:xfrm>
            <a:custGeom>
              <a:avLst/>
              <a:gdLst/>
              <a:ahLst/>
              <a:cxnLst/>
              <a:rect l="l" t="t" r="r" b="b"/>
              <a:pathLst>
                <a:path w="31544" h="602" extrusionOk="0">
                  <a:moveTo>
                    <a:pt x="286" y="0"/>
                  </a:moveTo>
                  <a:cubicBezTo>
                    <a:pt x="128" y="0"/>
                    <a:pt x="1" y="158"/>
                    <a:pt x="1" y="317"/>
                  </a:cubicBezTo>
                  <a:cubicBezTo>
                    <a:pt x="1" y="475"/>
                    <a:pt x="128" y="602"/>
                    <a:pt x="286" y="602"/>
                  </a:cubicBezTo>
                  <a:lnTo>
                    <a:pt x="698" y="602"/>
                  </a:lnTo>
                  <a:cubicBezTo>
                    <a:pt x="856" y="602"/>
                    <a:pt x="983" y="475"/>
                    <a:pt x="983" y="317"/>
                  </a:cubicBezTo>
                  <a:cubicBezTo>
                    <a:pt x="983" y="158"/>
                    <a:pt x="856" y="0"/>
                    <a:pt x="698" y="0"/>
                  </a:cubicBezTo>
                  <a:close/>
                  <a:moveTo>
                    <a:pt x="3073" y="0"/>
                  </a:moveTo>
                  <a:cubicBezTo>
                    <a:pt x="2914" y="0"/>
                    <a:pt x="2788" y="158"/>
                    <a:pt x="2788" y="317"/>
                  </a:cubicBezTo>
                  <a:cubicBezTo>
                    <a:pt x="2788" y="475"/>
                    <a:pt x="2914" y="602"/>
                    <a:pt x="3073" y="602"/>
                  </a:cubicBezTo>
                  <a:lnTo>
                    <a:pt x="3484" y="602"/>
                  </a:lnTo>
                  <a:cubicBezTo>
                    <a:pt x="3643" y="602"/>
                    <a:pt x="3769" y="475"/>
                    <a:pt x="3769" y="317"/>
                  </a:cubicBezTo>
                  <a:cubicBezTo>
                    <a:pt x="3769" y="158"/>
                    <a:pt x="3643" y="0"/>
                    <a:pt x="3484" y="0"/>
                  </a:cubicBezTo>
                  <a:close/>
                  <a:moveTo>
                    <a:pt x="5860" y="0"/>
                  </a:moveTo>
                  <a:cubicBezTo>
                    <a:pt x="5701" y="0"/>
                    <a:pt x="5543" y="158"/>
                    <a:pt x="5543" y="317"/>
                  </a:cubicBezTo>
                  <a:cubicBezTo>
                    <a:pt x="5543" y="475"/>
                    <a:pt x="5701" y="602"/>
                    <a:pt x="5860" y="602"/>
                  </a:cubicBezTo>
                  <a:lnTo>
                    <a:pt x="6240" y="602"/>
                  </a:lnTo>
                  <a:cubicBezTo>
                    <a:pt x="6398" y="602"/>
                    <a:pt x="6556" y="475"/>
                    <a:pt x="6556" y="317"/>
                  </a:cubicBezTo>
                  <a:cubicBezTo>
                    <a:pt x="6556" y="158"/>
                    <a:pt x="6398" y="0"/>
                    <a:pt x="6240" y="0"/>
                  </a:cubicBezTo>
                  <a:close/>
                  <a:moveTo>
                    <a:pt x="8615" y="0"/>
                  </a:moveTo>
                  <a:cubicBezTo>
                    <a:pt x="8457" y="0"/>
                    <a:pt x="8330" y="158"/>
                    <a:pt x="8330" y="317"/>
                  </a:cubicBezTo>
                  <a:cubicBezTo>
                    <a:pt x="8330" y="475"/>
                    <a:pt x="8457" y="602"/>
                    <a:pt x="8615" y="602"/>
                  </a:cubicBezTo>
                  <a:lnTo>
                    <a:pt x="9027" y="602"/>
                  </a:lnTo>
                  <a:cubicBezTo>
                    <a:pt x="9185" y="602"/>
                    <a:pt x="9312" y="475"/>
                    <a:pt x="9312" y="317"/>
                  </a:cubicBezTo>
                  <a:cubicBezTo>
                    <a:pt x="9312" y="158"/>
                    <a:pt x="9185" y="0"/>
                    <a:pt x="9027" y="0"/>
                  </a:cubicBezTo>
                  <a:close/>
                  <a:moveTo>
                    <a:pt x="11402" y="0"/>
                  </a:moveTo>
                  <a:cubicBezTo>
                    <a:pt x="11243" y="0"/>
                    <a:pt x="11117" y="158"/>
                    <a:pt x="11117" y="317"/>
                  </a:cubicBezTo>
                  <a:cubicBezTo>
                    <a:pt x="11117" y="475"/>
                    <a:pt x="11243" y="602"/>
                    <a:pt x="11402" y="602"/>
                  </a:cubicBezTo>
                  <a:lnTo>
                    <a:pt x="11813" y="602"/>
                  </a:lnTo>
                  <a:cubicBezTo>
                    <a:pt x="11972" y="602"/>
                    <a:pt x="12098" y="475"/>
                    <a:pt x="12098" y="317"/>
                  </a:cubicBezTo>
                  <a:cubicBezTo>
                    <a:pt x="12098" y="158"/>
                    <a:pt x="11972" y="0"/>
                    <a:pt x="11813" y="0"/>
                  </a:cubicBezTo>
                  <a:close/>
                  <a:moveTo>
                    <a:pt x="14189" y="0"/>
                  </a:moveTo>
                  <a:cubicBezTo>
                    <a:pt x="14030" y="0"/>
                    <a:pt x="13872" y="158"/>
                    <a:pt x="13872" y="317"/>
                  </a:cubicBezTo>
                  <a:cubicBezTo>
                    <a:pt x="13872" y="475"/>
                    <a:pt x="14030" y="602"/>
                    <a:pt x="14189" y="602"/>
                  </a:cubicBezTo>
                  <a:lnTo>
                    <a:pt x="14569" y="602"/>
                  </a:lnTo>
                  <a:cubicBezTo>
                    <a:pt x="14727" y="602"/>
                    <a:pt x="14885" y="475"/>
                    <a:pt x="14885" y="317"/>
                  </a:cubicBezTo>
                  <a:cubicBezTo>
                    <a:pt x="14885" y="158"/>
                    <a:pt x="14727" y="0"/>
                    <a:pt x="14569" y="0"/>
                  </a:cubicBezTo>
                  <a:close/>
                  <a:moveTo>
                    <a:pt x="16944" y="0"/>
                  </a:moveTo>
                  <a:cubicBezTo>
                    <a:pt x="16785" y="0"/>
                    <a:pt x="16659" y="158"/>
                    <a:pt x="16659" y="317"/>
                  </a:cubicBezTo>
                  <a:cubicBezTo>
                    <a:pt x="16659" y="475"/>
                    <a:pt x="16785" y="602"/>
                    <a:pt x="16944" y="602"/>
                  </a:cubicBezTo>
                  <a:lnTo>
                    <a:pt x="17356" y="602"/>
                  </a:lnTo>
                  <a:cubicBezTo>
                    <a:pt x="17514" y="602"/>
                    <a:pt x="17641" y="475"/>
                    <a:pt x="17641" y="317"/>
                  </a:cubicBezTo>
                  <a:cubicBezTo>
                    <a:pt x="17641" y="158"/>
                    <a:pt x="17514" y="0"/>
                    <a:pt x="17356" y="0"/>
                  </a:cubicBezTo>
                  <a:close/>
                  <a:moveTo>
                    <a:pt x="19731" y="0"/>
                  </a:moveTo>
                  <a:cubicBezTo>
                    <a:pt x="19572" y="0"/>
                    <a:pt x="19446" y="158"/>
                    <a:pt x="19446" y="317"/>
                  </a:cubicBezTo>
                  <a:cubicBezTo>
                    <a:pt x="19446" y="475"/>
                    <a:pt x="19572" y="602"/>
                    <a:pt x="19731" y="602"/>
                  </a:cubicBezTo>
                  <a:lnTo>
                    <a:pt x="20142" y="602"/>
                  </a:lnTo>
                  <a:cubicBezTo>
                    <a:pt x="20301" y="602"/>
                    <a:pt x="20427" y="475"/>
                    <a:pt x="20427" y="317"/>
                  </a:cubicBezTo>
                  <a:cubicBezTo>
                    <a:pt x="20427" y="158"/>
                    <a:pt x="20301" y="0"/>
                    <a:pt x="20142" y="0"/>
                  </a:cubicBezTo>
                  <a:close/>
                  <a:moveTo>
                    <a:pt x="22518" y="0"/>
                  </a:moveTo>
                  <a:cubicBezTo>
                    <a:pt x="22359" y="0"/>
                    <a:pt x="22201" y="158"/>
                    <a:pt x="22201" y="317"/>
                  </a:cubicBezTo>
                  <a:cubicBezTo>
                    <a:pt x="22201" y="475"/>
                    <a:pt x="22359" y="602"/>
                    <a:pt x="22518" y="602"/>
                  </a:cubicBezTo>
                  <a:lnTo>
                    <a:pt x="22898" y="602"/>
                  </a:lnTo>
                  <a:cubicBezTo>
                    <a:pt x="23088" y="602"/>
                    <a:pt x="23214" y="475"/>
                    <a:pt x="23214" y="317"/>
                  </a:cubicBezTo>
                  <a:cubicBezTo>
                    <a:pt x="23214" y="158"/>
                    <a:pt x="23056" y="0"/>
                    <a:pt x="22898" y="0"/>
                  </a:cubicBezTo>
                  <a:close/>
                  <a:moveTo>
                    <a:pt x="25304" y="0"/>
                  </a:moveTo>
                  <a:cubicBezTo>
                    <a:pt x="25114" y="0"/>
                    <a:pt x="24988" y="158"/>
                    <a:pt x="24988" y="317"/>
                  </a:cubicBezTo>
                  <a:cubicBezTo>
                    <a:pt x="24988" y="475"/>
                    <a:pt x="25114" y="602"/>
                    <a:pt x="25304" y="602"/>
                  </a:cubicBezTo>
                  <a:lnTo>
                    <a:pt x="25684" y="602"/>
                  </a:lnTo>
                  <a:cubicBezTo>
                    <a:pt x="25843" y="602"/>
                    <a:pt x="25970" y="475"/>
                    <a:pt x="25970" y="317"/>
                  </a:cubicBezTo>
                  <a:cubicBezTo>
                    <a:pt x="25970" y="158"/>
                    <a:pt x="25843" y="0"/>
                    <a:pt x="25684" y="0"/>
                  </a:cubicBezTo>
                  <a:close/>
                  <a:moveTo>
                    <a:pt x="28060" y="0"/>
                  </a:moveTo>
                  <a:cubicBezTo>
                    <a:pt x="27901" y="0"/>
                    <a:pt x="27775" y="158"/>
                    <a:pt x="27775" y="317"/>
                  </a:cubicBezTo>
                  <a:cubicBezTo>
                    <a:pt x="27775" y="475"/>
                    <a:pt x="27901" y="602"/>
                    <a:pt x="28060" y="602"/>
                  </a:cubicBezTo>
                  <a:lnTo>
                    <a:pt x="28471" y="602"/>
                  </a:lnTo>
                  <a:cubicBezTo>
                    <a:pt x="28630" y="602"/>
                    <a:pt x="28756" y="475"/>
                    <a:pt x="28756" y="317"/>
                  </a:cubicBezTo>
                  <a:cubicBezTo>
                    <a:pt x="28756" y="158"/>
                    <a:pt x="28630" y="0"/>
                    <a:pt x="28471" y="0"/>
                  </a:cubicBezTo>
                  <a:close/>
                  <a:moveTo>
                    <a:pt x="30847" y="0"/>
                  </a:moveTo>
                  <a:cubicBezTo>
                    <a:pt x="30688" y="0"/>
                    <a:pt x="30562" y="158"/>
                    <a:pt x="30562" y="317"/>
                  </a:cubicBezTo>
                  <a:cubicBezTo>
                    <a:pt x="30562" y="475"/>
                    <a:pt x="30688" y="602"/>
                    <a:pt x="30847" y="602"/>
                  </a:cubicBezTo>
                  <a:lnTo>
                    <a:pt x="31227" y="602"/>
                  </a:lnTo>
                  <a:cubicBezTo>
                    <a:pt x="31417" y="602"/>
                    <a:pt x="31543" y="475"/>
                    <a:pt x="31543" y="317"/>
                  </a:cubicBezTo>
                  <a:cubicBezTo>
                    <a:pt x="31543" y="158"/>
                    <a:pt x="31417" y="0"/>
                    <a:pt x="31227"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4"/>
            <p:cNvSpPr/>
            <p:nvPr/>
          </p:nvSpPr>
          <p:spPr>
            <a:xfrm>
              <a:off x="1767550" y="3580462"/>
              <a:ext cx="25017" cy="18992"/>
            </a:xfrm>
            <a:custGeom>
              <a:avLst/>
              <a:gdLst/>
              <a:ahLst/>
              <a:cxnLst/>
              <a:rect l="l" t="t" r="r" b="b"/>
              <a:pathLst>
                <a:path w="793" h="602" extrusionOk="0">
                  <a:moveTo>
                    <a:pt x="286" y="0"/>
                  </a:moveTo>
                  <a:cubicBezTo>
                    <a:pt x="127" y="0"/>
                    <a:pt x="1" y="158"/>
                    <a:pt x="1" y="317"/>
                  </a:cubicBezTo>
                  <a:cubicBezTo>
                    <a:pt x="1" y="475"/>
                    <a:pt x="127" y="602"/>
                    <a:pt x="286" y="602"/>
                  </a:cubicBezTo>
                  <a:lnTo>
                    <a:pt x="507" y="602"/>
                  </a:lnTo>
                  <a:cubicBezTo>
                    <a:pt x="666" y="602"/>
                    <a:pt x="792" y="475"/>
                    <a:pt x="792" y="317"/>
                  </a:cubicBezTo>
                  <a:cubicBezTo>
                    <a:pt x="792" y="158"/>
                    <a:pt x="666" y="0"/>
                    <a:pt x="507"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 name="Google Shape;698;p24"/>
          <p:cNvGrpSpPr/>
          <p:nvPr/>
        </p:nvGrpSpPr>
        <p:grpSpPr>
          <a:xfrm>
            <a:off x="5547378" y="2561870"/>
            <a:ext cx="1158057" cy="1019615"/>
            <a:chOff x="5627008" y="1464034"/>
            <a:chExt cx="1013085" cy="891974"/>
          </a:xfrm>
        </p:grpSpPr>
        <p:sp>
          <p:nvSpPr>
            <p:cNvPr id="699" name="Google Shape;699;p24"/>
            <p:cNvSpPr/>
            <p:nvPr/>
          </p:nvSpPr>
          <p:spPr>
            <a:xfrm>
              <a:off x="5627008" y="1464034"/>
              <a:ext cx="1013085" cy="891974"/>
            </a:xfrm>
            <a:custGeom>
              <a:avLst/>
              <a:gdLst/>
              <a:ahLst/>
              <a:cxnLst/>
              <a:rect l="l" t="t" r="r" b="b"/>
              <a:pathLst>
                <a:path w="32113" h="28274" extrusionOk="0">
                  <a:moveTo>
                    <a:pt x="16050" y="0"/>
                  </a:moveTo>
                  <a:cubicBezTo>
                    <a:pt x="14212" y="0"/>
                    <a:pt x="12345" y="360"/>
                    <a:pt x="10546" y="1121"/>
                  </a:cubicBezTo>
                  <a:cubicBezTo>
                    <a:pt x="3357" y="4161"/>
                    <a:pt x="0" y="12458"/>
                    <a:pt x="3041" y="19647"/>
                  </a:cubicBezTo>
                  <a:cubicBezTo>
                    <a:pt x="5320" y="25037"/>
                    <a:pt x="10556" y="28273"/>
                    <a:pt x="16063" y="28273"/>
                  </a:cubicBezTo>
                  <a:cubicBezTo>
                    <a:pt x="17901" y="28273"/>
                    <a:pt x="19769" y="27913"/>
                    <a:pt x="21567" y="27153"/>
                  </a:cubicBezTo>
                  <a:cubicBezTo>
                    <a:pt x="28756" y="24112"/>
                    <a:pt x="32113" y="15815"/>
                    <a:pt x="29073" y="8626"/>
                  </a:cubicBezTo>
                  <a:cubicBezTo>
                    <a:pt x="26793" y="3236"/>
                    <a:pt x="21558" y="0"/>
                    <a:pt x="16050" y="0"/>
                  </a:cubicBezTo>
                  <a:close/>
                </a:path>
              </a:pathLst>
            </a:custGeom>
            <a:solidFill>
              <a:srgbClr val="FFFFFF"/>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0" name="Google Shape;700;p24"/>
            <p:cNvSpPr/>
            <p:nvPr/>
          </p:nvSpPr>
          <p:spPr>
            <a:xfrm>
              <a:off x="5946710" y="1694205"/>
              <a:ext cx="161870" cy="75966"/>
            </a:xfrm>
            <a:custGeom>
              <a:avLst/>
              <a:gdLst/>
              <a:ahLst/>
              <a:cxnLst/>
              <a:rect l="l" t="t" r="r" b="b"/>
              <a:pathLst>
                <a:path w="5131" h="2408" extrusionOk="0">
                  <a:moveTo>
                    <a:pt x="0" y="0"/>
                  </a:moveTo>
                  <a:lnTo>
                    <a:pt x="0" y="2407"/>
                  </a:lnTo>
                  <a:lnTo>
                    <a:pt x="5131" y="2407"/>
                  </a:lnTo>
                  <a:lnTo>
                    <a:pt x="5131" y="0"/>
                  </a:lnTo>
                  <a:close/>
                </a:path>
              </a:pathLst>
            </a:custGeom>
            <a:solidFill>
              <a:srgbClr val="D1975D"/>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1" name="Google Shape;701;p24"/>
            <p:cNvSpPr/>
            <p:nvPr/>
          </p:nvSpPr>
          <p:spPr>
            <a:xfrm>
              <a:off x="5996650" y="1554323"/>
              <a:ext cx="63000" cy="61991"/>
            </a:xfrm>
            <a:custGeom>
              <a:avLst/>
              <a:gdLst/>
              <a:ahLst/>
              <a:cxnLst/>
              <a:rect l="l" t="t" r="r" b="b"/>
              <a:pathLst>
                <a:path w="1997" h="1965" extrusionOk="0">
                  <a:moveTo>
                    <a:pt x="983" y="1"/>
                  </a:moveTo>
                  <a:cubicBezTo>
                    <a:pt x="444" y="1"/>
                    <a:pt x="1" y="444"/>
                    <a:pt x="1" y="982"/>
                  </a:cubicBezTo>
                  <a:cubicBezTo>
                    <a:pt x="1" y="1521"/>
                    <a:pt x="444" y="1964"/>
                    <a:pt x="983" y="1964"/>
                  </a:cubicBezTo>
                  <a:cubicBezTo>
                    <a:pt x="1553" y="1964"/>
                    <a:pt x="1996" y="1521"/>
                    <a:pt x="1996" y="982"/>
                  </a:cubicBezTo>
                  <a:cubicBezTo>
                    <a:pt x="1996" y="444"/>
                    <a:pt x="1553" y="1"/>
                    <a:pt x="983" y="1"/>
                  </a:cubicBezTo>
                  <a:close/>
                </a:path>
              </a:pathLst>
            </a:custGeom>
            <a:solidFill>
              <a:srgbClr val="D1975D"/>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2" name="Google Shape;702;p24"/>
            <p:cNvSpPr/>
            <p:nvPr/>
          </p:nvSpPr>
          <p:spPr>
            <a:xfrm>
              <a:off x="6015641" y="1587291"/>
              <a:ext cx="24008" cy="56975"/>
            </a:xfrm>
            <a:custGeom>
              <a:avLst/>
              <a:gdLst/>
              <a:ahLst/>
              <a:cxnLst/>
              <a:rect l="l" t="t" r="r" b="b"/>
              <a:pathLst>
                <a:path w="761" h="1806" extrusionOk="0">
                  <a:moveTo>
                    <a:pt x="1" y="1"/>
                  </a:moveTo>
                  <a:lnTo>
                    <a:pt x="1" y="1806"/>
                  </a:lnTo>
                  <a:lnTo>
                    <a:pt x="761" y="1806"/>
                  </a:lnTo>
                  <a:lnTo>
                    <a:pt x="761" y="1"/>
                  </a:lnTo>
                  <a:close/>
                </a:path>
              </a:pathLst>
            </a:custGeom>
            <a:solidFill>
              <a:srgbClr val="D1975D"/>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3" name="Google Shape;703;p24"/>
            <p:cNvSpPr/>
            <p:nvPr/>
          </p:nvSpPr>
          <p:spPr>
            <a:xfrm>
              <a:off x="5881754" y="1743167"/>
              <a:ext cx="291783" cy="150892"/>
            </a:xfrm>
            <a:custGeom>
              <a:avLst/>
              <a:gdLst/>
              <a:ahLst/>
              <a:cxnLst/>
              <a:rect l="l" t="t" r="r" b="b"/>
              <a:pathLst>
                <a:path w="9249" h="4783" extrusionOk="0">
                  <a:moveTo>
                    <a:pt x="2154" y="0"/>
                  </a:moveTo>
                  <a:cubicBezTo>
                    <a:pt x="983" y="0"/>
                    <a:pt x="1" y="982"/>
                    <a:pt x="1" y="2153"/>
                  </a:cubicBezTo>
                  <a:lnTo>
                    <a:pt x="1" y="4782"/>
                  </a:lnTo>
                  <a:lnTo>
                    <a:pt x="9248" y="4782"/>
                  </a:lnTo>
                  <a:lnTo>
                    <a:pt x="9248" y="2153"/>
                  </a:lnTo>
                  <a:cubicBezTo>
                    <a:pt x="9248" y="982"/>
                    <a:pt x="8298" y="0"/>
                    <a:pt x="7095" y="0"/>
                  </a:cubicBezTo>
                  <a:close/>
                </a:path>
              </a:pathLst>
            </a:custGeom>
            <a:solidFill>
              <a:srgbClr val="F2B872"/>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4" name="Google Shape;704;p24"/>
            <p:cNvSpPr/>
            <p:nvPr/>
          </p:nvSpPr>
          <p:spPr>
            <a:xfrm>
              <a:off x="5881754" y="2056875"/>
              <a:ext cx="291783" cy="171871"/>
            </a:xfrm>
            <a:custGeom>
              <a:avLst/>
              <a:gdLst/>
              <a:ahLst/>
              <a:cxnLst/>
              <a:rect l="l" t="t" r="r" b="b"/>
              <a:pathLst>
                <a:path w="9249" h="5448" extrusionOk="0">
                  <a:moveTo>
                    <a:pt x="1" y="0"/>
                  </a:moveTo>
                  <a:lnTo>
                    <a:pt x="1" y="3294"/>
                  </a:lnTo>
                  <a:cubicBezTo>
                    <a:pt x="1" y="4497"/>
                    <a:pt x="983" y="5447"/>
                    <a:pt x="2154" y="5447"/>
                  </a:cubicBezTo>
                  <a:lnTo>
                    <a:pt x="7095" y="5447"/>
                  </a:lnTo>
                  <a:cubicBezTo>
                    <a:pt x="8298" y="5447"/>
                    <a:pt x="9248" y="4497"/>
                    <a:pt x="9248" y="3294"/>
                  </a:cubicBezTo>
                  <a:lnTo>
                    <a:pt x="9248" y="0"/>
                  </a:lnTo>
                  <a:close/>
                </a:path>
              </a:pathLst>
            </a:custGeom>
            <a:solidFill>
              <a:srgbClr val="F2B872"/>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5" name="Google Shape;705;p24"/>
            <p:cNvSpPr/>
            <p:nvPr/>
          </p:nvSpPr>
          <p:spPr>
            <a:xfrm>
              <a:off x="5881754" y="1894027"/>
              <a:ext cx="291783" cy="162880"/>
            </a:xfrm>
            <a:custGeom>
              <a:avLst/>
              <a:gdLst/>
              <a:ahLst/>
              <a:cxnLst/>
              <a:rect l="l" t="t" r="r" b="b"/>
              <a:pathLst>
                <a:path w="9249" h="5163" extrusionOk="0">
                  <a:moveTo>
                    <a:pt x="1" y="0"/>
                  </a:moveTo>
                  <a:lnTo>
                    <a:pt x="1" y="5162"/>
                  </a:lnTo>
                  <a:lnTo>
                    <a:pt x="9248" y="5162"/>
                  </a:lnTo>
                  <a:lnTo>
                    <a:pt x="9248" y="0"/>
                  </a:lnTo>
                  <a:close/>
                </a:path>
              </a:pathLst>
            </a:custGeom>
            <a:solidFill>
              <a:srgbClr val="376B8C"/>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6" name="Google Shape;706;p24"/>
            <p:cNvSpPr/>
            <p:nvPr/>
          </p:nvSpPr>
          <p:spPr>
            <a:xfrm>
              <a:off x="5904752" y="1625274"/>
              <a:ext cx="245787" cy="92939"/>
            </a:xfrm>
            <a:custGeom>
              <a:avLst/>
              <a:gdLst/>
              <a:ahLst/>
              <a:cxnLst/>
              <a:rect l="l" t="t" r="r" b="b"/>
              <a:pathLst>
                <a:path w="7791" h="2946" extrusionOk="0">
                  <a:moveTo>
                    <a:pt x="1077" y="0"/>
                  </a:moveTo>
                  <a:cubicBezTo>
                    <a:pt x="507" y="0"/>
                    <a:pt x="0" y="475"/>
                    <a:pt x="0" y="1077"/>
                  </a:cubicBezTo>
                  <a:lnTo>
                    <a:pt x="0" y="2945"/>
                  </a:lnTo>
                  <a:lnTo>
                    <a:pt x="7791" y="2945"/>
                  </a:lnTo>
                  <a:lnTo>
                    <a:pt x="7791" y="1077"/>
                  </a:lnTo>
                  <a:cubicBezTo>
                    <a:pt x="7791" y="475"/>
                    <a:pt x="7316" y="0"/>
                    <a:pt x="6714" y="0"/>
                  </a:cubicBezTo>
                  <a:close/>
                </a:path>
              </a:pathLst>
            </a:custGeom>
            <a:solidFill>
              <a:srgbClr val="F2B872"/>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7" name="Google Shape;707;p24"/>
            <p:cNvSpPr/>
            <p:nvPr/>
          </p:nvSpPr>
          <p:spPr>
            <a:xfrm>
              <a:off x="6089589" y="1605273"/>
              <a:ext cx="469585" cy="345729"/>
            </a:xfrm>
            <a:custGeom>
              <a:avLst/>
              <a:gdLst/>
              <a:ahLst/>
              <a:cxnLst/>
              <a:rect l="l" t="t" r="r" b="b"/>
              <a:pathLst>
                <a:path w="14885" h="10959" extrusionOk="0">
                  <a:moveTo>
                    <a:pt x="9976" y="1552"/>
                  </a:moveTo>
                  <a:cubicBezTo>
                    <a:pt x="11813" y="1552"/>
                    <a:pt x="13333" y="3041"/>
                    <a:pt x="13333" y="4909"/>
                  </a:cubicBezTo>
                  <a:lnTo>
                    <a:pt x="13333" y="6049"/>
                  </a:lnTo>
                  <a:cubicBezTo>
                    <a:pt x="13333" y="7886"/>
                    <a:pt x="11844" y="9406"/>
                    <a:pt x="9976" y="9406"/>
                  </a:cubicBezTo>
                  <a:lnTo>
                    <a:pt x="4909" y="9406"/>
                  </a:lnTo>
                  <a:cubicBezTo>
                    <a:pt x="3040" y="9406"/>
                    <a:pt x="1552" y="7886"/>
                    <a:pt x="1552" y="6049"/>
                  </a:cubicBezTo>
                  <a:lnTo>
                    <a:pt x="1552" y="4909"/>
                  </a:lnTo>
                  <a:cubicBezTo>
                    <a:pt x="1552" y="3041"/>
                    <a:pt x="3040" y="1552"/>
                    <a:pt x="4909" y="1552"/>
                  </a:cubicBezTo>
                  <a:close/>
                  <a:moveTo>
                    <a:pt x="4909" y="1"/>
                  </a:moveTo>
                  <a:cubicBezTo>
                    <a:pt x="2185" y="1"/>
                    <a:pt x="0" y="2186"/>
                    <a:pt x="0" y="4909"/>
                  </a:cubicBezTo>
                  <a:lnTo>
                    <a:pt x="0" y="6049"/>
                  </a:lnTo>
                  <a:cubicBezTo>
                    <a:pt x="0" y="8741"/>
                    <a:pt x="2185" y="10958"/>
                    <a:pt x="4909" y="10958"/>
                  </a:cubicBezTo>
                  <a:lnTo>
                    <a:pt x="9976" y="10958"/>
                  </a:lnTo>
                  <a:cubicBezTo>
                    <a:pt x="12668" y="10958"/>
                    <a:pt x="14885" y="8741"/>
                    <a:pt x="14885" y="6049"/>
                  </a:cubicBezTo>
                  <a:lnTo>
                    <a:pt x="14885" y="4909"/>
                  </a:lnTo>
                  <a:cubicBezTo>
                    <a:pt x="14885" y="2186"/>
                    <a:pt x="12668" y="1"/>
                    <a:pt x="9976" y="1"/>
                  </a:cubicBezTo>
                  <a:close/>
                </a:path>
              </a:pathLst>
            </a:custGeom>
            <a:solidFill>
              <a:srgbClr val="30637F"/>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8" name="Google Shape;708;p24"/>
            <p:cNvSpPr/>
            <p:nvPr/>
          </p:nvSpPr>
          <p:spPr>
            <a:xfrm>
              <a:off x="6084573" y="1822067"/>
              <a:ext cx="479585" cy="429645"/>
            </a:xfrm>
            <a:custGeom>
              <a:avLst/>
              <a:gdLst/>
              <a:ahLst/>
              <a:cxnLst/>
              <a:rect l="l" t="t" r="r" b="b"/>
              <a:pathLst>
                <a:path w="15202" h="13619" extrusionOk="0">
                  <a:moveTo>
                    <a:pt x="7601" y="1"/>
                  </a:moveTo>
                  <a:cubicBezTo>
                    <a:pt x="3421" y="1"/>
                    <a:pt x="1" y="3389"/>
                    <a:pt x="1" y="7570"/>
                  </a:cubicBezTo>
                  <a:cubicBezTo>
                    <a:pt x="1" y="10072"/>
                    <a:pt x="1204" y="12257"/>
                    <a:pt x="3009" y="13618"/>
                  </a:cubicBezTo>
                  <a:lnTo>
                    <a:pt x="12193" y="13618"/>
                  </a:lnTo>
                  <a:cubicBezTo>
                    <a:pt x="13999" y="12257"/>
                    <a:pt x="15202" y="10072"/>
                    <a:pt x="15202" y="7570"/>
                  </a:cubicBezTo>
                  <a:cubicBezTo>
                    <a:pt x="15202" y="3389"/>
                    <a:pt x="11782" y="1"/>
                    <a:pt x="7601" y="1"/>
                  </a:cubicBezTo>
                  <a:close/>
                </a:path>
              </a:pathLst>
            </a:custGeom>
            <a:solidFill>
              <a:srgbClr val="43AED9"/>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09" name="Google Shape;709;p24"/>
            <p:cNvSpPr/>
            <p:nvPr/>
          </p:nvSpPr>
          <p:spPr>
            <a:xfrm>
              <a:off x="6160508" y="1907971"/>
              <a:ext cx="327747" cy="297493"/>
            </a:xfrm>
            <a:custGeom>
              <a:avLst/>
              <a:gdLst/>
              <a:ahLst/>
              <a:cxnLst/>
              <a:rect l="l" t="t" r="r" b="b"/>
              <a:pathLst>
                <a:path w="10389" h="9430" extrusionOk="0">
                  <a:moveTo>
                    <a:pt x="5186" y="0"/>
                  </a:moveTo>
                  <a:cubicBezTo>
                    <a:pt x="3050" y="0"/>
                    <a:pt x="1118" y="1473"/>
                    <a:pt x="602" y="3643"/>
                  </a:cubicBezTo>
                  <a:cubicBezTo>
                    <a:pt x="1" y="6177"/>
                    <a:pt x="1584" y="8710"/>
                    <a:pt x="4118" y="9312"/>
                  </a:cubicBezTo>
                  <a:cubicBezTo>
                    <a:pt x="4471" y="9392"/>
                    <a:pt x="4825" y="9430"/>
                    <a:pt x="5173" y="9430"/>
                  </a:cubicBezTo>
                  <a:cubicBezTo>
                    <a:pt x="7321" y="9430"/>
                    <a:pt x="9269" y="7977"/>
                    <a:pt x="9786" y="5797"/>
                  </a:cubicBezTo>
                  <a:cubicBezTo>
                    <a:pt x="10388" y="3263"/>
                    <a:pt x="8805" y="730"/>
                    <a:pt x="6271" y="128"/>
                  </a:cubicBezTo>
                  <a:cubicBezTo>
                    <a:pt x="5908" y="42"/>
                    <a:pt x="5544" y="0"/>
                    <a:pt x="5186" y="0"/>
                  </a:cubicBezTo>
                  <a:close/>
                </a:path>
              </a:pathLst>
            </a:custGeom>
            <a:solidFill>
              <a:srgbClr val="30637F"/>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0" name="Google Shape;710;p24"/>
            <p:cNvSpPr/>
            <p:nvPr/>
          </p:nvSpPr>
          <p:spPr>
            <a:xfrm>
              <a:off x="6258431" y="1977943"/>
              <a:ext cx="43977" cy="91929"/>
            </a:xfrm>
            <a:custGeom>
              <a:avLst/>
              <a:gdLst/>
              <a:ahLst/>
              <a:cxnLst/>
              <a:rect l="l" t="t" r="r" b="b"/>
              <a:pathLst>
                <a:path w="1394" h="2914" extrusionOk="0">
                  <a:moveTo>
                    <a:pt x="887" y="0"/>
                  </a:moveTo>
                  <a:lnTo>
                    <a:pt x="0" y="760"/>
                  </a:lnTo>
                  <a:lnTo>
                    <a:pt x="285" y="1109"/>
                  </a:lnTo>
                  <a:lnTo>
                    <a:pt x="602" y="855"/>
                  </a:lnTo>
                  <a:cubicBezTo>
                    <a:pt x="634" y="824"/>
                    <a:pt x="729" y="760"/>
                    <a:pt x="824" y="634"/>
                  </a:cubicBezTo>
                  <a:lnTo>
                    <a:pt x="824" y="634"/>
                  </a:lnTo>
                  <a:lnTo>
                    <a:pt x="792" y="950"/>
                  </a:lnTo>
                  <a:lnTo>
                    <a:pt x="792" y="1235"/>
                  </a:lnTo>
                  <a:lnTo>
                    <a:pt x="792" y="2914"/>
                  </a:lnTo>
                  <a:lnTo>
                    <a:pt x="1394" y="2914"/>
                  </a:lnTo>
                  <a:lnTo>
                    <a:pt x="1394" y="0"/>
                  </a:lnTo>
                  <a:close/>
                </a:path>
              </a:pathLst>
            </a:custGeom>
            <a:solidFill>
              <a:srgbClr val="FCFCFC"/>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1" name="Google Shape;711;p24"/>
            <p:cNvSpPr/>
            <p:nvPr/>
          </p:nvSpPr>
          <p:spPr>
            <a:xfrm>
              <a:off x="6327362" y="1977943"/>
              <a:ext cx="58962" cy="93948"/>
            </a:xfrm>
            <a:custGeom>
              <a:avLst/>
              <a:gdLst/>
              <a:ahLst/>
              <a:cxnLst/>
              <a:rect l="l" t="t" r="r" b="b"/>
              <a:pathLst>
                <a:path w="1869" h="2978" extrusionOk="0">
                  <a:moveTo>
                    <a:pt x="159" y="0"/>
                  </a:moveTo>
                  <a:lnTo>
                    <a:pt x="64" y="1489"/>
                  </a:lnTo>
                  <a:lnTo>
                    <a:pt x="285" y="1615"/>
                  </a:lnTo>
                  <a:cubicBezTo>
                    <a:pt x="349" y="1615"/>
                    <a:pt x="412" y="1584"/>
                    <a:pt x="507" y="1584"/>
                  </a:cubicBezTo>
                  <a:cubicBezTo>
                    <a:pt x="570" y="1552"/>
                    <a:pt x="665" y="1552"/>
                    <a:pt x="729" y="1552"/>
                  </a:cubicBezTo>
                  <a:cubicBezTo>
                    <a:pt x="1077" y="1552"/>
                    <a:pt x="1267" y="1710"/>
                    <a:pt x="1267" y="1995"/>
                  </a:cubicBezTo>
                  <a:cubicBezTo>
                    <a:pt x="1267" y="2312"/>
                    <a:pt x="1109" y="2470"/>
                    <a:pt x="729" y="2470"/>
                  </a:cubicBezTo>
                  <a:cubicBezTo>
                    <a:pt x="602" y="2470"/>
                    <a:pt x="507" y="2439"/>
                    <a:pt x="349" y="2407"/>
                  </a:cubicBezTo>
                  <a:cubicBezTo>
                    <a:pt x="222" y="2375"/>
                    <a:pt x="95" y="2312"/>
                    <a:pt x="0" y="2280"/>
                  </a:cubicBezTo>
                  <a:lnTo>
                    <a:pt x="0" y="2819"/>
                  </a:lnTo>
                  <a:cubicBezTo>
                    <a:pt x="190" y="2914"/>
                    <a:pt x="444" y="2977"/>
                    <a:pt x="760" y="2977"/>
                  </a:cubicBezTo>
                  <a:cubicBezTo>
                    <a:pt x="1109" y="2977"/>
                    <a:pt x="1394" y="2882"/>
                    <a:pt x="1584" y="2692"/>
                  </a:cubicBezTo>
                  <a:cubicBezTo>
                    <a:pt x="1774" y="2534"/>
                    <a:pt x="1869" y="2280"/>
                    <a:pt x="1869" y="1932"/>
                  </a:cubicBezTo>
                  <a:cubicBezTo>
                    <a:pt x="1869" y="1679"/>
                    <a:pt x="1774" y="1457"/>
                    <a:pt x="1615" y="1299"/>
                  </a:cubicBezTo>
                  <a:cubicBezTo>
                    <a:pt x="1457" y="1140"/>
                    <a:pt x="1267" y="1045"/>
                    <a:pt x="982" y="1045"/>
                  </a:cubicBezTo>
                  <a:cubicBezTo>
                    <a:pt x="855" y="1045"/>
                    <a:pt x="760" y="1045"/>
                    <a:pt x="697" y="1077"/>
                  </a:cubicBezTo>
                  <a:lnTo>
                    <a:pt x="634" y="1109"/>
                  </a:lnTo>
                  <a:lnTo>
                    <a:pt x="697" y="507"/>
                  </a:lnTo>
                  <a:lnTo>
                    <a:pt x="1679" y="507"/>
                  </a:lnTo>
                  <a:lnTo>
                    <a:pt x="1679" y="0"/>
                  </a:lnTo>
                  <a:close/>
                </a:path>
              </a:pathLst>
            </a:custGeom>
            <a:solidFill>
              <a:srgbClr val="FCFCFC"/>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2" name="Google Shape;712;p24"/>
            <p:cNvSpPr/>
            <p:nvPr/>
          </p:nvSpPr>
          <p:spPr>
            <a:xfrm>
              <a:off x="6278401" y="2087823"/>
              <a:ext cx="45996" cy="58994"/>
            </a:xfrm>
            <a:custGeom>
              <a:avLst/>
              <a:gdLst/>
              <a:ahLst/>
              <a:cxnLst/>
              <a:rect l="l" t="t" r="r" b="b"/>
              <a:pathLst>
                <a:path w="1458" h="1870" extrusionOk="0">
                  <a:moveTo>
                    <a:pt x="1" y="1"/>
                  </a:moveTo>
                  <a:lnTo>
                    <a:pt x="1" y="1869"/>
                  </a:lnTo>
                  <a:lnTo>
                    <a:pt x="381" y="1869"/>
                  </a:lnTo>
                  <a:lnTo>
                    <a:pt x="381" y="1204"/>
                  </a:lnTo>
                  <a:lnTo>
                    <a:pt x="571" y="1078"/>
                  </a:lnTo>
                  <a:lnTo>
                    <a:pt x="1014" y="1869"/>
                  </a:lnTo>
                  <a:lnTo>
                    <a:pt x="1457" y="1869"/>
                  </a:lnTo>
                  <a:lnTo>
                    <a:pt x="824" y="824"/>
                  </a:lnTo>
                  <a:lnTo>
                    <a:pt x="1457" y="1"/>
                  </a:lnTo>
                  <a:lnTo>
                    <a:pt x="1046" y="1"/>
                  </a:lnTo>
                  <a:lnTo>
                    <a:pt x="539" y="634"/>
                  </a:lnTo>
                  <a:lnTo>
                    <a:pt x="381" y="856"/>
                  </a:lnTo>
                  <a:lnTo>
                    <a:pt x="381" y="1"/>
                  </a:lnTo>
                  <a:close/>
                </a:path>
              </a:pathLst>
            </a:custGeom>
            <a:solidFill>
              <a:srgbClr val="FCFCFC"/>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3" name="Google Shape;713;p24"/>
            <p:cNvSpPr/>
            <p:nvPr/>
          </p:nvSpPr>
          <p:spPr>
            <a:xfrm>
              <a:off x="6329350" y="2086845"/>
              <a:ext cx="45996" cy="60950"/>
            </a:xfrm>
            <a:custGeom>
              <a:avLst/>
              <a:gdLst/>
              <a:ahLst/>
              <a:cxnLst/>
              <a:rect l="l" t="t" r="r" b="b"/>
              <a:pathLst>
                <a:path w="1458" h="1932" extrusionOk="0">
                  <a:moveTo>
                    <a:pt x="919" y="0"/>
                  </a:moveTo>
                  <a:cubicBezTo>
                    <a:pt x="634" y="0"/>
                    <a:pt x="412" y="95"/>
                    <a:pt x="254" y="253"/>
                  </a:cubicBezTo>
                  <a:cubicBezTo>
                    <a:pt x="64" y="412"/>
                    <a:pt x="1" y="665"/>
                    <a:pt x="1" y="982"/>
                  </a:cubicBezTo>
                  <a:cubicBezTo>
                    <a:pt x="1" y="1267"/>
                    <a:pt x="64" y="1520"/>
                    <a:pt x="191" y="1679"/>
                  </a:cubicBezTo>
                  <a:cubicBezTo>
                    <a:pt x="349" y="1869"/>
                    <a:pt x="571" y="1932"/>
                    <a:pt x="824" y="1932"/>
                  </a:cubicBezTo>
                  <a:cubicBezTo>
                    <a:pt x="919" y="1932"/>
                    <a:pt x="1046" y="1932"/>
                    <a:pt x="1141" y="1900"/>
                  </a:cubicBezTo>
                  <a:cubicBezTo>
                    <a:pt x="1236" y="1900"/>
                    <a:pt x="1362" y="1869"/>
                    <a:pt x="1457" y="1837"/>
                  </a:cubicBezTo>
                  <a:lnTo>
                    <a:pt x="1457" y="855"/>
                  </a:lnTo>
                  <a:lnTo>
                    <a:pt x="761" y="855"/>
                  </a:lnTo>
                  <a:lnTo>
                    <a:pt x="761" y="1172"/>
                  </a:lnTo>
                  <a:lnTo>
                    <a:pt x="1077" y="1172"/>
                  </a:lnTo>
                  <a:lnTo>
                    <a:pt x="1077" y="1584"/>
                  </a:lnTo>
                  <a:cubicBezTo>
                    <a:pt x="1014" y="1584"/>
                    <a:pt x="919" y="1615"/>
                    <a:pt x="856" y="1615"/>
                  </a:cubicBezTo>
                  <a:cubicBezTo>
                    <a:pt x="697" y="1615"/>
                    <a:pt x="571" y="1552"/>
                    <a:pt x="507" y="1457"/>
                  </a:cubicBezTo>
                  <a:cubicBezTo>
                    <a:pt x="412" y="1330"/>
                    <a:pt x="381" y="1172"/>
                    <a:pt x="381" y="982"/>
                  </a:cubicBezTo>
                  <a:cubicBezTo>
                    <a:pt x="381" y="792"/>
                    <a:pt x="444" y="633"/>
                    <a:pt x="539" y="507"/>
                  </a:cubicBezTo>
                  <a:cubicBezTo>
                    <a:pt x="634" y="380"/>
                    <a:pt x="761" y="317"/>
                    <a:pt x="919" y="317"/>
                  </a:cubicBezTo>
                  <a:cubicBezTo>
                    <a:pt x="1077" y="317"/>
                    <a:pt x="1204" y="380"/>
                    <a:pt x="1331" y="443"/>
                  </a:cubicBezTo>
                  <a:lnTo>
                    <a:pt x="1457" y="127"/>
                  </a:lnTo>
                  <a:cubicBezTo>
                    <a:pt x="1299" y="32"/>
                    <a:pt x="1109" y="0"/>
                    <a:pt x="919" y="0"/>
                  </a:cubicBezTo>
                  <a:close/>
                </a:path>
              </a:pathLst>
            </a:custGeom>
            <a:solidFill>
              <a:srgbClr val="FCFCFC"/>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4" name="Google Shape;714;p24"/>
            <p:cNvSpPr/>
            <p:nvPr/>
          </p:nvSpPr>
          <p:spPr>
            <a:xfrm>
              <a:off x="5784871" y="2130791"/>
              <a:ext cx="359673" cy="43977"/>
            </a:xfrm>
            <a:custGeom>
              <a:avLst/>
              <a:gdLst/>
              <a:ahLst/>
              <a:cxnLst/>
              <a:rect l="l" t="t" r="r" b="b"/>
              <a:pathLst>
                <a:path w="11401" h="1394" extrusionOk="0">
                  <a:moveTo>
                    <a:pt x="0" y="1"/>
                  </a:moveTo>
                  <a:lnTo>
                    <a:pt x="0" y="1394"/>
                  </a:lnTo>
                  <a:lnTo>
                    <a:pt x="11401" y="1394"/>
                  </a:lnTo>
                  <a:lnTo>
                    <a:pt x="11401" y="1"/>
                  </a:lnTo>
                  <a:close/>
                </a:path>
              </a:pathLst>
            </a:custGeom>
            <a:solidFill>
              <a:srgbClr val="376B8C"/>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5" name="Google Shape;715;p24"/>
            <p:cNvSpPr/>
            <p:nvPr/>
          </p:nvSpPr>
          <p:spPr>
            <a:xfrm>
              <a:off x="5768877" y="2020879"/>
              <a:ext cx="75966" cy="264810"/>
            </a:xfrm>
            <a:custGeom>
              <a:avLst/>
              <a:gdLst/>
              <a:ahLst/>
              <a:cxnLst/>
              <a:rect l="l" t="t" r="r" b="b"/>
              <a:pathLst>
                <a:path w="2408" h="8394" extrusionOk="0">
                  <a:moveTo>
                    <a:pt x="1204" y="1"/>
                  </a:moveTo>
                  <a:cubicBezTo>
                    <a:pt x="539" y="1"/>
                    <a:pt x="0" y="539"/>
                    <a:pt x="0" y="1204"/>
                  </a:cubicBezTo>
                  <a:lnTo>
                    <a:pt x="0" y="7190"/>
                  </a:lnTo>
                  <a:cubicBezTo>
                    <a:pt x="0" y="7855"/>
                    <a:pt x="539" y="8393"/>
                    <a:pt x="1204" y="8393"/>
                  </a:cubicBezTo>
                  <a:cubicBezTo>
                    <a:pt x="1869" y="8393"/>
                    <a:pt x="2407" y="7855"/>
                    <a:pt x="2407" y="7190"/>
                  </a:cubicBezTo>
                  <a:lnTo>
                    <a:pt x="2407" y="1204"/>
                  </a:lnTo>
                  <a:cubicBezTo>
                    <a:pt x="2407" y="539"/>
                    <a:pt x="1869" y="1"/>
                    <a:pt x="1204" y="1"/>
                  </a:cubicBezTo>
                  <a:close/>
                </a:path>
              </a:pathLst>
            </a:custGeom>
            <a:solidFill>
              <a:srgbClr val="F2856D"/>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6" name="Google Shape;716;p24"/>
            <p:cNvSpPr/>
            <p:nvPr/>
          </p:nvSpPr>
          <p:spPr>
            <a:xfrm>
              <a:off x="5692942" y="2121800"/>
              <a:ext cx="58962" cy="61959"/>
            </a:xfrm>
            <a:custGeom>
              <a:avLst/>
              <a:gdLst/>
              <a:ahLst/>
              <a:cxnLst/>
              <a:rect l="l" t="t" r="r" b="b"/>
              <a:pathLst>
                <a:path w="1869" h="1964" extrusionOk="0">
                  <a:moveTo>
                    <a:pt x="951" y="1"/>
                  </a:moveTo>
                  <a:cubicBezTo>
                    <a:pt x="412" y="1"/>
                    <a:pt x="1" y="444"/>
                    <a:pt x="1" y="982"/>
                  </a:cubicBezTo>
                  <a:cubicBezTo>
                    <a:pt x="1" y="1521"/>
                    <a:pt x="412" y="1964"/>
                    <a:pt x="951" y="1964"/>
                  </a:cubicBezTo>
                  <a:cubicBezTo>
                    <a:pt x="1457" y="1964"/>
                    <a:pt x="1869" y="1521"/>
                    <a:pt x="1869" y="982"/>
                  </a:cubicBezTo>
                  <a:cubicBezTo>
                    <a:pt x="1869" y="444"/>
                    <a:pt x="1457" y="1"/>
                    <a:pt x="951" y="1"/>
                  </a:cubicBezTo>
                  <a:close/>
                </a:path>
              </a:pathLst>
            </a:custGeom>
            <a:solidFill>
              <a:srgbClr val="376B8C"/>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7" name="Google Shape;717;p24"/>
            <p:cNvSpPr/>
            <p:nvPr/>
          </p:nvSpPr>
          <p:spPr>
            <a:xfrm>
              <a:off x="5718906" y="2066844"/>
              <a:ext cx="50003" cy="172880"/>
            </a:xfrm>
            <a:custGeom>
              <a:avLst/>
              <a:gdLst/>
              <a:ahLst/>
              <a:cxnLst/>
              <a:rect l="l" t="t" r="r" b="b"/>
              <a:pathLst>
                <a:path w="1585" h="5480" extrusionOk="0">
                  <a:moveTo>
                    <a:pt x="793" y="1"/>
                  </a:moveTo>
                  <a:cubicBezTo>
                    <a:pt x="349" y="1"/>
                    <a:pt x="1" y="349"/>
                    <a:pt x="1" y="792"/>
                  </a:cubicBezTo>
                  <a:lnTo>
                    <a:pt x="1" y="4688"/>
                  </a:lnTo>
                  <a:cubicBezTo>
                    <a:pt x="1" y="5099"/>
                    <a:pt x="349" y="5479"/>
                    <a:pt x="793" y="5479"/>
                  </a:cubicBezTo>
                  <a:cubicBezTo>
                    <a:pt x="1236" y="5479"/>
                    <a:pt x="1584" y="5099"/>
                    <a:pt x="1584" y="4688"/>
                  </a:cubicBezTo>
                  <a:lnTo>
                    <a:pt x="1584" y="792"/>
                  </a:lnTo>
                  <a:cubicBezTo>
                    <a:pt x="1584" y="349"/>
                    <a:pt x="1236" y="1"/>
                    <a:pt x="793" y="1"/>
                  </a:cubicBezTo>
                  <a:close/>
                </a:path>
              </a:pathLst>
            </a:custGeom>
            <a:solidFill>
              <a:srgbClr val="F2856D"/>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8" name="Google Shape;718;p24"/>
            <p:cNvSpPr/>
            <p:nvPr/>
          </p:nvSpPr>
          <p:spPr>
            <a:xfrm>
              <a:off x="6081576" y="2020879"/>
              <a:ext cx="75966" cy="264810"/>
            </a:xfrm>
            <a:custGeom>
              <a:avLst/>
              <a:gdLst/>
              <a:ahLst/>
              <a:cxnLst/>
              <a:rect l="l" t="t" r="r" b="b"/>
              <a:pathLst>
                <a:path w="2408" h="8394" extrusionOk="0">
                  <a:moveTo>
                    <a:pt x="1204" y="1"/>
                  </a:moveTo>
                  <a:cubicBezTo>
                    <a:pt x="539" y="1"/>
                    <a:pt x="1" y="539"/>
                    <a:pt x="1" y="1204"/>
                  </a:cubicBezTo>
                  <a:lnTo>
                    <a:pt x="1" y="7190"/>
                  </a:lnTo>
                  <a:cubicBezTo>
                    <a:pt x="1" y="7855"/>
                    <a:pt x="539" y="8393"/>
                    <a:pt x="1204" y="8393"/>
                  </a:cubicBezTo>
                  <a:cubicBezTo>
                    <a:pt x="1869" y="8393"/>
                    <a:pt x="2408" y="7855"/>
                    <a:pt x="2408" y="7190"/>
                  </a:cubicBezTo>
                  <a:lnTo>
                    <a:pt x="2408" y="1204"/>
                  </a:lnTo>
                  <a:cubicBezTo>
                    <a:pt x="2408" y="539"/>
                    <a:pt x="1869" y="1"/>
                    <a:pt x="1204" y="1"/>
                  </a:cubicBezTo>
                  <a:close/>
                </a:path>
              </a:pathLst>
            </a:custGeom>
            <a:solidFill>
              <a:srgbClr val="F2856D"/>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19" name="Google Shape;719;p24"/>
            <p:cNvSpPr/>
            <p:nvPr/>
          </p:nvSpPr>
          <p:spPr>
            <a:xfrm>
              <a:off x="6174483" y="2121800"/>
              <a:ext cx="58994" cy="61959"/>
            </a:xfrm>
            <a:custGeom>
              <a:avLst/>
              <a:gdLst/>
              <a:ahLst/>
              <a:cxnLst/>
              <a:rect l="l" t="t" r="r" b="b"/>
              <a:pathLst>
                <a:path w="1870" h="1964" extrusionOk="0">
                  <a:moveTo>
                    <a:pt x="919" y="1"/>
                  </a:moveTo>
                  <a:cubicBezTo>
                    <a:pt x="413" y="1"/>
                    <a:pt x="1" y="444"/>
                    <a:pt x="1" y="982"/>
                  </a:cubicBezTo>
                  <a:cubicBezTo>
                    <a:pt x="1" y="1521"/>
                    <a:pt x="413" y="1964"/>
                    <a:pt x="919" y="1964"/>
                  </a:cubicBezTo>
                  <a:cubicBezTo>
                    <a:pt x="1458" y="1964"/>
                    <a:pt x="1869" y="1521"/>
                    <a:pt x="1869" y="982"/>
                  </a:cubicBezTo>
                  <a:cubicBezTo>
                    <a:pt x="1869" y="444"/>
                    <a:pt x="1458" y="1"/>
                    <a:pt x="919" y="1"/>
                  </a:cubicBezTo>
                  <a:close/>
                </a:path>
              </a:pathLst>
            </a:custGeom>
            <a:solidFill>
              <a:srgbClr val="376B8C"/>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sp>
          <p:nvSpPr>
            <p:cNvPr id="720" name="Google Shape;720;p24"/>
            <p:cNvSpPr/>
            <p:nvPr/>
          </p:nvSpPr>
          <p:spPr>
            <a:xfrm>
              <a:off x="6157511" y="2066844"/>
              <a:ext cx="50003" cy="172880"/>
            </a:xfrm>
            <a:custGeom>
              <a:avLst/>
              <a:gdLst/>
              <a:ahLst/>
              <a:cxnLst/>
              <a:rect l="l" t="t" r="r" b="b"/>
              <a:pathLst>
                <a:path w="1585" h="5480" extrusionOk="0">
                  <a:moveTo>
                    <a:pt x="792" y="1"/>
                  </a:moveTo>
                  <a:cubicBezTo>
                    <a:pt x="349" y="1"/>
                    <a:pt x="1" y="349"/>
                    <a:pt x="1" y="792"/>
                  </a:cubicBezTo>
                  <a:lnTo>
                    <a:pt x="1" y="4688"/>
                  </a:lnTo>
                  <a:cubicBezTo>
                    <a:pt x="1" y="5099"/>
                    <a:pt x="349" y="5479"/>
                    <a:pt x="792" y="5479"/>
                  </a:cubicBezTo>
                  <a:cubicBezTo>
                    <a:pt x="1236" y="5479"/>
                    <a:pt x="1584" y="5099"/>
                    <a:pt x="1584" y="4688"/>
                  </a:cubicBezTo>
                  <a:lnTo>
                    <a:pt x="1584" y="792"/>
                  </a:lnTo>
                  <a:cubicBezTo>
                    <a:pt x="1584" y="349"/>
                    <a:pt x="1236" y="1"/>
                    <a:pt x="792" y="1"/>
                  </a:cubicBezTo>
                  <a:close/>
                </a:path>
              </a:pathLst>
            </a:custGeom>
            <a:solidFill>
              <a:srgbClr val="F2856D"/>
            </a:solidFill>
            <a:ln>
              <a:noFill/>
            </a:ln>
          </p:spPr>
          <p:txBody>
            <a:bodyPr spcFirstLastPara="1" wrap="square" lIns="104500" tIns="104500" rIns="104500" bIns="104500" anchor="ctr" anchorCtr="0">
              <a:noAutofit/>
            </a:bodyPr>
            <a:lstStyle/>
            <a:p>
              <a:pPr marL="0" lvl="0" indent="0" algn="l" rtl="0">
                <a:spcBef>
                  <a:spcPts val="0"/>
                </a:spcBef>
                <a:spcAft>
                  <a:spcPts val="0"/>
                </a:spcAft>
                <a:buNone/>
              </a:pPr>
              <a:endParaRPr/>
            </a:p>
          </p:txBody>
        </p:sp>
      </p:grpSp>
      <p:sp>
        <p:nvSpPr>
          <p:cNvPr id="721" name="Google Shape;721;p24"/>
          <p:cNvSpPr txBox="1"/>
          <p:nvPr/>
        </p:nvSpPr>
        <p:spPr>
          <a:xfrm>
            <a:off x="710250" y="457200"/>
            <a:ext cx="77235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Limitations</a:t>
            </a:r>
            <a:endParaRPr sz="2500">
              <a:solidFill>
                <a:srgbClr val="FFFFFF"/>
              </a:solidFill>
              <a:latin typeface="Fira Sans Extra Condensed Medium"/>
              <a:ea typeface="Fira Sans Extra Condensed Medium"/>
              <a:cs typeface="Fira Sans Extra Condensed Medium"/>
              <a:sym typeface="Fira Sans Extra Condensed Medium"/>
            </a:endParaRPr>
          </a:p>
        </p:txBody>
      </p:sp>
      <p:sp>
        <p:nvSpPr>
          <p:cNvPr id="722" name="Google Shape;722;p24"/>
          <p:cNvSpPr txBox="1"/>
          <p:nvPr/>
        </p:nvSpPr>
        <p:spPr>
          <a:xfrm>
            <a:off x="2321825" y="1629338"/>
            <a:ext cx="1381200" cy="26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Fira Sans Medium"/>
                <a:ea typeface="Fira Sans Medium"/>
                <a:cs typeface="Fira Sans Medium"/>
                <a:sym typeface="Fira Sans Medium"/>
              </a:rPr>
              <a:t>Reporting Bias</a:t>
            </a:r>
            <a:endParaRPr>
              <a:latin typeface="Fira Sans Medium"/>
              <a:ea typeface="Fira Sans Medium"/>
              <a:cs typeface="Fira Sans Medium"/>
              <a:sym typeface="Fira Sans Medium"/>
            </a:endParaRPr>
          </a:p>
        </p:txBody>
      </p:sp>
      <p:sp>
        <p:nvSpPr>
          <p:cNvPr id="723" name="Google Shape;723;p24"/>
          <p:cNvSpPr txBox="1"/>
          <p:nvPr/>
        </p:nvSpPr>
        <p:spPr>
          <a:xfrm>
            <a:off x="2321825" y="1992112"/>
            <a:ext cx="2616900" cy="60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latin typeface="Roboto"/>
                <a:ea typeface="Roboto"/>
                <a:cs typeface="Roboto"/>
                <a:sym typeface="Roboto"/>
              </a:rPr>
              <a:t>All lifestyle choices are reported by the participant.</a:t>
            </a:r>
            <a:endParaRPr sz="1100">
              <a:latin typeface="Roboto"/>
              <a:ea typeface="Roboto"/>
              <a:cs typeface="Roboto"/>
              <a:sym typeface="Roboto"/>
            </a:endParaRPr>
          </a:p>
        </p:txBody>
      </p:sp>
      <p:sp>
        <p:nvSpPr>
          <p:cNvPr id="724" name="Google Shape;724;p24"/>
          <p:cNvSpPr txBox="1"/>
          <p:nvPr/>
        </p:nvSpPr>
        <p:spPr>
          <a:xfrm>
            <a:off x="710250" y="3411500"/>
            <a:ext cx="1662600" cy="26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latin typeface="Fira Sans Medium"/>
                <a:ea typeface="Fira Sans Medium"/>
                <a:cs typeface="Fira Sans Medium"/>
                <a:sym typeface="Fira Sans Medium"/>
              </a:rPr>
              <a:t>Possible Sampling Bias</a:t>
            </a:r>
            <a:endParaRPr sz="1100">
              <a:latin typeface="Fira Sans Medium"/>
              <a:ea typeface="Fira Sans Medium"/>
              <a:cs typeface="Fira Sans Medium"/>
              <a:sym typeface="Fira Sans Medium"/>
            </a:endParaRPr>
          </a:p>
        </p:txBody>
      </p:sp>
      <p:pic>
        <p:nvPicPr>
          <p:cNvPr id="725" name="Google Shape;725;p24" title="Chart"/>
          <p:cNvPicPr preferRelativeResize="0"/>
          <p:nvPr/>
        </p:nvPicPr>
        <p:blipFill>
          <a:blip r:embed="rId3">
            <a:alphaModFix/>
          </a:blip>
          <a:stretch>
            <a:fillRect/>
          </a:stretch>
        </p:blipFill>
        <p:spPr>
          <a:xfrm>
            <a:off x="2758425" y="3170198"/>
            <a:ext cx="2259324" cy="1445956"/>
          </a:xfrm>
          <a:prstGeom prst="rect">
            <a:avLst/>
          </a:prstGeom>
          <a:noFill/>
          <a:ln w="28575" cap="flat" cmpd="sng">
            <a:solidFill>
              <a:srgbClr val="30637F"/>
            </a:solidFill>
            <a:prstDash val="solid"/>
            <a:round/>
            <a:headEnd type="none" w="sm" len="sm"/>
            <a:tailEnd type="none" w="sm" len="sm"/>
          </a:ln>
        </p:spPr>
      </p:pic>
      <p:sp>
        <p:nvSpPr>
          <p:cNvPr id="726" name="Google Shape;726;p24"/>
          <p:cNvSpPr txBox="1"/>
          <p:nvPr/>
        </p:nvSpPr>
        <p:spPr>
          <a:xfrm>
            <a:off x="525725" y="3774250"/>
            <a:ext cx="1847100" cy="600600"/>
          </a:xfrm>
          <a:prstGeom prst="rect">
            <a:avLst/>
          </a:prstGeom>
          <a:noFill/>
          <a:ln>
            <a:noFill/>
          </a:ln>
        </p:spPr>
        <p:txBody>
          <a:bodyPr spcFirstLastPara="1" wrap="square" lIns="91425" tIns="91425" rIns="91425" bIns="91425" anchor="ctr" anchorCtr="0">
            <a:noAutofit/>
          </a:bodyPr>
          <a:lstStyle/>
          <a:p>
            <a:pPr marL="457200" lvl="0" indent="-298450" algn="l" rtl="0">
              <a:spcBef>
                <a:spcPts val="0"/>
              </a:spcBef>
              <a:spcAft>
                <a:spcPts val="0"/>
              </a:spcAft>
              <a:buSzPts val="1100"/>
              <a:buFont typeface="Roboto"/>
              <a:buChar char="●"/>
            </a:pPr>
            <a:r>
              <a:rPr lang="en" sz="1100">
                <a:latin typeface="Roboto"/>
                <a:ea typeface="Roboto"/>
                <a:cs typeface="Roboto"/>
                <a:sym typeface="Roboto"/>
              </a:rPr>
              <a:t>Overrepresentation of high risk individuals</a:t>
            </a:r>
            <a:endParaRPr sz="1100">
              <a:latin typeface="Roboto"/>
              <a:ea typeface="Roboto"/>
              <a:cs typeface="Roboto"/>
              <a:sym typeface="Roboto"/>
            </a:endParaRPr>
          </a:p>
        </p:txBody>
      </p:sp>
      <p:sp>
        <p:nvSpPr>
          <p:cNvPr id="727" name="Google Shape;727;p24"/>
          <p:cNvSpPr txBox="1"/>
          <p:nvPr/>
        </p:nvSpPr>
        <p:spPr>
          <a:xfrm>
            <a:off x="6705425" y="1734525"/>
            <a:ext cx="1776900" cy="26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latin typeface="Fira Sans Medium"/>
                <a:ea typeface="Fira Sans Medium"/>
                <a:cs typeface="Fira Sans Medium"/>
                <a:sym typeface="Fira Sans Medium"/>
              </a:rPr>
              <a:t>Poor Data Collection</a:t>
            </a:r>
            <a:endParaRPr sz="1300">
              <a:latin typeface="Fira Sans Medium"/>
              <a:ea typeface="Fira Sans Medium"/>
              <a:cs typeface="Fira Sans Medium"/>
              <a:sym typeface="Fira Sans Medium"/>
            </a:endParaRPr>
          </a:p>
        </p:txBody>
      </p:sp>
      <p:sp>
        <p:nvSpPr>
          <p:cNvPr id="728" name="Google Shape;728;p24"/>
          <p:cNvSpPr txBox="1"/>
          <p:nvPr/>
        </p:nvSpPr>
        <p:spPr>
          <a:xfrm>
            <a:off x="6599275" y="2631300"/>
            <a:ext cx="1847100" cy="1071300"/>
          </a:xfrm>
          <a:prstGeom prst="rect">
            <a:avLst/>
          </a:prstGeom>
          <a:noFill/>
          <a:ln>
            <a:noFill/>
          </a:ln>
        </p:spPr>
        <p:txBody>
          <a:bodyPr spcFirstLastPara="1" wrap="square" lIns="91425" tIns="91425" rIns="91425" bIns="91425" anchor="ctr" anchorCtr="0">
            <a:noAutofit/>
          </a:bodyPr>
          <a:lstStyle/>
          <a:p>
            <a:pPr marL="457200" lvl="0" indent="-298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Missing essential variables</a:t>
            </a:r>
            <a:endParaRPr sz="1100">
              <a:solidFill>
                <a:schemeClr val="dk1"/>
              </a:solidFill>
              <a:latin typeface="Roboto"/>
              <a:ea typeface="Roboto"/>
              <a:cs typeface="Roboto"/>
              <a:sym typeface="Roboto"/>
            </a:endParaRPr>
          </a:p>
          <a:p>
            <a:pPr marL="457200" lvl="0" indent="-298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About 30% of data was missing in the alcohol consumption column</a:t>
            </a:r>
            <a:endParaRPr sz="1100">
              <a:solidFill>
                <a:schemeClr val="dk1"/>
              </a:solidFill>
              <a:latin typeface="Roboto"/>
              <a:ea typeface="Roboto"/>
              <a:cs typeface="Roboto"/>
              <a:sym typeface="Roboto"/>
            </a:endParaRPr>
          </a:p>
          <a:p>
            <a:pPr marL="457200" lvl="0" indent="-298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Mode imputation introduces more bias, so is column could not be explored</a:t>
            </a:r>
            <a:endParaRPr sz="1100">
              <a:solidFill>
                <a:schemeClr val="dk1"/>
              </a:solidFill>
              <a:latin typeface="Roboto"/>
              <a:ea typeface="Roboto"/>
              <a:cs typeface="Roboto"/>
              <a:sym typeface="Roboto"/>
            </a:endParaRPr>
          </a:p>
          <a:p>
            <a:pPr marL="457200" lvl="0" indent="0" algn="l" rtl="0">
              <a:spcBef>
                <a:spcPts val="0"/>
              </a:spcBef>
              <a:spcAft>
                <a:spcPts val="0"/>
              </a:spcAft>
              <a:buNone/>
            </a:pPr>
            <a:endParaRPr sz="1100">
              <a:solidFill>
                <a:schemeClr val="dk1"/>
              </a:solidFill>
              <a:latin typeface="Roboto"/>
              <a:ea typeface="Roboto"/>
              <a:cs typeface="Roboto"/>
              <a:sym typeface="Roboto"/>
            </a:endParaRPr>
          </a:p>
        </p:txBody>
      </p:sp>
      <p:grpSp>
        <p:nvGrpSpPr>
          <p:cNvPr id="729" name="Google Shape;729;p24"/>
          <p:cNvGrpSpPr/>
          <p:nvPr/>
        </p:nvGrpSpPr>
        <p:grpSpPr>
          <a:xfrm>
            <a:off x="2903647" y="3489806"/>
            <a:ext cx="515400" cy="294695"/>
            <a:chOff x="2903647" y="3489806"/>
            <a:chExt cx="515400" cy="294695"/>
          </a:xfrm>
        </p:grpSpPr>
        <p:grpSp>
          <p:nvGrpSpPr>
            <p:cNvPr id="730" name="Google Shape;730;p24"/>
            <p:cNvGrpSpPr/>
            <p:nvPr/>
          </p:nvGrpSpPr>
          <p:grpSpPr>
            <a:xfrm>
              <a:off x="2936493" y="3489806"/>
              <a:ext cx="383103" cy="294695"/>
              <a:chOff x="3085697" y="3504039"/>
              <a:chExt cx="262791" cy="203860"/>
            </a:xfrm>
          </p:grpSpPr>
          <p:sp>
            <p:nvSpPr>
              <p:cNvPr id="731" name="Google Shape;731;p24"/>
              <p:cNvSpPr/>
              <p:nvPr/>
            </p:nvSpPr>
            <p:spPr>
              <a:xfrm>
                <a:off x="3172611" y="3647927"/>
                <a:ext cx="88964" cy="59972"/>
              </a:xfrm>
              <a:custGeom>
                <a:avLst/>
                <a:gdLst/>
                <a:ahLst/>
                <a:cxnLst/>
                <a:rect l="l" t="t" r="r" b="b"/>
                <a:pathLst>
                  <a:path w="2820" h="1901" extrusionOk="0">
                    <a:moveTo>
                      <a:pt x="0" y="0"/>
                    </a:moveTo>
                    <a:lnTo>
                      <a:pt x="1426" y="1900"/>
                    </a:lnTo>
                    <a:lnTo>
                      <a:pt x="2819" y="0"/>
                    </a:ln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4"/>
              <p:cNvSpPr/>
              <p:nvPr/>
            </p:nvSpPr>
            <p:spPr>
              <a:xfrm>
                <a:off x="3085697" y="3504039"/>
                <a:ext cx="262791" cy="164899"/>
              </a:xfrm>
              <a:custGeom>
                <a:avLst/>
                <a:gdLst/>
                <a:ahLst/>
                <a:cxnLst/>
                <a:rect l="l" t="t" r="r" b="b"/>
                <a:pathLst>
                  <a:path w="8330" h="5227" extrusionOk="0">
                    <a:moveTo>
                      <a:pt x="1077" y="1"/>
                    </a:moveTo>
                    <a:cubicBezTo>
                      <a:pt x="475" y="1"/>
                      <a:pt x="0" y="508"/>
                      <a:pt x="0" y="1109"/>
                    </a:cubicBezTo>
                    <a:lnTo>
                      <a:pt x="0" y="4150"/>
                    </a:lnTo>
                    <a:cubicBezTo>
                      <a:pt x="0" y="4751"/>
                      <a:pt x="475" y="5226"/>
                      <a:pt x="1077" y="5226"/>
                    </a:cubicBezTo>
                    <a:lnTo>
                      <a:pt x="7252" y="5226"/>
                    </a:lnTo>
                    <a:cubicBezTo>
                      <a:pt x="7854" y="5226"/>
                      <a:pt x="8329" y="4751"/>
                      <a:pt x="8329" y="4150"/>
                    </a:cubicBezTo>
                    <a:lnTo>
                      <a:pt x="8329" y="1109"/>
                    </a:lnTo>
                    <a:cubicBezTo>
                      <a:pt x="8329" y="508"/>
                      <a:pt x="7854" y="1"/>
                      <a:pt x="7252" y="1"/>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3" name="Google Shape;733;p24"/>
            <p:cNvSpPr txBox="1"/>
            <p:nvPr/>
          </p:nvSpPr>
          <p:spPr>
            <a:xfrm>
              <a:off x="2903647" y="3491591"/>
              <a:ext cx="515400" cy="24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FFFFFF"/>
                  </a:solidFill>
                  <a:latin typeface="Roboto"/>
                  <a:ea typeface="Roboto"/>
                  <a:cs typeface="Roboto"/>
                  <a:sym typeface="Roboto"/>
                </a:rPr>
                <a:t>40%</a:t>
              </a:r>
              <a:endParaRPr sz="1100">
                <a:solidFill>
                  <a:srgbClr val="FFFFFF"/>
                </a:solidFill>
                <a:latin typeface="Roboto"/>
                <a:ea typeface="Roboto"/>
                <a:cs typeface="Roboto"/>
                <a:sym typeface="Roboto"/>
              </a:endParaRPr>
            </a:p>
          </p:txBody>
        </p:sp>
      </p:grpSp>
      <p:grpSp>
        <p:nvGrpSpPr>
          <p:cNvPr id="734" name="Google Shape;734;p24"/>
          <p:cNvGrpSpPr/>
          <p:nvPr/>
        </p:nvGrpSpPr>
        <p:grpSpPr>
          <a:xfrm>
            <a:off x="3298384" y="3178598"/>
            <a:ext cx="515400" cy="294706"/>
            <a:chOff x="3298384" y="3178598"/>
            <a:chExt cx="515400" cy="294706"/>
          </a:xfrm>
        </p:grpSpPr>
        <p:grpSp>
          <p:nvGrpSpPr>
            <p:cNvPr id="735" name="Google Shape;735;p24"/>
            <p:cNvGrpSpPr/>
            <p:nvPr/>
          </p:nvGrpSpPr>
          <p:grpSpPr>
            <a:xfrm>
              <a:off x="3340893" y="3178608"/>
              <a:ext cx="388457" cy="294696"/>
              <a:chOff x="3479704" y="3242373"/>
              <a:chExt cx="263800" cy="202850"/>
            </a:xfrm>
          </p:grpSpPr>
          <p:sp>
            <p:nvSpPr>
              <p:cNvPr id="736" name="Google Shape;736;p24"/>
              <p:cNvSpPr/>
              <p:nvPr/>
            </p:nvSpPr>
            <p:spPr>
              <a:xfrm>
                <a:off x="3566617" y="3386229"/>
                <a:ext cx="88964" cy="58994"/>
              </a:xfrm>
              <a:custGeom>
                <a:avLst/>
                <a:gdLst/>
                <a:ahLst/>
                <a:cxnLst/>
                <a:rect l="l" t="t" r="r" b="b"/>
                <a:pathLst>
                  <a:path w="2820" h="1870" extrusionOk="0">
                    <a:moveTo>
                      <a:pt x="1" y="1"/>
                    </a:moveTo>
                    <a:lnTo>
                      <a:pt x="1426" y="1869"/>
                    </a:lnTo>
                    <a:lnTo>
                      <a:pt x="2819" y="1"/>
                    </a:lnTo>
                    <a:close/>
                  </a:path>
                </a:pathLst>
              </a:custGeom>
              <a:solidFill>
                <a:srgbClr val="F2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4"/>
              <p:cNvSpPr/>
              <p:nvPr/>
            </p:nvSpPr>
            <p:spPr>
              <a:xfrm>
                <a:off x="3479704" y="3242373"/>
                <a:ext cx="263800" cy="164867"/>
              </a:xfrm>
              <a:custGeom>
                <a:avLst/>
                <a:gdLst/>
                <a:ahLst/>
                <a:cxnLst/>
                <a:rect l="l" t="t" r="r" b="b"/>
                <a:pathLst>
                  <a:path w="8362" h="5226" extrusionOk="0">
                    <a:moveTo>
                      <a:pt x="1077" y="0"/>
                    </a:moveTo>
                    <a:cubicBezTo>
                      <a:pt x="476" y="0"/>
                      <a:pt x="1" y="475"/>
                      <a:pt x="1" y="1077"/>
                    </a:cubicBezTo>
                    <a:lnTo>
                      <a:pt x="1" y="4117"/>
                    </a:lnTo>
                    <a:cubicBezTo>
                      <a:pt x="1" y="4719"/>
                      <a:pt x="476" y="5226"/>
                      <a:pt x="1077" y="5226"/>
                    </a:cubicBezTo>
                    <a:lnTo>
                      <a:pt x="7253" y="5226"/>
                    </a:lnTo>
                    <a:cubicBezTo>
                      <a:pt x="7855" y="5226"/>
                      <a:pt x="8361" y="4719"/>
                      <a:pt x="8361" y="4117"/>
                    </a:cubicBezTo>
                    <a:lnTo>
                      <a:pt x="8361" y="1077"/>
                    </a:lnTo>
                    <a:cubicBezTo>
                      <a:pt x="8361" y="475"/>
                      <a:pt x="7855" y="0"/>
                      <a:pt x="7253" y="0"/>
                    </a:cubicBezTo>
                    <a:close/>
                  </a:path>
                </a:pathLst>
              </a:custGeom>
              <a:solidFill>
                <a:srgbClr val="F2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8" name="Google Shape;738;p24"/>
            <p:cNvSpPr txBox="1"/>
            <p:nvPr/>
          </p:nvSpPr>
          <p:spPr>
            <a:xfrm>
              <a:off x="3298384" y="3178598"/>
              <a:ext cx="515400" cy="24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FFFFFF"/>
                  </a:solidFill>
                  <a:latin typeface="Roboto"/>
                  <a:ea typeface="Roboto"/>
                  <a:cs typeface="Roboto"/>
                  <a:sym typeface="Roboto"/>
                </a:rPr>
                <a:t>65%</a:t>
              </a:r>
              <a:endParaRPr sz="1100">
                <a:solidFill>
                  <a:srgbClr val="FFFFFF"/>
                </a:solidFill>
                <a:latin typeface="Roboto"/>
                <a:ea typeface="Roboto"/>
                <a:cs typeface="Roboto"/>
                <a:sym typeface="Roboto"/>
              </a:endParaRPr>
            </a:p>
          </p:txBody>
        </p:sp>
      </p:grpSp>
      <p:grpSp>
        <p:nvGrpSpPr>
          <p:cNvPr id="739" name="Google Shape;739;p24"/>
          <p:cNvGrpSpPr/>
          <p:nvPr/>
        </p:nvGrpSpPr>
        <p:grpSpPr>
          <a:xfrm>
            <a:off x="3703025" y="3718815"/>
            <a:ext cx="515400" cy="300187"/>
            <a:chOff x="3703025" y="3718815"/>
            <a:chExt cx="515400" cy="300187"/>
          </a:xfrm>
        </p:grpSpPr>
        <p:grpSp>
          <p:nvGrpSpPr>
            <p:cNvPr id="740" name="Google Shape;740;p24"/>
            <p:cNvGrpSpPr/>
            <p:nvPr/>
          </p:nvGrpSpPr>
          <p:grpSpPr>
            <a:xfrm>
              <a:off x="3746225" y="3724308"/>
              <a:ext cx="388467" cy="294694"/>
              <a:chOff x="3861194" y="3711304"/>
              <a:chExt cx="262791" cy="203828"/>
            </a:xfrm>
          </p:grpSpPr>
          <p:sp>
            <p:nvSpPr>
              <p:cNvPr id="741" name="Google Shape;741;p24"/>
              <p:cNvSpPr/>
              <p:nvPr/>
            </p:nvSpPr>
            <p:spPr>
              <a:xfrm>
                <a:off x="3948139" y="3855161"/>
                <a:ext cx="88932" cy="59972"/>
              </a:xfrm>
              <a:custGeom>
                <a:avLst/>
                <a:gdLst/>
                <a:ahLst/>
                <a:cxnLst/>
                <a:rect l="l" t="t" r="r" b="b"/>
                <a:pathLst>
                  <a:path w="2819" h="1901" extrusionOk="0">
                    <a:moveTo>
                      <a:pt x="0" y="0"/>
                    </a:moveTo>
                    <a:lnTo>
                      <a:pt x="1394" y="1900"/>
                    </a:lnTo>
                    <a:lnTo>
                      <a:pt x="2819" y="0"/>
                    </a:ln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4"/>
              <p:cNvSpPr/>
              <p:nvPr/>
            </p:nvSpPr>
            <p:spPr>
              <a:xfrm>
                <a:off x="3861194" y="3711304"/>
                <a:ext cx="262791" cy="164867"/>
              </a:xfrm>
              <a:custGeom>
                <a:avLst/>
                <a:gdLst/>
                <a:ahLst/>
                <a:cxnLst/>
                <a:rect l="l" t="t" r="r" b="b"/>
                <a:pathLst>
                  <a:path w="8330" h="5226" extrusionOk="0">
                    <a:moveTo>
                      <a:pt x="1078" y="0"/>
                    </a:moveTo>
                    <a:cubicBezTo>
                      <a:pt x="476" y="0"/>
                      <a:pt x="1" y="507"/>
                      <a:pt x="1" y="1108"/>
                    </a:cubicBezTo>
                    <a:lnTo>
                      <a:pt x="1" y="4149"/>
                    </a:lnTo>
                    <a:cubicBezTo>
                      <a:pt x="1" y="4750"/>
                      <a:pt x="476" y="5225"/>
                      <a:pt x="1078" y="5225"/>
                    </a:cubicBezTo>
                    <a:lnTo>
                      <a:pt x="7253" y="5225"/>
                    </a:lnTo>
                    <a:cubicBezTo>
                      <a:pt x="7855" y="5225"/>
                      <a:pt x="8330" y="4750"/>
                      <a:pt x="8330" y="4149"/>
                    </a:cubicBezTo>
                    <a:lnTo>
                      <a:pt x="8330" y="1108"/>
                    </a:lnTo>
                    <a:cubicBezTo>
                      <a:pt x="8330" y="507"/>
                      <a:pt x="7855" y="0"/>
                      <a:pt x="7253" y="0"/>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3" name="Google Shape;743;p24"/>
            <p:cNvSpPr txBox="1"/>
            <p:nvPr/>
          </p:nvSpPr>
          <p:spPr>
            <a:xfrm>
              <a:off x="3703025" y="3718815"/>
              <a:ext cx="515400" cy="24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FFFFFF"/>
                  </a:solidFill>
                  <a:latin typeface="Roboto"/>
                  <a:ea typeface="Roboto"/>
                  <a:cs typeface="Roboto"/>
                  <a:sym typeface="Roboto"/>
                </a:rPr>
                <a:t>30%</a:t>
              </a:r>
              <a:endParaRPr sz="1100">
                <a:solidFill>
                  <a:srgbClr val="FFFFFF"/>
                </a:solidFill>
                <a:latin typeface="Roboto"/>
                <a:ea typeface="Roboto"/>
                <a:cs typeface="Roboto"/>
                <a:sym typeface="Roboto"/>
              </a:endParaRPr>
            </a:p>
          </p:txBody>
        </p:sp>
      </p:grpSp>
      <p:grpSp>
        <p:nvGrpSpPr>
          <p:cNvPr id="744" name="Google Shape;744;p24"/>
          <p:cNvGrpSpPr/>
          <p:nvPr/>
        </p:nvGrpSpPr>
        <p:grpSpPr>
          <a:xfrm>
            <a:off x="4111652" y="3411493"/>
            <a:ext cx="515400" cy="295310"/>
            <a:chOff x="4111652" y="3411493"/>
            <a:chExt cx="515400" cy="295310"/>
          </a:xfrm>
        </p:grpSpPr>
        <p:grpSp>
          <p:nvGrpSpPr>
            <p:cNvPr id="745" name="Google Shape;745;p24"/>
            <p:cNvGrpSpPr/>
            <p:nvPr/>
          </p:nvGrpSpPr>
          <p:grpSpPr>
            <a:xfrm>
              <a:off x="4149252" y="3412108"/>
              <a:ext cx="388467" cy="294695"/>
              <a:chOff x="4255226" y="3352501"/>
              <a:chExt cx="262791" cy="203860"/>
            </a:xfrm>
          </p:grpSpPr>
          <p:sp>
            <p:nvSpPr>
              <p:cNvPr id="746" name="Google Shape;746;p24"/>
              <p:cNvSpPr/>
              <p:nvPr/>
            </p:nvSpPr>
            <p:spPr>
              <a:xfrm>
                <a:off x="4342171" y="3496390"/>
                <a:ext cx="88932" cy="59972"/>
              </a:xfrm>
              <a:custGeom>
                <a:avLst/>
                <a:gdLst/>
                <a:ahLst/>
                <a:cxnLst/>
                <a:rect l="l" t="t" r="r" b="b"/>
                <a:pathLst>
                  <a:path w="2819" h="1901" extrusionOk="0">
                    <a:moveTo>
                      <a:pt x="0" y="0"/>
                    </a:moveTo>
                    <a:lnTo>
                      <a:pt x="1394" y="1900"/>
                    </a:lnTo>
                    <a:lnTo>
                      <a:pt x="2819" y="0"/>
                    </a:ln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4"/>
              <p:cNvSpPr/>
              <p:nvPr/>
            </p:nvSpPr>
            <p:spPr>
              <a:xfrm>
                <a:off x="4255226" y="3352501"/>
                <a:ext cx="262791" cy="164899"/>
              </a:xfrm>
              <a:custGeom>
                <a:avLst/>
                <a:gdLst/>
                <a:ahLst/>
                <a:cxnLst/>
                <a:rect l="l" t="t" r="r" b="b"/>
                <a:pathLst>
                  <a:path w="8330" h="5227" extrusionOk="0">
                    <a:moveTo>
                      <a:pt x="1078" y="1"/>
                    </a:moveTo>
                    <a:cubicBezTo>
                      <a:pt x="476" y="1"/>
                      <a:pt x="1" y="508"/>
                      <a:pt x="1" y="1109"/>
                    </a:cubicBezTo>
                    <a:lnTo>
                      <a:pt x="1" y="4149"/>
                    </a:lnTo>
                    <a:cubicBezTo>
                      <a:pt x="1" y="4751"/>
                      <a:pt x="476" y="5226"/>
                      <a:pt x="1078" y="5226"/>
                    </a:cubicBezTo>
                    <a:lnTo>
                      <a:pt x="7253" y="5226"/>
                    </a:lnTo>
                    <a:cubicBezTo>
                      <a:pt x="7855" y="5226"/>
                      <a:pt x="8330" y="4751"/>
                      <a:pt x="8330" y="4149"/>
                    </a:cubicBezTo>
                    <a:lnTo>
                      <a:pt x="8330" y="1109"/>
                    </a:lnTo>
                    <a:cubicBezTo>
                      <a:pt x="8330" y="508"/>
                      <a:pt x="7855" y="1"/>
                      <a:pt x="7253" y="1"/>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8" name="Google Shape;748;p24"/>
            <p:cNvSpPr txBox="1"/>
            <p:nvPr/>
          </p:nvSpPr>
          <p:spPr>
            <a:xfrm>
              <a:off x="4111652" y="3411493"/>
              <a:ext cx="515400" cy="24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FFFFFF"/>
                  </a:solidFill>
                  <a:latin typeface="Roboto"/>
                  <a:ea typeface="Roboto"/>
                  <a:cs typeface="Roboto"/>
                  <a:sym typeface="Roboto"/>
                </a:rPr>
                <a:t>50%</a:t>
              </a:r>
              <a:endParaRPr sz="1100">
                <a:solidFill>
                  <a:srgbClr val="FFFFFF"/>
                </a:solidFill>
                <a:latin typeface="Roboto"/>
                <a:ea typeface="Roboto"/>
                <a:cs typeface="Roboto"/>
                <a:sym typeface="Roboto"/>
              </a:endParaRPr>
            </a:p>
          </p:txBody>
        </p:sp>
      </p:grpSp>
      <p:grpSp>
        <p:nvGrpSpPr>
          <p:cNvPr id="749" name="Google Shape;749;p24"/>
          <p:cNvGrpSpPr/>
          <p:nvPr/>
        </p:nvGrpSpPr>
        <p:grpSpPr>
          <a:xfrm>
            <a:off x="4502410" y="3565657"/>
            <a:ext cx="515400" cy="296393"/>
            <a:chOff x="4502410" y="3565657"/>
            <a:chExt cx="515400" cy="296393"/>
          </a:xfrm>
        </p:grpSpPr>
        <p:grpSp>
          <p:nvGrpSpPr>
            <p:cNvPr id="750" name="Google Shape;750;p24"/>
            <p:cNvGrpSpPr/>
            <p:nvPr/>
          </p:nvGrpSpPr>
          <p:grpSpPr>
            <a:xfrm>
              <a:off x="4546664" y="3567353"/>
              <a:ext cx="388467" cy="294696"/>
              <a:chOff x="4636921" y="3589980"/>
              <a:chExt cx="262791" cy="202850"/>
            </a:xfrm>
          </p:grpSpPr>
          <p:sp>
            <p:nvSpPr>
              <p:cNvPr id="751" name="Google Shape;751;p24"/>
              <p:cNvSpPr/>
              <p:nvPr/>
            </p:nvSpPr>
            <p:spPr>
              <a:xfrm>
                <a:off x="4723834" y="3733868"/>
                <a:ext cx="88964" cy="58962"/>
              </a:xfrm>
              <a:custGeom>
                <a:avLst/>
                <a:gdLst/>
                <a:ahLst/>
                <a:cxnLst/>
                <a:rect l="l" t="t" r="r" b="b"/>
                <a:pathLst>
                  <a:path w="2820" h="1869" extrusionOk="0">
                    <a:moveTo>
                      <a:pt x="1" y="0"/>
                    </a:moveTo>
                    <a:lnTo>
                      <a:pt x="1426" y="1869"/>
                    </a:lnTo>
                    <a:lnTo>
                      <a:pt x="2819"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4"/>
              <p:cNvSpPr/>
              <p:nvPr/>
            </p:nvSpPr>
            <p:spPr>
              <a:xfrm>
                <a:off x="4636921" y="3589980"/>
                <a:ext cx="262791" cy="164899"/>
              </a:xfrm>
              <a:custGeom>
                <a:avLst/>
                <a:gdLst/>
                <a:ahLst/>
                <a:cxnLst/>
                <a:rect l="l" t="t" r="r" b="b"/>
                <a:pathLst>
                  <a:path w="8330" h="5227" extrusionOk="0">
                    <a:moveTo>
                      <a:pt x="1077" y="1"/>
                    </a:moveTo>
                    <a:cubicBezTo>
                      <a:pt x="475" y="1"/>
                      <a:pt x="0" y="476"/>
                      <a:pt x="0" y="1078"/>
                    </a:cubicBezTo>
                    <a:lnTo>
                      <a:pt x="0" y="4118"/>
                    </a:lnTo>
                    <a:cubicBezTo>
                      <a:pt x="0" y="4719"/>
                      <a:pt x="475" y="5226"/>
                      <a:pt x="1077" y="5226"/>
                    </a:cubicBezTo>
                    <a:lnTo>
                      <a:pt x="7253" y="5226"/>
                    </a:lnTo>
                    <a:cubicBezTo>
                      <a:pt x="7854" y="5226"/>
                      <a:pt x="8329" y="4719"/>
                      <a:pt x="8329" y="4118"/>
                    </a:cubicBezTo>
                    <a:lnTo>
                      <a:pt x="8329" y="1078"/>
                    </a:lnTo>
                    <a:cubicBezTo>
                      <a:pt x="8329" y="476"/>
                      <a:pt x="7854" y="1"/>
                      <a:pt x="7253"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3" name="Google Shape;753;p24"/>
            <p:cNvSpPr txBox="1"/>
            <p:nvPr/>
          </p:nvSpPr>
          <p:spPr>
            <a:xfrm>
              <a:off x="4502410" y="3565657"/>
              <a:ext cx="515400" cy="24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FFFFFF"/>
                  </a:solidFill>
                  <a:latin typeface="Roboto"/>
                  <a:ea typeface="Roboto"/>
                  <a:cs typeface="Roboto"/>
                  <a:sym typeface="Roboto"/>
                </a:rPr>
                <a:t>40%</a:t>
              </a:r>
              <a:endParaRPr sz="1100">
                <a:solidFill>
                  <a:srgbClr val="FFFFFF"/>
                </a:solidFill>
                <a:latin typeface="Roboto"/>
                <a:ea typeface="Roboto"/>
                <a:cs typeface="Roboto"/>
                <a:sym typeface="Roboto"/>
              </a:endParaRPr>
            </a:p>
          </p:txBody>
        </p:sp>
      </p:grpSp>
      <p:grpSp>
        <p:nvGrpSpPr>
          <p:cNvPr id="754" name="Google Shape;754;p24"/>
          <p:cNvGrpSpPr/>
          <p:nvPr/>
        </p:nvGrpSpPr>
        <p:grpSpPr>
          <a:xfrm>
            <a:off x="808579" y="1556509"/>
            <a:ext cx="1158021" cy="1157980"/>
            <a:chOff x="5691933" y="2565389"/>
            <a:chExt cx="892226" cy="892195"/>
          </a:xfrm>
        </p:grpSpPr>
        <p:sp>
          <p:nvSpPr>
            <p:cNvPr id="755" name="Google Shape;755;p24"/>
            <p:cNvSpPr/>
            <p:nvPr/>
          </p:nvSpPr>
          <p:spPr>
            <a:xfrm>
              <a:off x="5691933" y="2565389"/>
              <a:ext cx="892226" cy="892195"/>
            </a:xfrm>
            <a:custGeom>
              <a:avLst/>
              <a:gdLst/>
              <a:ahLst/>
              <a:cxnLst/>
              <a:rect l="l" t="t" r="r" b="b"/>
              <a:pathLst>
                <a:path w="28282" h="28281" extrusionOk="0">
                  <a:moveTo>
                    <a:pt x="14157" y="1"/>
                  </a:moveTo>
                  <a:cubicBezTo>
                    <a:pt x="6335" y="1"/>
                    <a:pt x="1" y="6334"/>
                    <a:pt x="1" y="14125"/>
                  </a:cubicBezTo>
                  <a:cubicBezTo>
                    <a:pt x="1" y="21947"/>
                    <a:pt x="6335" y="28281"/>
                    <a:pt x="14157" y="28281"/>
                  </a:cubicBezTo>
                  <a:cubicBezTo>
                    <a:pt x="21948" y="28281"/>
                    <a:pt x="28281" y="21947"/>
                    <a:pt x="28281" y="14125"/>
                  </a:cubicBezTo>
                  <a:cubicBezTo>
                    <a:pt x="28281" y="6334"/>
                    <a:pt x="21948" y="1"/>
                    <a:pt x="14157" y="1"/>
                  </a:cubicBezTo>
                  <a:close/>
                </a:path>
              </a:pathLst>
            </a:custGeom>
            <a:solidFill>
              <a:srgbClr val="FFFFFF"/>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56" name="Google Shape;756;p24"/>
            <p:cNvSpPr/>
            <p:nvPr/>
          </p:nvSpPr>
          <p:spPr>
            <a:xfrm>
              <a:off x="6347332" y="2699277"/>
              <a:ext cx="163889" cy="111931"/>
            </a:xfrm>
            <a:custGeom>
              <a:avLst/>
              <a:gdLst/>
              <a:ahLst/>
              <a:cxnLst/>
              <a:rect l="l" t="t" r="r" b="b"/>
              <a:pathLst>
                <a:path w="5195" h="3548" extrusionOk="0">
                  <a:moveTo>
                    <a:pt x="2598" y="0"/>
                  </a:moveTo>
                  <a:cubicBezTo>
                    <a:pt x="2598" y="0"/>
                    <a:pt x="2091" y="253"/>
                    <a:pt x="1806" y="729"/>
                  </a:cubicBezTo>
                  <a:cubicBezTo>
                    <a:pt x="1521" y="1235"/>
                    <a:pt x="1838" y="2154"/>
                    <a:pt x="1838" y="2154"/>
                  </a:cubicBezTo>
                  <a:cubicBezTo>
                    <a:pt x="1289" y="1562"/>
                    <a:pt x="655" y="1464"/>
                    <a:pt x="294" y="1464"/>
                  </a:cubicBezTo>
                  <a:cubicBezTo>
                    <a:pt x="113" y="1464"/>
                    <a:pt x="1" y="1489"/>
                    <a:pt x="1" y="1489"/>
                  </a:cubicBezTo>
                  <a:cubicBezTo>
                    <a:pt x="507" y="3262"/>
                    <a:pt x="2534" y="3547"/>
                    <a:pt x="2534" y="3547"/>
                  </a:cubicBezTo>
                  <a:lnTo>
                    <a:pt x="2661" y="3547"/>
                  </a:lnTo>
                  <a:cubicBezTo>
                    <a:pt x="2661" y="3547"/>
                    <a:pt x="4656" y="3262"/>
                    <a:pt x="5194" y="1489"/>
                  </a:cubicBezTo>
                  <a:cubicBezTo>
                    <a:pt x="5194" y="1489"/>
                    <a:pt x="5082" y="1464"/>
                    <a:pt x="4900" y="1464"/>
                  </a:cubicBezTo>
                  <a:cubicBezTo>
                    <a:pt x="4536" y="1464"/>
                    <a:pt x="3896" y="1562"/>
                    <a:pt x="3326" y="2154"/>
                  </a:cubicBezTo>
                  <a:cubicBezTo>
                    <a:pt x="3326" y="2154"/>
                    <a:pt x="3643" y="1235"/>
                    <a:pt x="3358" y="729"/>
                  </a:cubicBezTo>
                  <a:cubicBezTo>
                    <a:pt x="3073" y="253"/>
                    <a:pt x="2598" y="0"/>
                    <a:pt x="2598" y="0"/>
                  </a:cubicBezTo>
                  <a:close/>
                </a:path>
              </a:pathLst>
            </a:custGeom>
            <a:solidFill>
              <a:srgbClr val="376B8C"/>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57" name="Google Shape;757;p24"/>
            <p:cNvSpPr/>
            <p:nvPr/>
          </p:nvSpPr>
          <p:spPr>
            <a:xfrm>
              <a:off x="6343357" y="2811176"/>
              <a:ext cx="170861" cy="480563"/>
            </a:xfrm>
            <a:custGeom>
              <a:avLst/>
              <a:gdLst/>
              <a:ahLst/>
              <a:cxnLst/>
              <a:rect l="l" t="t" r="r" b="b"/>
              <a:pathLst>
                <a:path w="5416" h="15233" extrusionOk="0">
                  <a:moveTo>
                    <a:pt x="2724" y="0"/>
                  </a:moveTo>
                  <a:cubicBezTo>
                    <a:pt x="1679" y="0"/>
                    <a:pt x="222" y="570"/>
                    <a:pt x="127" y="1932"/>
                  </a:cubicBezTo>
                  <a:cubicBezTo>
                    <a:pt x="0" y="3294"/>
                    <a:pt x="697" y="12731"/>
                    <a:pt x="2724" y="15233"/>
                  </a:cubicBezTo>
                  <a:cubicBezTo>
                    <a:pt x="4750" y="12731"/>
                    <a:pt x="5415" y="3294"/>
                    <a:pt x="5320" y="1932"/>
                  </a:cubicBezTo>
                  <a:cubicBezTo>
                    <a:pt x="5225" y="570"/>
                    <a:pt x="3737" y="0"/>
                    <a:pt x="2724" y="0"/>
                  </a:cubicBezTo>
                  <a:close/>
                </a:path>
              </a:pathLst>
            </a:custGeom>
            <a:solidFill>
              <a:srgbClr val="F2B872"/>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58" name="Google Shape;758;p24"/>
            <p:cNvSpPr/>
            <p:nvPr/>
          </p:nvSpPr>
          <p:spPr>
            <a:xfrm>
              <a:off x="6422257" y="2971027"/>
              <a:ext cx="83979" cy="12998"/>
            </a:xfrm>
            <a:custGeom>
              <a:avLst/>
              <a:gdLst/>
              <a:ahLst/>
              <a:cxnLst/>
              <a:rect l="l" t="t" r="r" b="b"/>
              <a:pathLst>
                <a:path w="2662" h="412" extrusionOk="0">
                  <a:moveTo>
                    <a:pt x="191" y="0"/>
                  </a:moveTo>
                  <a:cubicBezTo>
                    <a:pt x="96" y="0"/>
                    <a:pt x="1" y="95"/>
                    <a:pt x="1" y="190"/>
                  </a:cubicBezTo>
                  <a:cubicBezTo>
                    <a:pt x="1" y="317"/>
                    <a:pt x="96" y="412"/>
                    <a:pt x="191" y="412"/>
                  </a:cubicBezTo>
                  <a:lnTo>
                    <a:pt x="2629" y="412"/>
                  </a:lnTo>
                  <a:cubicBezTo>
                    <a:pt x="2661" y="253"/>
                    <a:pt x="2661" y="127"/>
                    <a:pt x="2661" y="0"/>
                  </a:cubicBezTo>
                  <a:close/>
                </a:path>
              </a:pathLst>
            </a:custGeom>
            <a:solidFill>
              <a:srgbClr val="D1975D"/>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59" name="Google Shape;759;p24"/>
            <p:cNvSpPr/>
            <p:nvPr/>
          </p:nvSpPr>
          <p:spPr>
            <a:xfrm>
              <a:off x="6402288" y="2926040"/>
              <a:ext cx="107924" cy="13029"/>
            </a:xfrm>
            <a:custGeom>
              <a:avLst/>
              <a:gdLst/>
              <a:ahLst/>
              <a:cxnLst/>
              <a:rect l="l" t="t" r="r" b="b"/>
              <a:pathLst>
                <a:path w="3421" h="413" extrusionOk="0">
                  <a:moveTo>
                    <a:pt x="191" y="1"/>
                  </a:moveTo>
                  <a:cubicBezTo>
                    <a:pt x="96" y="1"/>
                    <a:pt x="1" y="96"/>
                    <a:pt x="1" y="191"/>
                  </a:cubicBezTo>
                  <a:cubicBezTo>
                    <a:pt x="1" y="318"/>
                    <a:pt x="96" y="413"/>
                    <a:pt x="222" y="413"/>
                  </a:cubicBezTo>
                  <a:lnTo>
                    <a:pt x="3389" y="413"/>
                  </a:lnTo>
                  <a:cubicBezTo>
                    <a:pt x="3389" y="254"/>
                    <a:pt x="3421" y="128"/>
                    <a:pt x="3421" y="1"/>
                  </a:cubicBezTo>
                  <a:close/>
                </a:path>
              </a:pathLst>
            </a:custGeom>
            <a:solidFill>
              <a:srgbClr val="D1975D"/>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0" name="Google Shape;760;p24"/>
            <p:cNvSpPr/>
            <p:nvPr/>
          </p:nvSpPr>
          <p:spPr>
            <a:xfrm>
              <a:off x="6402288" y="3026961"/>
              <a:ext cx="98933" cy="12020"/>
            </a:xfrm>
            <a:custGeom>
              <a:avLst/>
              <a:gdLst/>
              <a:ahLst/>
              <a:cxnLst/>
              <a:rect l="l" t="t" r="r" b="b"/>
              <a:pathLst>
                <a:path w="3136" h="381" extrusionOk="0">
                  <a:moveTo>
                    <a:pt x="222" y="1"/>
                  </a:moveTo>
                  <a:cubicBezTo>
                    <a:pt x="96" y="1"/>
                    <a:pt x="1" y="96"/>
                    <a:pt x="1" y="191"/>
                  </a:cubicBezTo>
                  <a:cubicBezTo>
                    <a:pt x="1" y="286"/>
                    <a:pt x="96" y="381"/>
                    <a:pt x="222" y="381"/>
                  </a:cubicBezTo>
                  <a:lnTo>
                    <a:pt x="3072" y="381"/>
                  </a:lnTo>
                  <a:cubicBezTo>
                    <a:pt x="3104" y="254"/>
                    <a:pt x="3104" y="127"/>
                    <a:pt x="3136" y="1"/>
                  </a:cubicBezTo>
                  <a:close/>
                </a:path>
              </a:pathLst>
            </a:custGeom>
            <a:solidFill>
              <a:srgbClr val="D1975D"/>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1" name="Google Shape;761;p24"/>
            <p:cNvSpPr/>
            <p:nvPr/>
          </p:nvSpPr>
          <p:spPr>
            <a:xfrm>
              <a:off x="6412288" y="3093904"/>
              <a:ext cx="78963" cy="13029"/>
            </a:xfrm>
            <a:custGeom>
              <a:avLst/>
              <a:gdLst/>
              <a:ahLst/>
              <a:cxnLst/>
              <a:rect l="l" t="t" r="r" b="b"/>
              <a:pathLst>
                <a:path w="2503" h="413" extrusionOk="0">
                  <a:moveTo>
                    <a:pt x="190" y="0"/>
                  </a:moveTo>
                  <a:cubicBezTo>
                    <a:pt x="95" y="0"/>
                    <a:pt x="0" y="95"/>
                    <a:pt x="0" y="190"/>
                  </a:cubicBezTo>
                  <a:cubicBezTo>
                    <a:pt x="0" y="317"/>
                    <a:pt x="95" y="412"/>
                    <a:pt x="190" y="412"/>
                  </a:cubicBezTo>
                  <a:lnTo>
                    <a:pt x="2439" y="412"/>
                  </a:lnTo>
                  <a:cubicBezTo>
                    <a:pt x="2470" y="254"/>
                    <a:pt x="2502" y="127"/>
                    <a:pt x="2502" y="0"/>
                  </a:cubicBezTo>
                  <a:close/>
                </a:path>
              </a:pathLst>
            </a:custGeom>
            <a:solidFill>
              <a:srgbClr val="D1975D"/>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2" name="Google Shape;762;p24"/>
            <p:cNvSpPr/>
            <p:nvPr/>
          </p:nvSpPr>
          <p:spPr>
            <a:xfrm>
              <a:off x="5787868" y="2781174"/>
              <a:ext cx="518546" cy="613473"/>
            </a:xfrm>
            <a:custGeom>
              <a:avLst/>
              <a:gdLst/>
              <a:ahLst/>
              <a:cxnLst/>
              <a:rect l="l" t="t" r="r" b="b"/>
              <a:pathLst>
                <a:path w="16437" h="19446" extrusionOk="0">
                  <a:moveTo>
                    <a:pt x="918" y="1"/>
                  </a:moveTo>
                  <a:cubicBezTo>
                    <a:pt x="412" y="1"/>
                    <a:pt x="0" y="444"/>
                    <a:pt x="0" y="951"/>
                  </a:cubicBezTo>
                  <a:lnTo>
                    <a:pt x="0" y="18496"/>
                  </a:lnTo>
                  <a:cubicBezTo>
                    <a:pt x="0" y="19002"/>
                    <a:pt x="412" y="19446"/>
                    <a:pt x="918" y="19446"/>
                  </a:cubicBezTo>
                  <a:lnTo>
                    <a:pt x="15486" y="19446"/>
                  </a:lnTo>
                  <a:cubicBezTo>
                    <a:pt x="15993" y="19446"/>
                    <a:pt x="16436" y="19002"/>
                    <a:pt x="16436" y="18496"/>
                  </a:cubicBezTo>
                  <a:lnTo>
                    <a:pt x="16436" y="951"/>
                  </a:lnTo>
                  <a:cubicBezTo>
                    <a:pt x="16436" y="444"/>
                    <a:pt x="15993" y="1"/>
                    <a:pt x="15486" y="1"/>
                  </a:cubicBezTo>
                  <a:close/>
                </a:path>
              </a:pathLst>
            </a:custGeom>
            <a:solidFill>
              <a:srgbClr val="E0A46E"/>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3" name="Google Shape;763;p24"/>
            <p:cNvSpPr/>
            <p:nvPr/>
          </p:nvSpPr>
          <p:spPr>
            <a:xfrm>
              <a:off x="5829827" y="2830136"/>
              <a:ext cx="433620" cy="522553"/>
            </a:xfrm>
            <a:custGeom>
              <a:avLst/>
              <a:gdLst/>
              <a:ahLst/>
              <a:cxnLst/>
              <a:rect l="l" t="t" r="r" b="b"/>
              <a:pathLst>
                <a:path w="13745" h="16564" extrusionOk="0">
                  <a:moveTo>
                    <a:pt x="0" y="1"/>
                  </a:moveTo>
                  <a:lnTo>
                    <a:pt x="0" y="16564"/>
                  </a:lnTo>
                  <a:lnTo>
                    <a:pt x="13745" y="16564"/>
                  </a:lnTo>
                  <a:lnTo>
                    <a:pt x="13745" y="1"/>
                  </a:lnTo>
                  <a:close/>
                </a:path>
              </a:pathLst>
            </a:custGeom>
            <a:solidFill>
              <a:srgbClr val="FFFEFF"/>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4" name="Google Shape;764;p24"/>
            <p:cNvSpPr/>
            <p:nvPr/>
          </p:nvSpPr>
          <p:spPr>
            <a:xfrm>
              <a:off x="5923744" y="2671294"/>
              <a:ext cx="245787" cy="201841"/>
            </a:xfrm>
            <a:custGeom>
              <a:avLst/>
              <a:gdLst/>
              <a:ahLst/>
              <a:cxnLst/>
              <a:rect l="l" t="t" r="r" b="b"/>
              <a:pathLst>
                <a:path w="7791" h="6398" extrusionOk="0">
                  <a:moveTo>
                    <a:pt x="3895" y="1140"/>
                  </a:moveTo>
                  <a:cubicBezTo>
                    <a:pt x="4402" y="1140"/>
                    <a:pt x="4814" y="1521"/>
                    <a:pt x="4814" y="2027"/>
                  </a:cubicBezTo>
                  <a:cubicBezTo>
                    <a:pt x="4814" y="2534"/>
                    <a:pt x="4402" y="2946"/>
                    <a:pt x="3895" y="2946"/>
                  </a:cubicBezTo>
                  <a:cubicBezTo>
                    <a:pt x="3389" y="2946"/>
                    <a:pt x="2977" y="2534"/>
                    <a:pt x="2977" y="2027"/>
                  </a:cubicBezTo>
                  <a:cubicBezTo>
                    <a:pt x="2977" y="1521"/>
                    <a:pt x="3389" y="1140"/>
                    <a:pt x="3895" y="1140"/>
                  </a:cubicBezTo>
                  <a:close/>
                  <a:moveTo>
                    <a:pt x="3895" y="0"/>
                  </a:moveTo>
                  <a:cubicBezTo>
                    <a:pt x="2534" y="0"/>
                    <a:pt x="1457" y="1109"/>
                    <a:pt x="1457" y="2471"/>
                  </a:cubicBezTo>
                  <a:cubicBezTo>
                    <a:pt x="1457" y="2534"/>
                    <a:pt x="1457" y="2597"/>
                    <a:pt x="1457" y="2661"/>
                  </a:cubicBezTo>
                  <a:lnTo>
                    <a:pt x="475" y="2661"/>
                  </a:lnTo>
                  <a:cubicBezTo>
                    <a:pt x="222" y="2661"/>
                    <a:pt x="0" y="2882"/>
                    <a:pt x="0" y="3136"/>
                  </a:cubicBezTo>
                  <a:lnTo>
                    <a:pt x="0" y="5954"/>
                  </a:lnTo>
                  <a:cubicBezTo>
                    <a:pt x="0" y="6208"/>
                    <a:pt x="222" y="6398"/>
                    <a:pt x="475" y="6398"/>
                  </a:cubicBezTo>
                  <a:lnTo>
                    <a:pt x="7316" y="6398"/>
                  </a:lnTo>
                  <a:cubicBezTo>
                    <a:pt x="7601" y="6398"/>
                    <a:pt x="7791" y="6208"/>
                    <a:pt x="7791" y="5954"/>
                  </a:cubicBezTo>
                  <a:lnTo>
                    <a:pt x="7791" y="3136"/>
                  </a:lnTo>
                  <a:cubicBezTo>
                    <a:pt x="7791" y="2882"/>
                    <a:pt x="7601" y="2661"/>
                    <a:pt x="7316" y="2661"/>
                  </a:cubicBezTo>
                  <a:lnTo>
                    <a:pt x="6334" y="2661"/>
                  </a:lnTo>
                  <a:cubicBezTo>
                    <a:pt x="6334" y="2597"/>
                    <a:pt x="6366" y="2534"/>
                    <a:pt x="6366" y="2471"/>
                  </a:cubicBezTo>
                  <a:cubicBezTo>
                    <a:pt x="6366" y="1109"/>
                    <a:pt x="5257" y="0"/>
                    <a:pt x="3895" y="0"/>
                  </a:cubicBezTo>
                  <a:close/>
                </a:path>
              </a:pathLst>
            </a:custGeom>
            <a:solidFill>
              <a:srgbClr val="376B8C"/>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5" name="Google Shape;765;p24"/>
            <p:cNvSpPr/>
            <p:nvPr/>
          </p:nvSpPr>
          <p:spPr>
            <a:xfrm>
              <a:off x="5900745" y="2946041"/>
              <a:ext cx="278785" cy="14007"/>
            </a:xfrm>
            <a:custGeom>
              <a:avLst/>
              <a:gdLst/>
              <a:ahLst/>
              <a:cxnLst/>
              <a:rect l="l" t="t" r="r" b="b"/>
              <a:pathLst>
                <a:path w="8837" h="444" extrusionOk="0">
                  <a:moveTo>
                    <a:pt x="222" y="0"/>
                  </a:moveTo>
                  <a:cubicBezTo>
                    <a:pt x="96" y="0"/>
                    <a:pt x="1" y="95"/>
                    <a:pt x="1" y="222"/>
                  </a:cubicBezTo>
                  <a:cubicBezTo>
                    <a:pt x="1" y="349"/>
                    <a:pt x="96" y="444"/>
                    <a:pt x="222" y="444"/>
                  </a:cubicBezTo>
                  <a:lnTo>
                    <a:pt x="8615" y="444"/>
                  </a:lnTo>
                  <a:cubicBezTo>
                    <a:pt x="8741" y="444"/>
                    <a:pt x="8836" y="349"/>
                    <a:pt x="8836" y="222"/>
                  </a:cubicBezTo>
                  <a:cubicBezTo>
                    <a:pt x="8836" y="95"/>
                    <a:pt x="8741" y="0"/>
                    <a:pt x="8615" y="0"/>
                  </a:cubicBezTo>
                  <a:close/>
                </a:path>
              </a:pathLst>
            </a:custGeom>
            <a:solidFill>
              <a:srgbClr val="D8D6D6"/>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6" name="Google Shape;766;p24"/>
            <p:cNvSpPr/>
            <p:nvPr/>
          </p:nvSpPr>
          <p:spPr>
            <a:xfrm>
              <a:off x="5903742" y="3025951"/>
              <a:ext cx="278785" cy="13029"/>
            </a:xfrm>
            <a:custGeom>
              <a:avLst/>
              <a:gdLst/>
              <a:ahLst/>
              <a:cxnLst/>
              <a:rect l="l" t="t" r="r" b="b"/>
              <a:pathLst>
                <a:path w="8837" h="413" extrusionOk="0">
                  <a:moveTo>
                    <a:pt x="222" y="1"/>
                  </a:moveTo>
                  <a:cubicBezTo>
                    <a:pt x="96" y="1"/>
                    <a:pt x="1" y="96"/>
                    <a:pt x="1" y="191"/>
                  </a:cubicBezTo>
                  <a:cubicBezTo>
                    <a:pt x="1" y="318"/>
                    <a:pt x="96" y="413"/>
                    <a:pt x="222" y="413"/>
                  </a:cubicBezTo>
                  <a:lnTo>
                    <a:pt x="8615" y="413"/>
                  </a:lnTo>
                  <a:cubicBezTo>
                    <a:pt x="8741" y="413"/>
                    <a:pt x="8836" y="318"/>
                    <a:pt x="8836" y="191"/>
                  </a:cubicBezTo>
                  <a:cubicBezTo>
                    <a:pt x="8836" y="96"/>
                    <a:pt x="8741" y="1"/>
                    <a:pt x="8615" y="1"/>
                  </a:cubicBezTo>
                  <a:close/>
                </a:path>
              </a:pathLst>
            </a:custGeom>
            <a:solidFill>
              <a:srgbClr val="D8D6D6"/>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7" name="Google Shape;767;p24"/>
            <p:cNvSpPr/>
            <p:nvPr/>
          </p:nvSpPr>
          <p:spPr>
            <a:xfrm>
              <a:off x="5907749" y="3104883"/>
              <a:ext cx="278785" cy="13029"/>
            </a:xfrm>
            <a:custGeom>
              <a:avLst/>
              <a:gdLst/>
              <a:ahLst/>
              <a:cxnLst/>
              <a:rect l="l" t="t" r="r" b="b"/>
              <a:pathLst>
                <a:path w="8837" h="413" extrusionOk="0">
                  <a:moveTo>
                    <a:pt x="190" y="1"/>
                  </a:moveTo>
                  <a:cubicBezTo>
                    <a:pt x="95" y="1"/>
                    <a:pt x="0" y="96"/>
                    <a:pt x="0" y="222"/>
                  </a:cubicBezTo>
                  <a:cubicBezTo>
                    <a:pt x="0" y="317"/>
                    <a:pt x="95" y="412"/>
                    <a:pt x="190" y="412"/>
                  </a:cubicBezTo>
                  <a:lnTo>
                    <a:pt x="8614" y="412"/>
                  </a:lnTo>
                  <a:cubicBezTo>
                    <a:pt x="8741" y="412"/>
                    <a:pt x="8836" y="317"/>
                    <a:pt x="8836" y="222"/>
                  </a:cubicBezTo>
                  <a:cubicBezTo>
                    <a:pt x="8836" y="96"/>
                    <a:pt x="8741" y="1"/>
                    <a:pt x="8614" y="1"/>
                  </a:cubicBezTo>
                  <a:close/>
                </a:path>
              </a:pathLst>
            </a:custGeom>
            <a:solidFill>
              <a:srgbClr val="D8D6D6"/>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8" name="Google Shape;768;p24"/>
            <p:cNvSpPr/>
            <p:nvPr/>
          </p:nvSpPr>
          <p:spPr>
            <a:xfrm>
              <a:off x="5910746" y="3183815"/>
              <a:ext cx="278785" cy="14007"/>
            </a:xfrm>
            <a:custGeom>
              <a:avLst/>
              <a:gdLst/>
              <a:ahLst/>
              <a:cxnLst/>
              <a:rect l="l" t="t" r="r" b="b"/>
              <a:pathLst>
                <a:path w="8837" h="444" extrusionOk="0">
                  <a:moveTo>
                    <a:pt x="222" y="1"/>
                  </a:moveTo>
                  <a:cubicBezTo>
                    <a:pt x="95" y="1"/>
                    <a:pt x="0" y="96"/>
                    <a:pt x="0" y="222"/>
                  </a:cubicBezTo>
                  <a:cubicBezTo>
                    <a:pt x="0" y="349"/>
                    <a:pt x="95" y="444"/>
                    <a:pt x="222" y="444"/>
                  </a:cubicBezTo>
                  <a:lnTo>
                    <a:pt x="8614" y="444"/>
                  </a:lnTo>
                  <a:cubicBezTo>
                    <a:pt x="8741" y="444"/>
                    <a:pt x="8836" y="349"/>
                    <a:pt x="8836" y="222"/>
                  </a:cubicBezTo>
                  <a:cubicBezTo>
                    <a:pt x="8836" y="96"/>
                    <a:pt x="8741" y="1"/>
                    <a:pt x="8614" y="1"/>
                  </a:cubicBezTo>
                  <a:close/>
                </a:path>
              </a:pathLst>
            </a:custGeom>
            <a:solidFill>
              <a:srgbClr val="D8D6D6"/>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69" name="Google Shape;769;p24"/>
            <p:cNvSpPr/>
            <p:nvPr/>
          </p:nvSpPr>
          <p:spPr>
            <a:xfrm>
              <a:off x="5913743" y="3262747"/>
              <a:ext cx="278785" cy="14007"/>
            </a:xfrm>
            <a:custGeom>
              <a:avLst/>
              <a:gdLst/>
              <a:ahLst/>
              <a:cxnLst/>
              <a:rect l="l" t="t" r="r" b="b"/>
              <a:pathLst>
                <a:path w="8837" h="444" extrusionOk="0">
                  <a:moveTo>
                    <a:pt x="222" y="0"/>
                  </a:moveTo>
                  <a:cubicBezTo>
                    <a:pt x="127" y="0"/>
                    <a:pt x="0" y="95"/>
                    <a:pt x="0" y="222"/>
                  </a:cubicBezTo>
                  <a:cubicBezTo>
                    <a:pt x="0" y="349"/>
                    <a:pt x="127" y="444"/>
                    <a:pt x="222" y="444"/>
                  </a:cubicBezTo>
                  <a:lnTo>
                    <a:pt x="8646" y="444"/>
                  </a:lnTo>
                  <a:cubicBezTo>
                    <a:pt x="8741" y="444"/>
                    <a:pt x="8836" y="349"/>
                    <a:pt x="8836" y="222"/>
                  </a:cubicBezTo>
                  <a:cubicBezTo>
                    <a:pt x="8836" y="95"/>
                    <a:pt x="8741" y="0"/>
                    <a:pt x="8646" y="0"/>
                  </a:cubicBezTo>
                  <a:close/>
                </a:path>
              </a:pathLst>
            </a:custGeom>
            <a:solidFill>
              <a:srgbClr val="D8D6D6"/>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70" name="Google Shape;770;p24"/>
            <p:cNvSpPr/>
            <p:nvPr/>
          </p:nvSpPr>
          <p:spPr>
            <a:xfrm>
              <a:off x="6309380" y="3046552"/>
              <a:ext cx="115906" cy="94863"/>
            </a:xfrm>
            <a:custGeom>
              <a:avLst/>
              <a:gdLst/>
              <a:ahLst/>
              <a:cxnLst/>
              <a:rect l="l" t="t" r="r" b="b"/>
              <a:pathLst>
                <a:path w="3674" h="3007" extrusionOk="0">
                  <a:moveTo>
                    <a:pt x="2708" y="1"/>
                  </a:moveTo>
                  <a:cubicBezTo>
                    <a:pt x="2184" y="1"/>
                    <a:pt x="1542" y="100"/>
                    <a:pt x="1045" y="488"/>
                  </a:cubicBezTo>
                  <a:cubicBezTo>
                    <a:pt x="32" y="1248"/>
                    <a:pt x="0" y="2895"/>
                    <a:pt x="0" y="2895"/>
                  </a:cubicBezTo>
                  <a:cubicBezTo>
                    <a:pt x="0" y="2895"/>
                    <a:pt x="437" y="3006"/>
                    <a:pt x="999" y="3006"/>
                  </a:cubicBezTo>
                  <a:cubicBezTo>
                    <a:pt x="1517" y="3006"/>
                    <a:pt x="2142" y="2911"/>
                    <a:pt x="2629" y="2546"/>
                  </a:cubicBezTo>
                  <a:cubicBezTo>
                    <a:pt x="3642" y="1755"/>
                    <a:pt x="3674" y="108"/>
                    <a:pt x="3674" y="108"/>
                  </a:cubicBezTo>
                  <a:cubicBezTo>
                    <a:pt x="3674" y="108"/>
                    <a:pt x="3254" y="1"/>
                    <a:pt x="2708" y="1"/>
                  </a:cubicBezTo>
                  <a:close/>
                </a:path>
              </a:pathLst>
            </a:custGeom>
            <a:solidFill>
              <a:srgbClr val="376B8C"/>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71" name="Google Shape;771;p24"/>
            <p:cNvSpPr/>
            <p:nvPr/>
          </p:nvSpPr>
          <p:spPr>
            <a:xfrm>
              <a:off x="6244424" y="3072925"/>
              <a:ext cx="80982" cy="101930"/>
            </a:xfrm>
            <a:custGeom>
              <a:avLst/>
              <a:gdLst/>
              <a:ahLst/>
              <a:cxnLst/>
              <a:rect l="l" t="t" r="r" b="b"/>
              <a:pathLst>
                <a:path w="2567" h="3231" extrusionOk="0">
                  <a:moveTo>
                    <a:pt x="698" y="0"/>
                  </a:moveTo>
                  <a:cubicBezTo>
                    <a:pt x="1" y="285"/>
                    <a:pt x="128" y="1109"/>
                    <a:pt x="128" y="1109"/>
                  </a:cubicBezTo>
                  <a:cubicBezTo>
                    <a:pt x="1869" y="1742"/>
                    <a:pt x="2249" y="3231"/>
                    <a:pt x="2249" y="3231"/>
                  </a:cubicBezTo>
                  <a:lnTo>
                    <a:pt x="2566" y="3231"/>
                  </a:lnTo>
                  <a:cubicBezTo>
                    <a:pt x="2408" y="1077"/>
                    <a:pt x="698" y="0"/>
                    <a:pt x="698" y="0"/>
                  </a:cubicBezTo>
                  <a:close/>
                </a:path>
              </a:pathLst>
            </a:custGeom>
            <a:solidFill>
              <a:srgbClr val="825944"/>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sp>
          <p:nvSpPr>
            <p:cNvPr id="772" name="Google Shape;772;p24"/>
            <p:cNvSpPr/>
            <p:nvPr/>
          </p:nvSpPr>
          <p:spPr>
            <a:xfrm>
              <a:off x="6149529" y="3157757"/>
              <a:ext cx="340713" cy="277681"/>
            </a:xfrm>
            <a:custGeom>
              <a:avLst/>
              <a:gdLst/>
              <a:ahLst/>
              <a:cxnLst/>
              <a:rect l="l" t="t" r="r" b="b"/>
              <a:pathLst>
                <a:path w="10800" h="8802" extrusionOk="0">
                  <a:moveTo>
                    <a:pt x="3486" y="1"/>
                  </a:moveTo>
                  <a:cubicBezTo>
                    <a:pt x="3055" y="1"/>
                    <a:pt x="2595" y="59"/>
                    <a:pt x="2154" y="225"/>
                  </a:cubicBezTo>
                  <a:cubicBezTo>
                    <a:pt x="665" y="795"/>
                    <a:pt x="0" y="1840"/>
                    <a:pt x="222" y="4025"/>
                  </a:cubicBezTo>
                  <a:cubicBezTo>
                    <a:pt x="317" y="5292"/>
                    <a:pt x="1299" y="8047"/>
                    <a:pt x="2280" y="8522"/>
                  </a:cubicBezTo>
                  <a:cubicBezTo>
                    <a:pt x="2695" y="8729"/>
                    <a:pt x="3081" y="8802"/>
                    <a:pt x="3437" y="8802"/>
                  </a:cubicBezTo>
                  <a:cubicBezTo>
                    <a:pt x="4278" y="8802"/>
                    <a:pt x="4948" y="8395"/>
                    <a:pt x="5416" y="8395"/>
                  </a:cubicBezTo>
                  <a:cubicBezTo>
                    <a:pt x="5884" y="8395"/>
                    <a:pt x="6557" y="8788"/>
                    <a:pt x="7389" y="8788"/>
                  </a:cubicBezTo>
                  <a:cubicBezTo>
                    <a:pt x="7739" y="8788"/>
                    <a:pt x="8116" y="8719"/>
                    <a:pt x="8519" y="8522"/>
                  </a:cubicBezTo>
                  <a:cubicBezTo>
                    <a:pt x="9501" y="8047"/>
                    <a:pt x="10483" y="5292"/>
                    <a:pt x="10609" y="4025"/>
                  </a:cubicBezTo>
                  <a:cubicBezTo>
                    <a:pt x="10799" y="1840"/>
                    <a:pt x="10166" y="795"/>
                    <a:pt x="8646" y="225"/>
                  </a:cubicBezTo>
                  <a:cubicBezTo>
                    <a:pt x="8214" y="59"/>
                    <a:pt x="7760" y="1"/>
                    <a:pt x="7334" y="1"/>
                  </a:cubicBezTo>
                  <a:cubicBezTo>
                    <a:pt x="6293" y="1"/>
                    <a:pt x="5416" y="352"/>
                    <a:pt x="5416" y="352"/>
                  </a:cubicBezTo>
                  <a:cubicBezTo>
                    <a:pt x="5416" y="352"/>
                    <a:pt x="4538" y="1"/>
                    <a:pt x="3486" y="1"/>
                  </a:cubicBezTo>
                  <a:close/>
                </a:path>
              </a:pathLst>
            </a:custGeom>
            <a:solidFill>
              <a:srgbClr val="F2856D"/>
            </a:solidFill>
            <a:ln>
              <a:noFill/>
            </a:ln>
          </p:spPr>
          <p:txBody>
            <a:bodyPr spcFirstLastPara="1" wrap="square" lIns="118650" tIns="118650" rIns="118650" bIns="11865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25"/>
          <p:cNvSpPr txBox="1"/>
          <p:nvPr/>
        </p:nvSpPr>
        <p:spPr>
          <a:xfrm>
            <a:off x="457200" y="256050"/>
            <a:ext cx="77235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latin typeface="Fira Sans Extra Condensed Medium"/>
                <a:ea typeface="Fira Sans Extra Condensed Medium"/>
                <a:cs typeface="Fira Sans Extra Condensed Medium"/>
                <a:sym typeface="Fira Sans Extra Condensed Medium"/>
              </a:rPr>
              <a:t>Future Direction</a:t>
            </a:r>
            <a:endParaRPr sz="3000">
              <a:latin typeface="Fira Sans Extra Condensed Medium"/>
              <a:ea typeface="Fira Sans Extra Condensed Medium"/>
              <a:cs typeface="Fira Sans Extra Condensed Medium"/>
              <a:sym typeface="Fira Sans Extra Condensed Medium"/>
            </a:endParaRPr>
          </a:p>
        </p:txBody>
      </p:sp>
      <p:grpSp>
        <p:nvGrpSpPr>
          <p:cNvPr id="778" name="Google Shape;778;p25"/>
          <p:cNvGrpSpPr/>
          <p:nvPr/>
        </p:nvGrpSpPr>
        <p:grpSpPr>
          <a:xfrm rot="2700000">
            <a:off x="320529" y="-127880"/>
            <a:ext cx="704013" cy="1569837"/>
            <a:chOff x="454701" y="1151675"/>
            <a:chExt cx="1361631" cy="3036221"/>
          </a:xfrm>
        </p:grpSpPr>
        <p:sp>
          <p:nvSpPr>
            <p:cNvPr id="779" name="Google Shape;779;p25"/>
            <p:cNvSpPr/>
            <p:nvPr/>
          </p:nvSpPr>
          <p:spPr>
            <a:xfrm>
              <a:off x="921600" y="1668159"/>
              <a:ext cx="414763" cy="672126"/>
            </a:xfrm>
            <a:custGeom>
              <a:avLst/>
              <a:gdLst/>
              <a:ahLst/>
              <a:cxnLst/>
              <a:rect l="l" t="t" r="r" b="b"/>
              <a:pathLst>
                <a:path w="15107" h="24481" extrusionOk="0">
                  <a:moveTo>
                    <a:pt x="1" y="0"/>
                  </a:moveTo>
                  <a:lnTo>
                    <a:pt x="1" y="24480"/>
                  </a:lnTo>
                  <a:lnTo>
                    <a:pt x="15107" y="24480"/>
                  </a:lnTo>
                  <a:lnTo>
                    <a:pt x="15107" y="0"/>
                  </a:lnTo>
                  <a:close/>
                </a:path>
              </a:pathLst>
            </a:custGeom>
            <a:solidFill>
              <a:srgbClr val="EDEDED"/>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sz="1028"/>
            </a:p>
          </p:txBody>
        </p:sp>
        <p:sp>
          <p:nvSpPr>
            <p:cNvPr id="780" name="Google Shape;780;p25"/>
            <p:cNvSpPr/>
            <p:nvPr/>
          </p:nvSpPr>
          <p:spPr>
            <a:xfrm>
              <a:off x="454701" y="2284606"/>
              <a:ext cx="1361631" cy="1903290"/>
            </a:xfrm>
            <a:custGeom>
              <a:avLst/>
              <a:gdLst/>
              <a:ahLst/>
              <a:cxnLst/>
              <a:rect l="l" t="t" r="r" b="b"/>
              <a:pathLst>
                <a:path w="49595" h="69324" extrusionOk="0">
                  <a:moveTo>
                    <a:pt x="17102" y="0"/>
                  </a:moveTo>
                  <a:cubicBezTo>
                    <a:pt x="7696" y="0"/>
                    <a:pt x="0" y="7696"/>
                    <a:pt x="0" y="17101"/>
                  </a:cubicBezTo>
                  <a:lnTo>
                    <a:pt x="0" y="52254"/>
                  </a:lnTo>
                  <a:cubicBezTo>
                    <a:pt x="0" y="61660"/>
                    <a:pt x="7696" y="69323"/>
                    <a:pt x="17102" y="69323"/>
                  </a:cubicBezTo>
                  <a:lnTo>
                    <a:pt x="32524" y="69323"/>
                  </a:lnTo>
                  <a:cubicBezTo>
                    <a:pt x="41930" y="69323"/>
                    <a:pt x="49594" y="61660"/>
                    <a:pt x="49594" y="52254"/>
                  </a:cubicBezTo>
                  <a:lnTo>
                    <a:pt x="49594" y="17101"/>
                  </a:lnTo>
                  <a:cubicBezTo>
                    <a:pt x="49594" y="7696"/>
                    <a:pt x="41930" y="0"/>
                    <a:pt x="32524" y="0"/>
                  </a:cubicBezTo>
                  <a:close/>
                </a:path>
              </a:pathLst>
            </a:custGeom>
            <a:solidFill>
              <a:srgbClr val="43AED9"/>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81" name="Google Shape;781;p25"/>
            <p:cNvSpPr/>
            <p:nvPr/>
          </p:nvSpPr>
          <p:spPr>
            <a:xfrm>
              <a:off x="852057" y="2284606"/>
              <a:ext cx="553877" cy="1897195"/>
            </a:xfrm>
            <a:custGeom>
              <a:avLst/>
              <a:gdLst/>
              <a:ahLst/>
              <a:cxnLst/>
              <a:rect l="l" t="t" r="r" b="b"/>
              <a:pathLst>
                <a:path w="20174" h="69102" extrusionOk="0">
                  <a:moveTo>
                    <a:pt x="0" y="0"/>
                  </a:moveTo>
                  <a:lnTo>
                    <a:pt x="0" y="69102"/>
                  </a:lnTo>
                  <a:lnTo>
                    <a:pt x="20173" y="69102"/>
                  </a:lnTo>
                  <a:lnTo>
                    <a:pt x="20173" y="0"/>
                  </a:lnTo>
                  <a:close/>
                </a:path>
              </a:pathLst>
            </a:custGeom>
            <a:solidFill>
              <a:srgbClr val="376B8C"/>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82" name="Google Shape;782;p25"/>
            <p:cNvSpPr/>
            <p:nvPr/>
          </p:nvSpPr>
          <p:spPr>
            <a:xfrm>
              <a:off x="507744" y="2550645"/>
              <a:ext cx="1247720" cy="935584"/>
            </a:xfrm>
            <a:custGeom>
              <a:avLst/>
              <a:gdLst/>
              <a:ahLst/>
              <a:cxnLst/>
              <a:rect l="l" t="t" r="r" b="b"/>
              <a:pathLst>
                <a:path w="45446" h="34077" extrusionOk="0">
                  <a:moveTo>
                    <a:pt x="11401" y="1"/>
                  </a:moveTo>
                  <a:cubicBezTo>
                    <a:pt x="5131" y="1"/>
                    <a:pt x="0" y="5131"/>
                    <a:pt x="0" y="11402"/>
                  </a:cubicBezTo>
                  <a:lnTo>
                    <a:pt x="0" y="22708"/>
                  </a:lnTo>
                  <a:cubicBezTo>
                    <a:pt x="0" y="28946"/>
                    <a:pt x="5131" y="34077"/>
                    <a:pt x="11401" y="34077"/>
                  </a:cubicBezTo>
                  <a:lnTo>
                    <a:pt x="34044" y="34077"/>
                  </a:lnTo>
                  <a:cubicBezTo>
                    <a:pt x="40315" y="34077"/>
                    <a:pt x="45445" y="28946"/>
                    <a:pt x="45445" y="22708"/>
                  </a:cubicBezTo>
                  <a:lnTo>
                    <a:pt x="45445" y="11402"/>
                  </a:lnTo>
                  <a:cubicBezTo>
                    <a:pt x="45445" y="5131"/>
                    <a:pt x="40315" y="1"/>
                    <a:pt x="34044" y="1"/>
                  </a:cubicBezTo>
                  <a:close/>
                </a:path>
              </a:pathLst>
            </a:custGeom>
            <a:solidFill>
              <a:srgbClr val="376B8C"/>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83" name="Google Shape;783;p25"/>
            <p:cNvSpPr/>
            <p:nvPr/>
          </p:nvSpPr>
          <p:spPr>
            <a:xfrm>
              <a:off x="632060" y="2695854"/>
              <a:ext cx="1018196" cy="673004"/>
            </a:xfrm>
            <a:custGeom>
              <a:avLst/>
              <a:gdLst/>
              <a:ahLst/>
              <a:cxnLst/>
              <a:rect l="l" t="t" r="r" b="b"/>
              <a:pathLst>
                <a:path w="37086" h="24513" extrusionOk="0">
                  <a:moveTo>
                    <a:pt x="1" y="1"/>
                  </a:moveTo>
                  <a:lnTo>
                    <a:pt x="1" y="24512"/>
                  </a:lnTo>
                  <a:lnTo>
                    <a:pt x="37085" y="24512"/>
                  </a:lnTo>
                  <a:lnTo>
                    <a:pt x="37085" y="1"/>
                  </a:lnTo>
                  <a:close/>
                </a:path>
              </a:pathLst>
            </a:custGeom>
            <a:solidFill>
              <a:srgbClr val="CAF5FF"/>
            </a:solidFill>
            <a:ln>
              <a:noFill/>
            </a:ln>
          </p:spPr>
          <p:txBody>
            <a:bodyPr spcFirstLastPara="1" wrap="square" lIns="47250" tIns="47250" rIns="47250" bIns="47250" anchor="ctr" anchorCtr="0">
              <a:noAutofit/>
            </a:bodyPr>
            <a:lstStyle/>
            <a:p>
              <a:pPr marL="0" lvl="0" indent="0" algn="ctr" rtl="0">
                <a:spcBef>
                  <a:spcPts val="0"/>
                </a:spcBef>
                <a:spcAft>
                  <a:spcPts val="0"/>
                </a:spcAft>
                <a:buNone/>
              </a:pPr>
              <a:r>
                <a:rPr lang="en" sz="1912">
                  <a:latin typeface="Fira Sans Medium"/>
                  <a:ea typeface="Fira Sans Medium"/>
                  <a:cs typeface="Fira Sans Medium"/>
                  <a:sym typeface="Fira Sans Medium"/>
                </a:rPr>
                <a:t>5.8</a:t>
              </a:r>
              <a:endParaRPr sz="2119">
                <a:latin typeface="Fira Sans Medium"/>
                <a:ea typeface="Fira Sans Medium"/>
                <a:cs typeface="Fira Sans Medium"/>
                <a:sym typeface="Fira Sans Medium"/>
              </a:endParaRPr>
            </a:p>
          </p:txBody>
        </p:sp>
        <p:sp>
          <p:nvSpPr>
            <p:cNvPr id="784" name="Google Shape;784;p25"/>
            <p:cNvSpPr/>
            <p:nvPr/>
          </p:nvSpPr>
          <p:spPr>
            <a:xfrm>
              <a:off x="632060" y="3580976"/>
              <a:ext cx="266972" cy="96532"/>
            </a:xfrm>
            <a:custGeom>
              <a:avLst/>
              <a:gdLst/>
              <a:ahLst/>
              <a:cxnLst/>
              <a:rect l="l" t="t" r="r" b="b"/>
              <a:pathLst>
                <a:path w="9724" h="3516" extrusionOk="0">
                  <a:moveTo>
                    <a:pt x="1679" y="1"/>
                  </a:moveTo>
                  <a:cubicBezTo>
                    <a:pt x="761" y="1"/>
                    <a:pt x="1" y="761"/>
                    <a:pt x="1" y="1679"/>
                  </a:cubicBezTo>
                  <a:lnTo>
                    <a:pt x="1" y="1837"/>
                  </a:lnTo>
                  <a:cubicBezTo>
                    <a:pt x="1" y="2787"/>
                    <a:pt x="761" y="3516"/>
                    <a:pt x="1679" y="3516"/>
                  </a:cubicBezTo>
                  <a:lnTo>
                    <a:pt x="8045" y="3516"/>
                  </a:lnTo>
                  <a:cubicBezTo>
                    <a:pt x="8963" y="3516"/>
                    <a:pt x="9723" y="2787"/>
                    <a:pt x="9723" y="1837"/>
                  </a:cubicBezTo>
                  <a:lnTo>
                    <a:pt x="9723" y="1679"/>
                  </a:lnTo>
                  <a:cubicBezTo>
                    <a:pt x="9723" y="761"/>
                    <a:pt x="8963" y="1"/>
                    <a:pt x="8045" y="1"/>
                  </a:cubicBezTo>
                  <a:close/>
                </a:path>
              </a:pathLst>
            </a:custGeom>
            <a:solidFill>
              <a:srgbClr val="FFFFFF"/>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85" name="Google Shape;785;p25"/>
            <p:cNvSpPr/>
            <p:nvPr/>
          </p:nvSpPr>
          <p:spPr>
            <a:xfrm>
              <a:off x="1007672" y="3580976"/>
              <a:ext cx="266972" cy="96532"/>
            </a:xfrm>
            <a:custGeom>
              <a:avLst/>
              <a:gdLst/>
              <a:ahLst/>
              <a:cxnLst/>
              <a:rect l="l" t="t" r="r" b="b"/>
              <a:pathLst>
                <a:path w="9724" h="3516" extrusionOk="0">
                  <a:moveTo>
                    <a:pt x="1679" y="1"/>
                  </a:moveTo>
                  <a:cubicBezTo>
                    <a:pt x="761" y="1"/>
                    <a:pt x="1" y="761"/>
                    <a:pt x="1" y="1679"/>
                  </a:cubicBezTo>
                  <a:lnTo>
                    <a:pt x="1" y="1837"/>
                  </a:lnTo>
                  <a:cubicBezTo>
                    <a:pt x="1" y="2787"/>
                    <a:pt x="761" y="3516"/>
                    <a:pt x="1679" y="3516"/>
                  </a:cubicBezTo>
                  <a:lnTo>
                    <a:pt x="8045" y="3516"/>
                  </a:lnTo>
                  <a:cubicBezTo>
                    <a:pt x="8963" y="3516"/>
                    <a:pt x="9723" y="2787"/>
                    <a:pt x="9723" y="1837"/>
                  </a:cubicBezTo>
                  <a:lnTo>
                    <a:pt x="9723" y="1679"/>
                  </a:lnTo>
                  <a:cubicBezTo>
                    <a:pt x="9723" y="761"/>
                    <a:pt x="8963" y="1"/>
                    <a:pt x="8045" y="1"/>
                  </a:cubicBezTo>
                  <a:close/>
                </a:path>
              </a:pathLst>
            </a:custGeom>
            <a:solidFill>
              <a:srgbClr val="FFFFFF"/>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86" name="Google Shape;786;p25"/>
            <p:cNvSpPr/>
            <p:nvPr/>
          </p:nvSpPr>
          <p:spPr>
            <a:xfrm>
              <a:off x="1383284" y="3580976"/>
              <a:ext cx="266972" cy="96532"/>
            </a:xfrm>
            <a:custGeom>
              <a:avLst/>
              <a:gdLst/>
              <a:ahLst/>
              <a:cxnLst/>
              <a:rect l="l" t="t" r="r" b="b"/>
              <a:pathLst>
                <a:path w="9724" h="3516" extrusionOk="0">
                  <a:moveTo>
                    <a:pt x="1679" y="1"/>
                  </a:moveTo>
                  <a:cubicBezTo>
                    <a:pt x="761" y="1"/>
                    <a:pt x="1" y="761"/>
                    <a:pt x="1" y="1679"/>
                  </a:cubicBezTo>
                  <a:lnTo>
                    <a:pt x="1" y="1837"/>
                  </a:lnTo>
                  <a:cubicBezTo>
                    <a:pt x="1" y="2787"/>
                    <a:pt x="761" y="3516"/>
                    <a:pt x="1679" y="3516"/>
                  </a:cubicBezTo>
                  <a:lnTo>
                    <a:pt x="8045" y="3516"/>
                  </a:lnTo>
                  <a:cubicBezTo>
                    <a:pt x="8963" y="3516"/>
                    <a:pt x="9723" y="2787"/>
                    <a:pt x="9723" y="1837"/>
                  </a:cubicBezTo>
                  <a:lnTo>
                    <a:pt x="9723" y="1679"/>
                  </a:lnTo>
                  <a:cubicBezTo>
                    <a:pt x="9723" y="761"/>
                    <a:pt x="8963" y="1"/>
                    <a:pt x="8045" y="1"/>
                  </a:cubicBezTo>
                  <a:close/>
                </a:path>
              </a:pathLst>
            </a:custGeom>
            <a:solidFill>
              <a:srgbClr val="FFFFFF"/>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87" name="Google Shape;787;p25"/>
            <p:cNvSpPr/>
            <p:nvPr/>
          </p:nvSpPr>
          <p:spPr>
            <a:xfrm>
              <a:off x="1453733" y="3784445"/>
              <a:ext cx="236525" cy="236525"/>
            </a:xfrm>
            <a:custGeom>
              <a:avLst/>
              <a:gdLst/>
              <a:ahLst/>
              <a:cxnLst/>
              <a:rect l="l" t="t" r="r" b="b"/>
              <a:pathLst>
                <a:path w="8615" h="8615" extrusionOk="0">
                  <a:moveTo>
                    <a:pt x="4307" y="0"/>
                  </a:moveTo>
                  <a:cubicBezTo>
                    <a:pt x="1932" y="0"/>
                    <a:pt x="0" y="1932"/>
                    <a:pt x="0" y="4307"/>
                  </a:cubicBezTo>
                  <a:cubicBezTo>
                    <a:pt x="0" y="6682"/>
                    <a:pt x="1932" y="8614"/>
                    <a:pt x="4307" y="8614"/>
                  </a:cubicBezTo>
                  <a:cubicBezTo>
                    <a:pt x="6682" y="8614"/>
                    <a:pt x="8614" y="6682"/>
                    <a:pt x="8614" y="4307"/>
                  </a:cubicBezTo>
                  <a:cubicBezTo>
                    <a:pt x="8614" y="1932"/>
                    <a:pt x="6682" y="0"/>
                    <a:pt x="4307" y="0"/>
                  </a:cubicBezTo>
                  <a:close/>
                </a:path>
              </a:pathLst>
            </a:custGeom>
            <a:solidFill>
              <a:srgbClr val="F2B872"/>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88" name="Google Shape;788;p25"/>
            <p:cNvSpPr/>
            <p:nvPr/>
          </p:nvSpPr>
          <p:spPr>
            <a:xfrm>
              <a:off x="1014645" y="1379469"/>
              <a:ext cx="228700" cy="229579"/>
            </a:xfrm>
            <a:custGeom>
              <a:avLst/>
              <a:gdLst/>
              <a:ahLst/>
              <a:cxnLst/>
              <a:rect l="l" t="t" r="r" b="b"/>
              <a:pathLst>
                <a:path w="8330" h="8362" extrusionOk="0">
                  <a:moveTo>
                    <a:pt x="4181" y="1"/>
                  </a:moveTo>
                  <a:cubicBezTo>
                    <a:pt x="1869" y="1"/>
                    <a:pt x="0" y="1869"/>
                    <a:pt x="0" y="4181"/>
                  </a:cubicBezTo>
                  <a:cubicBezTo>
                    <a:pt x="0" y="6493"/>
                    <a:pt x="1869" y="8362"/>
                    <a:pt x="4181" y="8362"/>
                  </a:cubicBezTo>
                  <a:cubicBezTo>
                    <a:pt x="6461" y="8362"/>
                    <a:pt x="8329" y="6493"/>
                    <a:pt x="8329" y="4181"/>
                  </a:cubicBezTo>
                  <a:cubicBezTo>
                    <a:pt x="8329" y="1869"/>
                    <a:pt x="6461" y="1"/>
                    <a:pt x="4181" y="1"/>
                  </a:cubicBezTo>
                  <a:close/>
                </a:path>
              </a:pathLst>
            </a:custGeom>
            <a:solidFill>
              <a:srgbClr val="F2856D"/>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89" name="Google Shape;789;p25"/>
            <p:cNvSpPr/>
            <p:nvPr/>
          </p:nvSpPr>
          <p:spPr>
            <a:xfrm>
              <a:off x="1017253" y="1151675"/>
              <a:ext cx="226092" cy="320867"/>
            </a:xfrm>
            <a:custGeom>
              <a:avLst/>
              <a:gdLst/>
              <a:ahLst/>
              <a:cxnLst/>
              <a:rect l="l" t="t" r="r" b="b"/>
              <a:pathLst>
                <a:path w="8235" h="11687" extrusionOk="0">
                  <a:moveTo>
                    <a:pt x="4086" y="1"/>
                  </a:moveTo>
                  <a:lnTo>
                    <a:pt x="0" y="11687"/>
                  </a:lnTo>
                  <a:lnTo>
                    <a:pt x="8234" y="11687"/>
                  </a:lnTo>
                  <a:lnTo>
                    <a:pt x="4086" y="1"/>
                  </a:lnTo>
                  <a:close/>
                </a:path>
              </a:pathLst>
            </a:custGeom>
            <a:solidFill>
              <a:srgbClr val="F2856D"/>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90" name="Google Shape;790;p25"/>
            <p:cNvSpPr/>
            <p:nvPr/>
          </p:nvSpPr>
          <p:spPr>
            <a:xfrm>
              <a:off x="1265913" y="3423604"/>
              <a:ext cx="45246" cy="45246"/>
            </a:xfrm>
            <a:custGeom>
              <a:avLst/>
              <a:gdLst/>
              <a:ahLst/>
              <a:cxnLst/>
              <a:rect l="l" t="t" r="r" b="b"/>
              <a:pathLst>
                <a:path w="1648" h="1648" extrusionOk="0">
                  <a:moveTo>
                    <a:pt x="824" y="1"/>
                  </a:moveTo>
                  <a:cubicBezTo>
                    <a:pt x="381" y="1"/>
                    <a:pt x="1" y="381"/>
                    <a:pt x="1" y="824"/>
                  </a:cubicBezTo>
                  <a:cubicBezTo>
                    <a:pt x="1" y="1299"/>
                    <a:pt x="381" y="1647"/>
                    <a:pt x="824" y="1647"/>
                  </a:cubicBezTo>
                  <a:cubicBezTo>
                    <a:pt x="1267" y="1647"/>
                    <a:pt x="1647" y="1299"/>
                    <a:pt x="1647" y="824"/>
                  </a:cubicBezTo>
                  <a:cubicBezTo>
                    <a:pt x="1647" y="381"/>
                    <a:pt x="1267" y="1"/>
                    <a:pt x="824" y="1"/>
                  </a:cubicBezTo>
                  <a:close/>
                </a:path>
              </a:pathLst>
            </a:custGeom>
            <a:solidFill>
              <a:srgbClr val="30637F"/>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sp>
          <p:nvSpPr>
            <p:cNvPr id="791" name="Google Shape;791;p25"/>
            <p:cNvSpPr/>
            <p:nvPr/>
          </p:nvSpPr>
          <p:spPr>
            <a:xfrm>
              <a:off x="1265913" y="2463722"/>
              <a:ext cx="45246" cy="45218"/>
            </a:xfrm>
            <a:custGeom>
              <a:avLst/>
              <a:gdLst/>
              <a:ahLst/>
              <a:cxnLst/>
              <a:rect l="l" t="t" r="r" b="b"/>
              <a:pathLst>
                <a:path w="1648" h="1647" extrusionOk="0">
                  <a:moveTo>
                    <a:pt x="824" y="0"/>
                  </a:moveTo>
                  <a:cubicBezTo>
                    <a:pt x="381" y="0"/>
                    <a:pt x="1" y="380"/>
                    <a:pt x="1" y="823"/>
                  </a:cubicBezTo>
                  <a:cubicBezTo>
                    <a:pt x="1" y="1267"/>
                    <a:pt x="381" y="1647"/>
                    <a:pt x="824" y="1647"/>
                  </a:cubicBezTo>
                  <a:cubicBezTo>
                    <a:pt x="1267" y="1647"/>
                    <a:pt x="1647" y="1267"/>
                    <a:pt x="1647" y="823"/>
                  </a:cubicBezTo>
                  <a:cubicBezTo>
                    <a:pt x="1647" y="380"/>
                    <a:pt x="1267" y="0"/>
                    <a:pt x="824" y="0"/>
                  </a:cubicBezTo>
                  <a:close/>
                </a:path>
              </a:pathLst>
            </a:custGeom>
            <a:solidFill>
              <a:srgbClr val="30637F"/>
            </a:solidFill>
            <a:ln>
              <a:noFill/>
            </a:ln>
          </p:spPr>
          <p:txBody>
            <a:bodyPr spcFirstLastPara="1" wrap="square" lIns="47250" tIns="47250" rIns="47250" bIns="47250" anchor="ctr" anchorCtr="0">
              <a:noAutofit/>
            </a:bodyPr>
            <a:lstStyle/>
            <a:p>
              <a:pPr marL="0" lvl="0" indent="0" algn="l" rtl="0">
                <a:spcBef>
                  <a:spcPts val="0"/>
                </a:spcBef>
                <a:spcAft>
                  <a:spcPts val="0"/>
                </a:spcAft>
                <a:buNone/>
              </a:pPr>
              <a:endParaRPr/>
            </a:p>
          </p:txBody>
        </p:sp>
      </p:grpSp>
      <p:pic>
        <p:nvPicPr>
          <p:cNvPr id="792" name="Google Shape;792;p25" title="heatmap_correlation_matrix.png"/>
          <p:cNvPicPr preferRelativeResize="0"/>
          <p:nvPr/>
        </p:nvPicPr>
        <p:blipFill>
          <a:blip r:embed="rId3">
            <a:alphaModFix/>
          </a:blip>
          <a:stretch>
            <a:fillRect/>
          </a:stretch>
        </p:blipFill>
        <p:spPr>
          <a:xfrm>
            <a:off x="3405656" y="979050"/>
            <a:ext cx="4775040" cy="3979200"/>
          </a:xfrm>
          <a:prstGeom prst="rect">
            <a:avLst/>
          </a:prstGeom>
          <a:noFill/>
          <a:ln w="114300" cap="flat" cmpd="sng">
            <a:solidFill>
              <a:srgbClr val="30637F"/>
            </a:solidFill>
            <a:prstDash val="solid"/>
            <a:round/>
            <a:headEnd type="none" w="sm" len="sm"/>
            <a:tailEnd type="none" w="sm" len="sm"/>
          </a:ln>
        </p:spPr>
      </p:pic>
      <p:sp>
        <p:nvSpPr>
          <p:cNvPr id="793" name="Google Shape;793;p25"/>
          <p:cNvSpPr txBox="1"/>
          <p:nvPr/>
        </p:nvSpPr>
        <p:spPr>
          <a:xfrm>
            <a:off x="213475" y="1460975"/>
            <a:ext cx="2890500" cy="13302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Public Interventions that prioritize increasing physical activity and weight management in our aging populations.</a:t>
            </a:r>
            <a:endParaRPr sz="1500" b="1">
              <a:solidFill>
                <a:schemeClr val="dk1"/>
              </a:solidFill>
              <a:latin typeface="Albert Sans"/>
              <a:ea typeface="Albert Sans"/>
              <a:cs typeface="Albert Sans"/>
              <a:sym typeface="Albert Sans"/>
            </a:endParaRPr>
          </a:p>
        </p:txBody>
      </p:sp>
      <p:sp>
        <p:nvSpPr>
          <p:cNvPr id="794" name="Google Shape;794;p25"/>
          <p:cNvSpPr txBox="1"/>
          <p:nvPr/>
        </p:nvSpPr>
        <p:spPr>
          <a:xfrm>
            <a:off x="213475" y="2791175"/>
            <a:ext cx="2890500" cy="2167200"/>
          </a:xfrm>
          <a:prstGeom prst="rect">
            <a:avLst/>
          </a:prstGeom>
          <a:solidFill>
            <a:srgbClr val="376B8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lt1"/>
                </a:solidFill>
                <a:latin typeface="Albert Sans"/>
                <a:ea typeface="Albert Sans"/>
                <a:cs typeface="Albert Sans"/>
                <a:sym typeface="Albert Sans"/>
              </a:rPr>
              <a:t>To be explored:</a:t>
            </a:r>
            <a:endParaRPr sz="1300" b="1">
              <a:solidFill>
                <a:schemeClr val="lt1"/>
              </a:solidFill>
              <a:latin typeface="Albert Sans"/>
              <a:ea typeface="Albert Sans"/>
              <a:cs typeface="Albert Sans"/>
              <a:sym typeface="Albert Sans"/>
            </a:endParaRPr>
          </a:p>
          <a:p>
            <a:pPr marL="457200" lvl="0" indent="-311150" algn="l" rtl="0">
              <a:spcBef>
                <a:spcPts val="0"/>
              </a:spcBef>
              <a:spcAft>
                <a:spcPts val="0"/>
              </a:spcAft>
              <a:buClr>
                <a:schemeClr val="lt1"/>
              </a:buClr>
              <a:buSzPts val="1300"/>
              <a:buFont typeface="Albert Sans"/>
              <a:buAutoNum type="arabicPeriod"/>
            </a:pPr>
            <a:r>
              <a:rPr lang="en" sz="1300" b="1">
                <a:solidFill>
                  <a:schemeClr val="lt1"/>
                </a:solidFill>
                <a:latin typeface="Albert Sans"/>
                <a:ea typeface="Albert Sans"/>
                <a:cs typeface="Albert Sans"/>
                <a:sym typeface="Albert Sans"/>
              </a:rPr>
              <a:t>What role does smoking status play in increasing the risk of diabetes across age groups?</a:t>
            </a:r>
            <a:endParaRPr sz="1300" b="1">
              <a:solidFill>
                <a:schemeClr val="lt1"/>
              </a:solidFill>
              <a:latin typeface="Albert Sans"/>
              <a:ea typeface="Albert Sans"/>
              <a:cs typeface="Albert Sans"/>
              <a:sym typeface="Albert Sans"/>
            </a:endParaRPr>
          </a:p>
          <a:p>
            <a:pPr marL="0" lvl="0" indent="0" algn="l" rtl="0">
              <a:spcBef>
                <a:spcPts val="0"/>
              </a:spcBef>
              <a:spcAft>
                <a:spcPts val="0"/>
              </a:spcAft>
              <a:buNone/>
            </a:pPr>
            <a:endParaRPr sz="1300" b="1">
              <a:solidFill>
                <a:schemeClr val="lt1"/>
              </a:solidFill>
              <a:latin typeface="Albert Sans"/>
              <a:ea typeface="Albert Sans"/>
              <a:cs typeface="Albert Sans"/>
              <a:sym typeface="Albert Sans"/>
            </a:endParaRPr>
          </a:p>
          <a:p>
            <a:pPr marL="457200" lvl="0" indent="-311150" algn="l" rtl="0">
              <a:spcBef>
                <a:spcPts val="0"/>
              </a:spcBef>
              <a:spcAft>
                <a:spcPts val="0"/>
              </a:spcAft>
              <a:buClr>
                <a:schemeClr val="lt1"/>
              </a:buClr>
              <a:buSzPts val="1300"/>
              <a:buFont typeface="Albert Sans"/>
              <a:buAutoNum type="arabicPeriod"/>
            </a:pPr>
            <a:r>
              <a:rPr lang="en" sz="1300" b="1">
                <a:solidFill>
                  <a:schemeClr val="lt1"/>
                </a:solidFill>
                <a:latin typeface="Albert Sans"/>
                <a:ea typeface="Albert Sans"/>
                <a:cs typeface="Albert Sans"/>
                <a:sym typeface="Albert Sans"/>
              </a:rPr>
              <a:t>Can high activity mitigate the risk of diabetes in individuals with higher body mass index?</a:t>
            </a:r>
            <a:endParaRPr sz="1300" b="1">
              <a:solidFill>
                <a:schemeClr val="lt1"/>
              </a:solidFill>
              <a:latin typeface="Albert Sans"/>
              <a:ea typeface="Albert Sans"/>
              <a:cs typeface="Albert Sans"/>
              <a:sym typeface="Albert Sans"/>
            </a:endParaRPr>
          </a:p>
          <a:p>
            <a:pPr marL="0" lvl="0" indent="0" algn="l" rtl="0">
              <a:spcBef>
                <a:spcPts val="0"/>
              </a:spcBef>
              <a:spcAft>
                <a:spcPts val="0"/>
              </a:spcAft>
              <a:buNone/>
            </a:pPr>
            <a:endParaRPr sz="1300" b="1">
              <a:solidFill>
                <a:schemeClr val="lt1"/>
              </a:solidFill>
              <a:latin typeface="Albert Sans"/>
              <a:ea typeface="Albert Sans"/>
              <a:cs typeface="Albert Sans"/>
              <a:sym typeface="Alber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grpSp>
        <p:nvGrpSpPr>
          <p:cNvPr id="799" name="Google Shape;799;p26"/>
          <p:cNvGrpSpPr/>
          <p:nvPr/>
        </p:nvGrpSpPr>
        <p:grpSpPr>
          <a:xfrm>
            <a:off x="6634647" y="2101452"/>
            <a:ext cx="1981450" cy="2265566"/>
            <a:chOff x="3480622" y="1204602"/>
            <a:chExt cx="1981450" cy="2265566"/>
          </a:xfrm>
        </p:grpSpPr>
        <p:sp>
          <p:nvSpPr>
            <p:cNvPr id="800" name="Google Shape;800;p26"/>
            <p:cNvSpPr/>
            <p:nvPr/>
          </p:nvSpPr>
          <p:spPr>
            <a:xfrm>
              <a:off x="3480622" y="2972473"/>
              <a:ext cx="615212" cy="435353"/>
            </a:xfrm>
            <a:custGeom>
              <a:avLst/>
              <a:gdLst/>
              <a:ahLst/>
              <a:cxnLst/>
              <a:rect l="l" t="t" r="r" b="b"/>
              <a:pathLst>
                <a:path w="19066" h="13492" extrusionOk="0">
                  <a:moveTo>
                    <a:pt x="0" y="1"/>
                  </a:moveTo>
                  <a:lnTo>
                    <a:pt x="5574" y="13491"/>
                  </a:lnTo>
                  <a:lnTo>
                    <a:pt x="19065" y="13491"/>
                  </a:lnTo>
                  <a:lnTo>
                    <a:pt x="19065" y="1"/>
                  </a:lnTo>
                  <a:close/>
                </a:path>
              </a:pathLst>
            </a:custGeom>
            <a:solidFill>
              <a:srgbClr val="F5A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6"/>
            <p:cNvSpPr/>
            <p:nvPr/>
          </p:nvSpPr>
          <p:spPr>
            <a:xfrm>
              <a:off x="4441194" y="2910133"/>
              <a:ext cx="647899" cy="124714"/>
            </a:xfrm>
            <a:custGeom>
              <a:avLst/>
              <a:gdLst/>
              <a:ahLst/>
              <a:cxnLst/>
              <a:rect l="l" t="t" r="r" b="b"/>
              <a:pathLst>
                <a:path w="20079" h="3865" extrusionOk="0">
                  <a:moveTo>
                    <a:pt x="1932" y="1"/>
                  </a:moveTo>
                  <a:cubicBezTo>
                    <a:pt x="887" y="1"/>
                    <a:pt x="0" y="856"/>
                    <a:pt x="0" y="1933"/>
                  </a:cubicBezTo>
                  <a:cubicBezTo>
                    <a:pt x="0" y="2978"/>
                    <a:pt x="887" y="3864"/>
                    <a:pt x="1932" y="3864"/>
                  </a:cubicBezTo>
                  <a:lnTo>
                    <a:pt x="18115" y="3864"/>
                  </a:lnTo>
                  <a:cubicBezTo>
                    <a:pt x="19192" y="3864"/>
                    <a:pt x="20078" y="2978"/>
                    <a:pt x="20078" y="1933"/>
                  </a:cubicBezTo>
                  <a:cubicBezTo>
                    <a:pt x="20078" y="856"/>
                    <a:pt x="19192" y="1"/>
                    <a:pt x="18115" y="1"/>
                  </a:cubicBezTo>
                  <a:close/>
                </a:path>
              </a:pathLst>
            </a:custGeom>
            <a:solidFill>
              <a:srgbClr val="F5A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6"/>
            <p:cNvSpPr/>
            <p:nvPr/>
          </p:nvSpPr>
          <p:spPr>
            <a:xfrm>
              <a:off x="3936369" y="2697296"/>
              <a:ext cx="603983" cy="401989"/>
            </a:xfrm>
            <a:custGeom>
              <a:avLst/>
              <a:gdLst/>
              <a:ahLst/>
              <a:cxnLst/>
              <a:rect l="l" t="t" r="r" b="b"/>
              <a:pathLst>
                <a:path w="18718" h="12458" extrusionOk="0">
                  <a:moveTo>
                    <a:pt x="15955" y="0"/>
                  </a:moveTo>
                  <a:cubicBezTo>
                    <a:pt x="15538" y="0"/>
                    <a:pt x="15115" y="106"/>
                    <a:pt x="14727" y="326"/>
                  </a:cubicBezTo>
                  <a:lnTo>
                    <a:pt x="1584" y="7927"/>
                  </a:lnTo>
                  <a:cubicBezTo>
                    <a:pt x="412" y="8592"/>
                    <a:pt x="1" y="10080"/>
                    <a:pt x="666" y="11252"/>
                  </a:cubicBezTo>
                  <a:cubicBezTo>
                    <a:pt x="1135" y="12020"/>
                    <a:pt x="1965" y="12458"/>
                    <a:pt x="2804" y="12458"/>
                  </a:cubicBezTo>
                  <a:cubicBezTo>
                    <a:pt x="3211" y="12458"/>
                    <a:pt x="3619" y="12356"/>
                    <a:pt x="3991" y="12139"/>
                  </a:cubicBezTo>
                  <a:lnTo>
                    <a:pt x="17165" y="4538"/>
                  </a:lnTo>
                  <a:cubicBezTo>
                    <a:pt x="18337" y="3873"/>
                    <a:pt x="18717" y="2385"/>
                    <a:pt x="18052" y="1213"/>
                  </a:cubicBezTo>
                  <a:cubicBezTo>
                    <a:pt x="17607" y="430"/>
                    <a:pt x="16795" y="0"/>
                    <a:pt x="15955" y="0"/>
                  </a:cubicBezTo>
                  <a:close/>
                </a:path>
              </a:pathLst>
            </a:custGeom>
            <a:solidFill>
              <a:srgbClr val="F5A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6"/>
            <p:cNvSpPr/>
            <p:nvPr/>
          </p:nvSpPr>
          <p:spPr>
            <a:xfrm>
              <a:off x="4395212" y="3055239"/>
              <a:ext cx="181924" cy="124714"/>
            </a:xfrm>
            <a:custGeom>
              <a:avLst/>
              <a:gdLst/>
              <a:ahLst/>
              <a:cxnLst/>
              <a:rect l="l" t="t" r="r" b="b"/>
              <a:pathLst>
                <a:path w="5638" h="3865" extrusionOk="0">
                  <a:moveTo>
                    <a:pt x="1932" y="1"/>
                  </a:moveTo>
                  <a:cubicBezTo>
                    <a:pt x="855" y="1"/>
                    <a:pt x="0" y="856"/>
                    <a:pt x="0" y="1933"/>
                  </a:cubicBezTo>
                  <a:cubicBezTo>
                    <a:pt x="0" y="2978"/>
                    <a:pt x="855" y="3864"/>
                    <a:pt x="1932" y="3864"/>
                  </a:cubicBezTo>
                  <a:lnTo>
                    <a:pt x="3674" y="3864"/>
                  </a:lnTo>
                  <a:cubicBezTo>
                    <a:pt x="4750" y="3864"/>
                    <a:pt x="5637" y="2978"/>
                    <a:pt x="5637" y="1933"/>
                  </a:cubicBezTo>
                  <a:cubicBezTo>
                    <a:pt x="5637" y="856"/>
                    <a:pt x="4750" y="1"/>
                    <a:pt x="3674" y="1"/>
                  </a:cubicBezTo>
                  <a:close/>
                </a:path>
              </a:pathLst>
            </a:custGeom>
            <a:solidFill>
              <a:srgbClr val="F5A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6"/>
            <p:cNvSpPr/>
            <p:nvPr/>
          </p:nvSpPr>
          <p:spPr>
            <a:xfrm>
              <a:off x="3922074" y="2910133"/>
              <a:ext cx="632572" cy="560035"/>
            </a:xfrm>
            <a:custGeom>
              <a:avLst/>
              <a:gdLst/>
              <a:ahLst/>
              <a:cxnLst/>
              <a:rect l="l" t="t" r="r" b="b"/>
              <a:pathLst>
                <a:path w="19604" h="17356" extrusionOk="0">
                  <a:moveTo>
                    <a:pt x="6524" y="1"/>
                  </a:moveTo>
                  <a:cubicBezTo>
                    <a:pt x="2946" y="1"/>
                    <a:pt x="0" y="2914"/>
                    <a:pt x="0" y="6493"/>
                  </a:cubicBezTo>
                  <a:lnTo>
                    <a:pt x="0" y="11148"/>
                  </a:lnTo>
                  <a:cubicBezTo>
                    <a:pt x="0" y="14568"/>
                    <a:pt x="2819" y="17355"/>
                    <a:pt x="6239" y="17355"/>
                  </a:cubicBezTo>
                  <a:lnTo>
                    <a:pt x="16310" y="17355"/>
                  </a:lnTo>
                  <a:cubicBezTo>
                    <a:pt x="17450" y="17355"/>
                    <a:pt x="18590" y="16564"/>
                    <a:pt x="18590" y="15423"/>
                  </a:cubicBezTo>
                  <a:lnTo>
                    <a:pt x="19603" y="2059"/>
                  </a:lnTo>
                  <a:cubicBezTo>
                    <a:pt x="19603" y="919"/>
                    <a:pt x="18685" y="1"/>
                    <a:pt x="17545" y="1"/>
                  </a:cubicBezTo>
                  <a:close/>
                </a:path>
              </a:pathLst>
            </a:custGeom>
            <a:solidFill>
              <a:srgbClr val="F5A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6"/>
            <p:cNvSpPr/>
            <p:nvPr/>
          </p:nvSpPr>
          <p:spPr>
            <a:xfrm>
              <a:off x="4984837" y="3055239"/>
              <a:ext cx="42948" cy="68504"/>
            </a:xfrm>
            <a:custGeom>
              <a:avLst/>
              <a:gdLst/>
              <a:ahLst/>
              <a:cxnLst/>
              <a:rect l="l" t="t" r="r" b="b"/>
              <a:pathLst>
                <a:path w="1331" h="2123" extrusionOk="0">
                  <a:moveTo>
                    <a:pt x="665" y="1"/>
                  </a:moveTo>
                  <a:cubicBezTo>
                    <a:pt x="665" y="1"/>
                    <a:pt x="0" y="1109"/>
                    <a:pt x="0" y="1457"/>
                  </a:cubicBezTo>
                  <a:cubicBezTo>
                    <a:pt x="0" y="1838"/>
                    <a:pt x="317" y="2123"/>
                    <a:pt x="665" y="2123"/>
                  </a:cubicBezTo>
                  <a:cubicBezTo>
                    <a:pt x="1045" y="2123"/>
                    <a:pt x="1330" y="1838"/>
                    <a:pt x="1330" y="1457"/>
                  </a:cubicBezTo>
                  <a:cubicBezTo>
                    <a:pt x="1330" y="1109"/>
                    <a:pt x="665" y="1"/>
                    <a:pt x="665" y="1"/>
                  </a:cubicBezTo>
                  <a:close/>
                </a:path>
              </a:pathLst>
            </a:custGeom>
            <a:solidFill>
              <a:srgbClr val="F28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6"/>
            <p:cNvSpPr/>
            <p:nvPr/>
          </p:nvSpPr>
          <p:spPr>
            <a:xfrm>
              <a:off x="4359428" y="3345453"/>
              <a:ext cx="180924" cy="124714"/>
            </a:xfrm>
            <a:custGeom>
              <a:avLst/>
              <a:gdLst/>
              <a:ahLst/>
              <a:cxnLst/>
              <a:rect l="l" t="t" r="r" b="b"/>
              <a:pathLst>
                <a:path w="5607" h="3865" extrusionOk="0">
                  <a:moveTo>
                    <a:pt x="1932" y="1"/>
                  </a:moveTo>
                  <a:cubicBezTo>
                    <a:pt x="856" y="1"/>
                    <a:pt x="1" y="856"/>
                    <a:pt x="1" y="1932"/>
                  </a:cubicBezTo>
                  <a:cubicBezTo>
                    <a:pt x="1" y="2978"/>
                    <a:pt x="856" y="3864"/>
                    <a:pt x="1932" y="3864"/>
                  </a:cubicBezTo>
                  <a:lnTo>
                    <a:pt x="3674" y="3864"/>
                  </a:lnTo>
                  <a:cubicBezTo>
                    <a:pt x="4751" y="3864"/>
                    <a:pt x="5606" y="2978"/>
                    <a:pt x="5606" y="1932"/>
                  </a:cubicBezTo>
                  <a:cubicBezTo>
                    <a:pt x="5606" y="856"/>
                    <a:pt x="4751" y="1"/>
                    <a:pt x="3674" y="1"/>
                  </a:cubicBezTo>
                  <a:close/>
                </a:path>
              </a:pathLst>
            </a:custGeom>
            <a:solidFill>
              <a:srgbClr val="F5A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6"/>
            <p:cNvSpPr/>
            <p:nvPr/>
          </p:nvSpPr>
          <p:spPr>
            <a:xfrm>
              <a:off x="4381918" y="3200346"/>
              <a:ext cx="181924" cy="124714"/>
            </a:xfrm>
            <a:custGeom>
              <a:avLst/>
              <a:gdLst/>
              <a:ahLst/>
              <a:cxnLst/>
              <a:rect l="l" t="t" r="r" b="b"/>
              <a:pathLst>
                <a:path w="5638" h="3865" extrusionOk="0">
                  <a:moveTo>
                    <a:pt x="1932" y="1"/>
                  </a:moveTo>
                  <a:cubicBezTo>
                    <a:pt x="855" y="1"/>
                    <a:pt x="0" y="856"/>
                    <a:pt x="0" y="1933"/>
                  </a:cubicBezTo>
                  <a:cubicBezTo>
                    <a:pt x="0" y="2978"/>
                    <a:pt x="855" y="3864"/>
                    <a:pt x="1932" y="3864"/>
                  </a:cubicBezTo>
                  <a:lnTo>
                    <a:pt x="3674" y="3864"/>
                  </a:lnTo>
                  <a:cubicBezTo>
                    <a:pt x="4751" y="3864"/>
                    <a:pt x="5637" y="2978"/>
                    <a:pt x="5637" y="1933"/>
                  </a:cubicBezTo>
                  <a:cubicBezTo>
                    <a:pt x="5637" y="856"/>
                    <a:pt x="4751" y="1"/>
                    <a:pt x="3674" y="1"/>
                  </a:cubicBezTo>
                  <a:close/>
                </a:path>
              </a:pathLst>
            </a:custGeom>
            <a:solidFill>
              <a:srgbClr val="F5A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6"/>
            <p:cNvSpPr/>
            <p:nvPr/>
          </p:nvSpPr>
          <p:spPr>
            <a:xfrm>
              <a:off x="5001164" y="2235710"/>
              <a:ext cx="136976" cy="492563"/>
            </a:xfrm>
            <a:custGeom>
              <a:avLst/>
              <a:gdLst/>
              <a:ahLst/>
              <a:cxnLst/>
              <a:rect l="l" t="t" r="r" b="b"/>
              <a:pathLst>
                <a:path w="4245" h="15265" extrusionOk="0">
                  <a:moveTo>
                    <a:pt x="919" y="0"/>
                  </a:moveTo>
                  <a:cubicBezTo>
                    <a:pt x="413" y="0"/>
                    <a:pt x="1" y="444"/>
                    <a:pt x="1" y="950"/>
                  </a:cubicBezTo>
                  <a:lnTo>
                    <a:pt x="1" y="14346"/>
                  </a:lnTo>
                  <a:cubicBezTo>
                    <a:pt x="1" y="14853"/>
                    <a:pt x="413" y="15265"/>
                    <a:pt x="919" y="15265"/>
                  </a:cubicBezTo>
                  <a:lnTo>
                    <a:pt x="3294" y="15265"/>
                  </a:lnTo>
                  <a:cubicBezTo>
                    <a:pt x="3833" y="15265"/>
                    <a:pt x="4244" y="14853"/>
                    <a:pt x="4244" y="14346"/>
                  </a:cubicBezTo>
                  <a:lnTo>
                    <a:pt x="4244" y="950"/>
                  </a:lnTo>
                  <a:cubicBezTo>
                    <a:pt x="4244" y="444"/>
                    <a:pt x="3833" y="0"/>
                    <a:pt x="3294" y="0"/>
                  </a:cubicBez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6"/>
            <p:cNvSpPr/>
            <p:nvPr/>
          </p:nvSpPr>
          <p:spPr>
            <a:xfrm>
              <a:off x="5000164" y="2240808"/>
              <a:ext cx="136943" cy="109387"/>
            </a:xfrm>
            <a:custGeom>
              <a:avLst/>
              <a:gdLst/>
              <a:ahLst/>
              <a:cxnLst/>
              <a:rect l="l" t="t" r="r" b="b"/>
              <a:pathLst>
                <a:path w="4244" h="3390" extrusionOk="0">
                  <a:moveTo>
                    <a:pt x="0" y="1"/>
                  </a:moveTo>
                  <a:lnTo>
                    <a:pt x="0" y="3389"/>
                  </a:lnTo>
                  <a:lnTo>
                    <a:pt x="4244" y="3389"/>
                  </a:lnTo>
                  <a:lnTo>
                    <a:pt x="4244" y="1"/>
                  </a:lnTo>
                  <a:close/>
                </a:path>
              </a:pathLst>
            </a:custGeom>
            <a:solidFill>
              <a:srgbClr val="E2A7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6"/>
            <p:cNvSpPr/>
            <p:nvPr/>
          </p:nvSpPr>
          <p:spPr>
            <a:xfrm>
              <a:off x="4677230" y="1204602"/>
              <a:ext cx="784842" cy="1060762"/>
            </a:xfrm>
            <a:custGeom>
              <a:avLst/>
              <a:gdLst/>
              <a:ahLst/>
              <a:cxnLst/>
              <a:rect l="l" t="t" r="r" b="b"/>
              <a:pathLst>
                <a:path w="24323" h="32874" extrusionOk="0">
                  <a:moveTo>
                    <a:pt x="3206" y="1"/>
                  </a:moveTo>
                  <a:cubicBezTo>
                    <a:pt x="1427" y="1"/>
                    <a:pt x="1" y="1477"/>
                    <a:pt x="1" y="3263"/>
                  </a:cubicBezTo>
                  <a:lnTo>
                    <a:pt x="1" y="24925"/>
                  </a:lnTo>
                  <a:cubicBezTo>
                    <a:pt x="1" y="25273"/>
                    <a:pt x="32" y="25621"/>
                    <a:pt x="159" y="25970"/>
                  </a:cubicBezTo>
                  <a:lnTo>
                    <a:pt x="1711" y="30657"/>
                  </a:lnTo>
                  <a:cubicBezTo>
                    <a:pt x="2154" y="31987"/>
                    <a:pt x="3389" y="32874"/>
                    <a:pt x="4814" y="32874"/>
                  </a:cubicBezTo>
                  <a:lnTo>
                    <a:pt x="19509" y="32874"/>
                  </a:lnTo>
                  <a:cubicBezTo>
                    <a:pt x="20902" y="32874"/>
                    <a:pt x="22169" y="31987"/>
                    <a:pt x="22612" y="30657"/>
                  </a:cubicBezTo>
                  <a:lnTo>
                    <a:pt x="24164" y="25970"/>
                  </a:lnTo>
                  <a:cubicBezTo>
                    <a:pt x="24259" y="25621"/>
                    <a:pt x="24323" y="25273"/>
                    <a:pt x="24323" y="24925"/>
                  </a:cubicBezTo>
                  <a:lnTo>
                    <a:pt x="24323" y="3263"/>
                  </a:lnTo>
                  <a:cubicBezTo>
                    <a:pt x="24323" y="1458"/>
                    <a:pt x="22866" y="1"/>
                    <a:pt x="21061" y="1"/>
                  </a:cubicBezTo>
                  <a:lnTo>
                    <a:pt x="3263" y="1"/>
                  </a:lnTo>
                  <a:cubicBezTo>
                    <a:pt x="3244" y="1"/>
                    <a:pt x="3225" y="1"/>
                    <a:pt x="3206" y="1"/>
                  </a:cubicBezTo>
                  <a:close/>
                </a:path>
              </a:pathLst>
            </a:custGeom>
            <a:solidFill>
              <a:srgbClr val="43AE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6"/>
            <p:cNvSpPr/>
            <p:nvPr/>
          </p:nvSpPr>
          <p:spPr>
            <a:xfrm>
              <a:off x="4733440" y="1293531"/>
              <a:ext cx="638703" cy="691847"/>
            </a:xfrm>
            <a:custGeom>
              <a:avLst/>
              <a:gdLst/>
              <a:ahLst/>
              <a:cxnLst/>
              <a:rect l="l" t="t" r="r" b="b"/>
              <a:pathLst>
                <a:path w="19794" h="21441" extrusionOk="0">
                  <a:moveTo>
                    <a:pt x="3579" y="1"/>
                  </a:moveTo>
                  <a:cubicBezTo>
                    <a:pt x="1616" y="1"/>
                    <a:pt x="1" y="1616"/>
                    <a:pt x="1" y="3579"/>
                  </a:cubicBezTo>
                  <a:lnTo>
                    <a:pt x="1" y="17862"/>
                  </a:lnTo>
                  <a:cubicBezTo>
                    <a:pt x="1" y="19825"/>
                    <a:pt x="1616" y="21440"/>
                    <a:pt x="3579" y="21440"/>
                  </a:cubicBezTo>
                  <a:lnTo>
                    <a:pt x="16215" y="21440"/>
                  </a:lnTo>
                  <a:cubicBezTo>
                    <a:pt x="18179" y="21440"/>
                    <a:pt x="19794" y="19825"/>
                    <a:pt x="19794" y="17862"/>
                  </a:cubicBezTo>
                  <a:lnTo>
                    <a:pt x="19794" y="3579"/>
                  </a:lnTo>
                  <a:cubicBezTo>
                    <a:pt x="19794" y="1616"/>
                    <a:pt x="18179" y="1"/>
                    <a:pt x="16215" y="1"/>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6"/>
            <p:cNvSpPr/>
            <p:nvPr/>
          </p:nvSpPr>
          <p:spPr>
            <a:xfrm>
              <a:off x="4779422" y="1326218"/>
              <a:ext cx="579427" cy="627474"/>
            </a:xfrm>
            <a:custGeom>
              <a:avLst/>
              <a:gdLst/>
              <a:ahLst/>
              <a:cxnLst/>
              <a:rect l="l" t="t" r="r" b="b"/>
              <a:pathLst>
                <a:path w="17957" h="19446" extrusionOk="0">
                  <a:moveTo>
                    <a:pt x="3263" y="1"/>
                  </a:moveTo>
                  <a:cubicBezTo>
                    <a:pt x="1457" y="1"/>
                    <a:pt x="1" y="1458"/>
                    <a:pt x="1" y="3231"/>
                  </a:cubicBezTo>
                  <a:lnTo>
                    <a:pt x="1" y="16184"/>
                  </a:lnTo>
                  <a:cubicBezTo>
                    <a:pt x="1" y="17989"/>
                    <a:pt x="1457" y="19446"/>
                    <a:pt x="3263" y="19446"/>
                  </a:cubicBezTo>
                  <a:lnTo>
                    <a:pt x="14727" y="19446"/>
                  </a:lnTo>
                  <a:cubicBezTo>
                    <a:pt x="16500" y="19446"/>
                    <a:pt x="17957" y="17989"/>
                    <a:pt x="17957" y="16184"/>
                  </a:cubicBezTo>
                  <a:lnTo>
                    <a:pt x="17957" y="3231"/>
                  </a:lnTo>
                  <a:cubicBezTo>
                    <a:pt x="17957" y="1458"/>
                    <a:pt x="16500" y="1"/>
                    <a:pt x="14727"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latin typeface="Fira Sans Medium"/>
                  <a:ea typeface="Fira Sans Medium"/>
                  <a:cs typeface="Fira Sans Medium"/>
                  <a:sym typeface="Fira Sans Medium"/>
                </a:rPr>
                <a:t>8.5</a:t>
              </a:r>
              <a:endParaRPr sz="2000">
                <a:latin typeface="Fira Sans Medium"/>
                <a:ea typeface="Fira Sans Medium"/>
                <a:cs typeface="Fira Sans Medium"/>
                <a:sym typeface="Fira Sans Medium"/>
              </a:endParaRPr>
            </a:p>
          </p:txBody>
        </p:sp>
        <p:sp>
          <p:nvSpPr>
            <p:cNvPr id="813" name="Google Shape;813;p26"/>
            <p:cNvSpPr/>
            <p:nvPr/>
          </p:nvSpPr>
          <p:spPr>
            <a:xfrm>
              <a:off x="4870384" y="2036425"/>
              <a:ext cx="168630" cy="168662"/>
            </a:xfrm>
            <a:custGeom>
              <a:avLst/>
              <a:gdLst/>
              <a:ahLst/>
              <a:cxnLst/>
              <a:rect l="l" t="t" r="r" b="b"/>
              <a:pathLst>
                <a:path w="5226" h="5227" extrusionOk="0">
                  <a:moveTo>
                    <a:pt x="1014" y="1"/>
                  </a:moveTo>
                  <a:cubicBezTo>
                    <a:pt x="444" y="1"/>
                    <a:pt x="0" y="444"/>
                    <a:pt x="0" y="1014"/>
                  </a:cubicBezTo>
                  <a:lnTo>
                    <a:pt x="0" y="4213"/>
                  </a:lnTo>
                  <a:cubicBezTo>
                    <a:pt x="0" y="4783"/>
                    <a:pt x="444" y="5226"/>
                    <a:pt x="1014" y="5226"/>
                  </a:cubicBezTo>
                  <a:lnTo>
                    <a:pt x="4244" y="5226"/>
                  </a:lnTo>
                  <a:cubicBezTo>
                    <a:pt x="4782" y="5226"/>
                    <a:pt x="5226" y="4783"/>
                    <a:pt x="5226" y="4213"/>
                  </a:cubicBezTo>
                  <a:lnTo>
                    <a:pt x="5226" y="1014"/>
                  </a:lnTo>
                  <a:cubicBezTo>
                    <a:pt x="5226" y="444"/>
                    <a:pt x="4782" y="1"/>
                    <a:pt x="4244" y="1"/>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6"/>
            <p:cNvSpPr/>
            <p:nvPr/>
          </p:nvSpPr>
          <p:spPr>
            <a:xfrm>
              <a:off x="5121748" y="2036425"/>
              <a:ext cx="168662" cy="168662"/>
            </a:xfrm>
            <a:custGeom>
              <a:avLst/>
              <a:gdLst/>
              <a:ahLst/>
              <a:cxnLst/>
              <a:rect l="l" t="t" r="r" b="b"/>
              <a:pathLst>
                <a:path w="5227" h="5227" extrusionOk="0">
                  <a:moveTo>
                    <a:pt x="1014" y="1"/>
                  </a:moveTo>
                  <a:cubicBezTo>
                    <a:pt x="444" y="1"/>
                    <a:pt x="1" y="444"/>
                    <a:pt x="1" y="1014"/>
                  </a:cubicBezTo>
                  <a:lnTo>
                    <a:pt x="1" y="4213"/>
                  </a:lnTo>
                  <a:cubicBezTo>
                    <a:pt x="1" y="4783"/>
                    <a:pt x="444" y="5226"/>
                    <a:pt x="1014" y="5226"/>
                  </a:cubicBezTo>
                  <a:lnTo>
                    <a:pt x="4213" y="5226"/>
                  </a:lnTo>
                  <a:cubicBezTo>
                    <a:pt x="4783" y="5226"/>
                    <a:pt x="5226" y="4783"/>
                    <a:pt x="5226" y="4213"/>
                  </a:cubicBezTo>
                  <a:lnTo>
                    <a:pt x="5226" y="1014"/>
                  </a:lnTo>
                  <a:cubicBezTo>
                    <a:pt x="5226" y="444"/>
                    <a:pt x="4783" y="1"/>
                    <a:pt x="4213" y="1"/>
                  </a:cubicBezTo>
                  <a:close/>
                </a:path>
              </a:pathLst>
            </a:custGeom>
            <a:solidFill>
              <a:srgbClr val="3DA8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6"/>
            <p:cNvSpPr/>
            <p:nvPr/>
          </p:nvSpPr>
          <p:spPr>
            <a:xfrm>
              <a:off x="4847893" y="2036425"/>
              <a:ext cx="169663" cy="168662"/>
            </a:xfrm>
            <a:custGeom>
              <a:avLst/>
              <a:gdLst/>
              <a:ahLst/>
              <a:cxnLst/>
              <a:rect l="l" t="t" r="r" b="b"/>
              <a:pathLst>
                <a:path w="5258" h="5227" extrusionOk="0">
                  <a:moveTo>
                    <a:pt x="1014" y="1"/>
                  </a:moveTo>
                  <a:cubicBezTo>
                    <a:pt x="475" y="1"/>
                    <a:pt x="0" y="444"/>
                    <a:pt x="0" y="1014"/>
                  </a:cubicBezTo>
                  <a:lnTo>
                    <a:pt x="0" y="4213"/>
                  </a:lnTo>
                  <a:cubicBezTo>
                    <a:pt x="0" y="4783"/>
                    <a:pt x="475" y="5226"/>
                    <a:pt x="1014" y="5226"/>
                  </a:cubicBezTo>
                  <a:lnTo>
                    <a:pt x="4244" y="5226"/>
                  </a:lnTo>
                  <a:cubicBezTo>
                    <a:pt x="4782" y="5226"/>
                    <a:pt x="5258" y="4783"/>
                    <a:pt x="5258" y="4213"/>
                  </a:cubicBezTo>
                  <a:lnTo>
                    <a:pt x="5258" y="1014"/>
                  </a:lnTo>
                  <a:cubicBezTo>
                    <a:pt x="5258" y="444"/>
                    <a:pt x="4782" y="1"/>
                    <a:pt x="42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6"/>
            <p:cNvSpPr/>
            <p:nvPr/>
          </p:nvSpPr>
          <p:spPr>
            <a:xfrm>
              <a:off x="4881613" y="2061981"/>
              <a:ext cx="103256" cy="117551"/>
            </a:xfrm>
            <a:custGeom>
              <a:avLst/>
              <a:gdLst/>
              <a:ahLst/>
              <a:cxnLst/>
              <a:rect l="l" t="t" r="r" b="b"/>
              <a:pathLst>
                <a:path w="3200" h="3643" extrusionOk="0">
                  <a:moveTo>
                    <a:pt x="3199" y="1"/>
                  </a:moveTo>
                  <a:lnTo>
                    <a:pt x="1" y="1837"/>
                  </a:lnTo>
                  <a:lnTo>
                    <a:pt x="3199" y="3642"/>
                  </a:lnTo>
                  <a:lnTo>
                    <a:pt x="3199" y="1"/>
                  </a:ln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6"/>
            <p:cNvSpPr/>
            <p:nvPr/>
          </p:nvSpPr>
          <p:spPr>
            <a:xfrm>
              <a:off x="5099289" y="2036425"/>
              <a:ext cx="168630" cy="168662"/>
            </a:xfrm>
            <a:custGeom>
              <a:avLst/>
              <a:gdLst/>
              <a:ahLst/>
              <a:cxnLst/>
              <a:rect l="l" t="t" r="r" b="b"/>
              <a:pathLst>
                <a:path w="5226" h="5227" extrusionOk="0">
                  <a:moveTo>
                    <a:pt x="1013" y="1"/>
                  </a:moveTo>
                  <a:cubicBezTo>
                    <a:pt x="443" y="1"/>
                    <a:pt x="0" y="444"/>
                    <a:pt x="0" y="1014"/>
                  </a:cubicBezTo>
                  <a:lnTo>
                    <a:pt x="0" y="4213"/>
                  </a:lnTo>
                  <a:cubicBezTo>
                    <a:pt x="0" y="4783"/>
                    <a:pt x="443" y="5226"/>
                    <a:pt x="1013" y="5226"/>
                  </a:cubicBezTo>
                  <a:lnTo>
                    <a:pt x="4212" y="5226"/>
                  </a:lnTo>
                  <a:cubicBezTo>
                    <a:pt x="4782" y="5226"/>
                    <a:pt x="5225" y="4783"/>
                    <a:pt x="5225" y="4213"/>
                  </a:cubicBezTo>
                  <a:lnTo>
                    <a:pt x="5225" y="1014"/>
                  </a:lnTo>
                  <a:cubicBezTo>
                    <a:pt x="5225" y="444"/>
                    <a:pt x="4782" y="1"/>
                    <a:pt x="42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6"/>
            <p:cNvSpPr/>
            <p:nvPr/>
          </p:nvSpPr>
          <p:spPr>
            <a:xfrm>
              <a:off x="5131976" y="2061981"/>
              <a:ext cx="103256" cy="117551"/>
            </a:xfrm>
            <a:custGeom>
              <a:avLst/>
              <a:gdLst/>
              <a:ahLst/>
              <a:cxnLst/>
              <a:rect l="l" t="t" r="r" b="b"/>
              <a:pathLst>
                <a:path w="3200" h="3643" extrusionOk="0">
                  <a:moveTo>
                    <a:pt x="0" y="1"/>
                  </a:moveTo>
                  <a:lnTo>
                    <a:pt x="0" y="3642"/>
                  </a:lnTo>
                  <a:lnTo>
                    <a:pt x="3199" y="1837"/>
                  </a:lnTo>
                  <a:lnTo>
                    <a:pt x="0" y="1"/>
                  </a:lnTo>
                  <a:close/>
                </a:path>
              </a:pathLst>
            </a:custGeom>
            <a:solidFill>
              <a:srgbClr val="F2B8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6"/>
            <p:cNvSpPr/>
            <p:nvPr/>
          </p:nvSpPr>
          <p:spPr>
            <a:xfrm>
              <a:off x="5069635" y="2734371"/>
              <a:ext cx="32" cy="87929"/>
            </a:xfrm>
            <a:custGeom>
              <a:avLst/>
              <a:gdLst/>
              <a:ahLst/>
              <a:cxnLst/>
              <a:rect l="l" t="t" r="r" b="b"/>
              <a:pathLst>
                <a:path w="1" h="2725" fill="none" extrusionOk="0">
                  <a:moveTo>
                    <a:pt x="1" y="1"/>
                  </a:moveTo>
                  <a:lnTo>
                    <a:pt x="1" y="2724"/>
                  </a:lnTo>
                </a:path>
              </a:pathLst>
            </a:custGeom>
            <a:noFill/>
            <a:ln w="8700" cap="rnd" cmpd="sng">
              <a:solidFill>
                <a:srgbClr val="FFFFFF"/>
              </a:solidFill>
              <a:prstDash val="solid"/>
              <a:miter lim="316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0" name="Google Shape;820;p26"/>
          <p:cNvSpPr txBox="1"/>
          <p:nvPr/>
        </p:nvSpPr>
        <p:spPr>
          <a:xfrm>
            <a:off x="1197150" y="574775"/>
            <a:ext cx="6749700" cy="17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0">
                <a:solidFill>
                  <a:srgbClr val="30637F"/>
                </a:solidFill>
                <a:latin typeface="Encode Sans Black"/>
                <a:ea typeface="Encode Sans Black"/>
                <a:cs typeface="Encode Sans Black"/>
                <a:sym typeface="Encode Sans Black"/>
              </a:rPr>
              <a:t>The End!</a:t>
            </a:r>
            <a:endParaRPr sz="10000">
              <a:solidFill>
                <a:srgbClr val="30637F"/>
              </a:solidFill>
              <a:latin typeface="Encode Sans Black"/>
              <a:ea typeface="Encode Sans Black"/>
              <a:cs typeface="Encode Sans Black"/>
              <a:sym typeface="Encode Sans Black"/>
            </a:endParaRPr>
          </a:p>
        </p:txBody>
      </p:sp>
      <p:grpSp>
        <p:nvGrpSpPr>
          <p:cNvPr id="821" name="Google Shape;821;p26"/>
          <p:cNvGrpSpPr/>
          <p:nvPr/>
        </p:nvGrpSpPr>
        <p:grpSpPr>
          <a:xfrm>
            <a:off x="528943" y="2759709"/>
            <a:ext cx="1643264" cy="2632312"/>
            <a:chOff x="634943" y="1231381"/>
            <a:chExt cx="1606947" cy="2574137"/>
          </a:xfrm>
        </p:grpSpPr>
        <p:sp>
          <p:nvSpPr>
            <p:cNvPr id="822" name="Google Shape;822;p26"/>
            <p:cNvSpPr/>
            <p:nvPr/>
          </p:nvSpPr>
          <p:spPr>
            <a:xfrm>
              <a:off x="990739" y="2347466"/>
              <a:ext cx="212764" cy="295897"/>
            </a:xfrm>
            <a:custGeom>
              <a:avLst/>
              <a:gdLst/>
              <a:ahLst/>
              <a:cxnLst/>
              <a:rect l="l" t="t" r="r" b="b"/>
              <a:pathLst>
                <a:path w="6969" h="9692" extrusionOk="0">
                  <a:moveTo>
                    <a:pt x="6968" y="1078"/>
                  </a:moveTo>
                  <a:cubicBezTo>
                    <a:pt x="6588" y="2439"/>
                    <a:pt x="6208" y="3801"/>
                    <a:pt x="6176" y="5353"/>
                  </a:cubicBezTo>
                  <a:cubicBezTo>
                    <a:pt x="6176" y="6588"/>
                    <a:pt x="6335" y="7443"/>
                    <a:pt x="6968" y="8330"/>
                  </a:cubicBezTo>
                  <a:cubicBezTo>
                    <a:pt x="4435" y="9248"/>
                    <a:pt x="1458" y="9692"/>
                    <a:pt x="1" y="7823"/>
                  </a:cubicBezTo>
                  <a:cubicBezTo>
                    <a:pt x="3168" y="6303"/>
                    <a:pt x="2028" y="2883"/>
                    <a:pt x="2376" y="349"/>
                  </a:cubicBezTo>
                  <a:cubicBezTo>
                    <a:pt x="3389" y="223"/>
                    <a:pt x="5226" y="1"/>
                    <a:pt x="6968" y="1078"/>
                  </a:cubicBezTo>
                  <a:close/>
                </a:path>
              </a:pathLst>
            </a:custGeom>
            <a:solidFill>
              <a:srgbClr val="FDC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6"/>
            <p:cNvSpPr/>
            <p:nvPr/>
          </p:nvSpPr>
          <p:spPr>
            <a:xfrm>
              <a:off x="669747" y="1398044"/>
              <a:ext cx="855695" cy="1021015"/>
            </a:xfrm>
            <a:custGeom>
              <a:avLst/>
              <a:gdLst/>
              <a:ahLst/>
              <a:cxnLst/>
              <a:rect l="l" t="t" r="r" b="b"/>
              <a:pathLst>
                <a:path w="28028" h="33443" extrusionOk="0">
                  <a:moveTo>
                    <a:pt x="12478" y="1203"/>
                  </a:moveTo>
                  <a:cubicBezTo>
                    <a:pt x="15899" y="855"/>
                    <a:pt x="19351" y="0"/>
                    <a:pt x="22106" y="2217"/>
                  </a:cubicBezTo>
                  <a:cubicBezTo>
                    <a:pt x="24703" y="4307"/>
                    <a:pt x="25843" y="6872"/>
                    <a:pt x="26191" y="9849"/>
                  </a:cubicBezTo>
                  <a:cubicBezTo>
                    <a:pt x="27046" y="17196"/>
                    <a:pt x="28028" y="26285"/>
                    <a:pt x="23341" y="30624"/>
                  </a:cubicBezTo>
                  <a:cubicBezTo>
                    <a:pt x="20681" y="33094"/>
                    <a:pt x="15455" y="33442"/>
                    <a:pt x="10135" y="31257"/>
                  </a:cubicBezTo>
                  <a:cubicBezTo>
                    <a:pt x="4086" y="28787"/>
                    <a:pt x="1" y="14124"/>
                    <a:pt x="856" y="8962"/>
                  </a:cubicBezTo>
                  <a:cubicBezTo>
                    <a:pt x="1806" y="3262"/>
                    <a:pt x="5574" y="1837"/>
                    <a:pt x="12478" y="1203"/>
                  </a:cubicBezTo>
                  <a:close/>
                </a:path>
              </a:pathLst>
            </a:custGeom>
            <a:solidFill>
              <a:srgbClr val="FDC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6"/>
            <p:cNvSpPr/>
            <p:nvPr/>
          </p:nvSpPr>
          <p:spPr>
            <a:xfrm>
              <a:off x="1159937" y="1937540"/>
              <a:ext cx="78309" cy="209863"/>
            </a:xfrm>
            <a:custGeom>
              <a:avLst/>
              <a:gdLst/>
              <a:ahLst/>
              <a:cxnLst/>
              <a:rect l="l" t="t" r="r" b="b"/>
              <a:pathLst>
                <a:path w="2565" h="6874" extrusionOk="0">
                  <a:moveTo>
                    <a:pt x="476" y="0"/>
                  </a:moveTo>
                  <a:cubicBezTo>
                    <a:pt x="1" y="602"/>
                    <a:pt x="223" y="2439"/>
                    <a:pt x="286" y="3104"/>
                  </a:cubicBezTo>
                  <a:cubicBezTo>
                    <a:pt x="381" y="4402"/>
                    <a:pt x="476" y="5606"/>
                    <a:pt x="856" y="6872"/>
                  </a:cubicBezTo>
                  <a:cubicBezTo>
                    <a:pt x="879" y="6873"/>
                    <a:pt x="902" y="6873"/>
                    <a:pt x="925" y="6873"/>
                  </a:cubicBezTo>
                  <a:cubicBezTo>
                    <a:pt x="2079" y="6873"/>
                    <a:pt x="2564" y="6096"/>
                    <a:pt x="2471" y="5289"/>
                  </a:cubicBezTo>
                  <a:cubicBezTo>
                    <a:pt x="2249" y="3832"/>
                    <a:pt x="1268" y="1774"/>
                    <a:pt x="666" y="317"/>
                  </a:cubicBezTo>
                  <a:cubicBezTo>
                    <a:pt x="539" y="32"/>
                    <a:pt x="476" y="0"/>
                    <a:pt x="476" y="0"/>
                  </a:cubicBezTo>
                  <a:close/>
                </a:path>
              </a:pathLst>
            </a:custGeom>
            <a:solidFill>
              <a:srgbClr val="E9A1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6"/>
            <p:cNvSpPr/>
            <p:nvPr/>
          </p:nvSpPr>
          <p:spPr>
            <a:xfrm>
              <a:off x="867001" y="1992127"/>
              <a:ext cx="178875" cy="146086"/>
            </a:xfrm>
            <a:custGeom>
              <a:avLst/>
              <a:gdLst/>
              <a:ahLst/>
              <a:cxnLst/>
              <a:rect l="l" t="t" r="r" b="b"/>
              <a:pathLst>
                <a:path w="5859" h="4785" extrusionOk="0">
                  <a:moveTo>
                    <a:pt x="2929" y="0"/>
                  </a:moveTo>
                  <a:cubicBezTo>
                    <a:pt x="2819" y="0"/>
                    <a:pt x="2708" y="6"/>
                    <a:pt x="2597" y="17"/>
                  </a:cubicBezTo>
                  <a:cubicBezTo>
                    <a:pt x="1109" y="176"/>
                    <a:pt x="0" y="1347"/>
                    <a:pt x="190" y="2678"/>
                  </a:cubicBezTo>
                  <a:cubicBezTo>
                    <a:pt x="337" y="3881"/>
                    <a:pt x="1517" y="4785"/>
                    <a:pt x="2899" y="4785"/>
                  </a:cubicBezTo>
                  <a:cubicBezTo>
                    <a:pt x="3009" y="4785"/>
                    <a:pt x="3119" y="4779"/>
                    <a:pt x="3230" y="4768"/>
                  </a:cubicBezTo>
                  <a:cubicBezTo>
                    <a:pt x="4751" y="4609"/>
                    <a:pt x="5859" y="3438"/>
                    <a:pt x="5669" y="2108"/>
                  </a:cubicBezTo>
                  <a:cubicBezTo>
                    <a:pt x="5522" y="904"/>
                    <a:pt x="4315" y="0"/>
                    <a:pt x="2929" y="0"/>
                  </a:cubicBezTo>
                  <a:close/>
                </a:path>
              </a:pathLst>
            </a:custGeom>
            <a:solidFill>
              <a:srgbClr val="FFB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6"/>
            <p:cNvSpPr/>
            <p:nvPr/>
          </p:nvSpPr>
          <p:spPr>
            <a:xfrm>
              <a:off x="1293383" y="1949569"/>
              <a:ext cx="177929" cy="146117"/>
            </a:xfrm>
            <a:custGeom>
              <a:avLst/>
              <a:gdLst/>
              <a:ahLst/>
              <a:cxnLst/>
              <a:rect l="l" t="t" r="r" b="b"/>
              <a:pathLst>
                <a:path w="5828" h="4786" extrusionOk="0">
                  <a:moveTo>
                    <a:pt x="2928" y="1"/>
                  </a:moveTo>
                  <a:cubicBezTo>
                    <a:pt x="2819" y="1"/>
                    <a:pt x="2708" y="6"/>
                    <a:pt x="2597" y="18"/>
                  </a:cubicBezTo>
                  <a:cubicBezTo>
                    <a:pt x="1077" y="176"/>
                    <a:pt x="0" y="1348"/>
                    <a:pt x="159" y="2678"/>
                  </a:cubicBezTo>
                  <a:cubicBezTo>
                    <a:pt x="335" y="3881"/>
                    <a:pt x="1517" y="4786"/>
                    <a:pt x="2899" y="4786"/>
                  </a:cubicBezTo>
                  <a:cubicBezTo>
                    <a:pt x="3009" y="4786"/>
                    <a:pt x="3119" y="4780"/>
                    <a:pt x="3231" y="4768"/>
                  </a:cubicBezTo>
                  <a:cubicBezTo>
                    <a:pt x="4751" y="4610"/>
                    <a:pt x="5827" y="3438"/>
                    <a:pt x="5669" y="2140"/>
                  </a:cubicBezTo>
                  <a:cubicBezTo>
                    <a:pt x="5493" y="907"/>
                    <a:pt x="4310" y="1"/>
                    <a:pt x="2928" y="1"/>
                  </a:cubicBezTo>
                  <a:close/>
                </a:path>
              </a:pathLst>
            </a:custGeom>
            <a:solidFill>
              <a:srgbClr val="FFB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6"/>
            <p:cNvSpPr/>
            <p:nvPr/>
          </p:nvSpPr>
          <p:spPr>
            <a:xfrm>
              <a:off x="978192" y="1848575"/>
              <a:ext cx="52237" cy="49336"/>
            </a:xfrm>
            <a:custGeom>
              <a:avLst/>
              <a:gdLst/>
              <a:ahLst/>
              <a:cxnLst/>
              <a:rect l="l" t="t" r="r" b="b"/>
              <a:pathLst>
                <a:path w="1711" h="1616" extrusionOk="0">
                  <a:moveTo>
                    <a:pt x="855" y="1"/>
                  </a:moveTo>
                  <a:cubicBezTo>
                    <a:pt x="380" y="1"/>
                    <a:pt x="0" y="381"/>
                    <a:pt x="0" y="824"/>
                  </a:cubicBezTo>
                  <a:cubicBezTo>
                    <a:pt x="0" y="1267"/>
                    <a:pt x="380" y="1616"/>
                    <a:pt x="855" y="1616"/>
                  </a:cubicBezTo>
                  <a:cubicBezTo>
                    <a:pt x="1330" y="1616"/>
                    <a:pt x="1710" y="1267"/>
                    <a:pt x="1710" y="824"/>
                  </a:cubicBezTo>
                  <a:cubicBezTo>
                    <a:pt x="1710" y="381"/>
                    <a:pt x="1330" y="32"/>
                    <a:pt x="855" y="1"/>
                  </a:cubicBezTo>
                  <a:close/>
                </a:path>
              </a:pathLst>
            </a:custGeom>
            <a:solidFill>
              <a:srgbClr val="4445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6"/>
            <p:cNvSpPr/>
            <p:nvPr/>
          </p:nvSpPr>
          <p:spPr>
            <a:xfrm>
              <a:off x="1284682" y="1824426"/>
              <a:ext cx="51260" cy="49336"/>
            </a:xfrm>
            <a:custGeom>
              <a:avLst/>
              <a:gdLst/>
              <a:ahLst/>
              <a:cxnLst/>
              <a:rect l="l" t="t" r="r" b="b"/>
              <a:pathLst>
                <a:path w="1679" h="1616" extrusionOk="0">
                  <a:moveTo>
                    <a:pt x="824" y="0"/>
                  </a:moveTo>
                  <a:cubicBezTo>
                    <a:pt x="380" y="0"/>
                    <a:pt x="0" y="380"/>
                    <a:pt x="0" y="823"/>
                  </a:cubicBezTo>
                  <a:cubicBezTo>
                    <a:pt x="0" y="1267"/>
                    <a:pt x="380" y="1615"/>
                    <a:pt x="824" y="1615"/>
                  </a:cubicBezTo>
                  <a:cubicBezTo>
                    <a:pt x="1299" y="1615"/>
                    <a:pt x="1679" y="1267"/>
                    <a:pt x="1679" y="823"/>
                  </a:cubicBezTo>
                  <a:cubicBezTo>
                    <a:pt x="1679" y="380"/>
                    <a:pt x="1299" y="0"/>
                    <a:pt x="824" y="0"/>
                  </a:cubicBezTo>
                  <a:close/>
                </a:path>
              </a:pathLst>
            </a:custGeom>
            <a:solidFill>
              <a:srgbClr val="4445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6"/>
            <p:cNvSpPr/>
            <p:nvPr/>
          </p:nvSpPr>
          <p:spPr>
            <a:xfrm>
              <a:off x="1097106" y="2190847"/>
              <a:ext cx="216610" cy="77394"/>
            </a:xfrm>
            <a:custGeom>
              <a:avLst/>
              <a:gdLst/>
              <a:ahLst/>
              <a:cxnLst/>
              <a:rect l="l" t="t" r="r" b="b"/>
              <a:pathLst>
                <a:path w="7095" h="2535" extrusionOk="0">
                  <a:moveTo>
                    <a:pt x="7094" y="1"/>
                  </a:moveTo>
                  <a:lnTo>
                    <a:pt x="7094" y="1"/>
                  </a:lnTo>
                  <a:cubicBezTo>
                    <a:pt x="5221" y="632"/>
                    <a:pt x="2785" y="943"/>
                    <a:pt x="1276" y="943"/>
                  </a:cubicBezTo>
                  <a:cubicBezTo>
                    <a:pt x="667" y="943"/>
                    <a:pt x="210" y="892"/>
                    <a:pt x="0" y="792"/>
                  </a:cubicBezTo>
                  <a:lnTo>
                    <a:pt x="0" y="792"/>
                  </a:lnTo>
                  <a:cubicBezTo>
                    <a:pt x="592" y="1851"/>
                    <a:pt x="2003" y="2535"/>
                    <a:pt x="3438" y="2535"/>
                  </a:cubicBezTo>
                  <a:cubicBezTo>
                    <a:pt x="4923" y="2535"/>
                    <a:pt x="6434" y="1804"/>
                    <a:pt x="70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6"/>
            <p:cNvSpPr/>
            <p:nvPr/>
          </p:nvSpPr>
          <p:spPr>
            <a:xfrm>
              <a:off x="643644" y="1238036"/>
              <a:ext cx="716478" cy="572712"/>
            </a:xfrm>
            <a:custGeom>
              <a:avLst/>
              <a:gdLst/>
              <a:ahLst/>
              <a:cxnLst/>
              <a:rect l="l" t="t" r="r" b="b"/>
              <a:pathLst>
                <a:path w="23468" h="18759" extrusionOk="0">
                  <a:moveTo>
                    <a:pt x="11468" y="1"/>
                  </a:moveTo>
                  <a:cubicBezTo>
                    <a:pt x="8243" y="1"/>
                    <a:pt x="4860" y="1320"/>
                    <a:pt x="2946" y="4006"/>
                  </a:cubicBezTo>
                  <a:cubicBezTo>
                    <a:pt x="1" y="8186"/>
                    <a:pt x="507" y="13950"/>
                    <a:pt x="1267" y="18669"/>
                  </a:cubicBezTo>
                  <a:cubicBezTo>
                    <a:pt x="1858" y="18727"/>
                    <a:pt x="2493" y="18759"/>
                    <a:pt x="3153" y="18759"/>
                  </a:cubicBezTo>
                  <a:cubicBezTo>
                    <a:pt x="6815" y="18759"/>
                    <a:pt x="11246" y="17769"/>
                    <a:pt x="13017" y="14710"/>
                  </a:cubicBezTo>
                  <a:cubicBezTo>
                    <a:pt x="13428" y="15280"/>
                    <a:pt x="13333" y="15755"/>
                    <a:pt x="14062" y="16040"/>
                  </a:cubicBezTo>
                  <a:cubicBezTo>
                    <a:pt x="14232" y="16097"/>
                    <a:pt x="14412" y="16121"/>
                    <a:pt x="14600" y="16121"/>
                  </a:cubicBezTo>
                  <a:cubicBezTo>
                    <a:pt x="15461" y="16121"/>
                    <a:pt x="16457" y="15609"/>
                    <a:pt x="17134" y="15375"/>
                  </a:cubicBezTo>
                  <a:cubicBezTo>
                    <a:pt x="20111" y="14235"/>
                    <a:pt x="21947" y="12747"/>
                    <a:pt x="22961" y="9770"/>
                  </a:cubicBezTo>
                  <a:cubicBezTo>
                    <a:pt x="22296" y="7711"/>
                    <a:pt x="23467" y="4228"/>
                    <a:pt x="21726" y="2296"/>
                  </a:cubicBezTo>
                  <a:cubicBezTo>
                    <a:pt x="19921" y="332"/>
                    <a:pt x="15138" y="269"/>
                    <a:pt x="12510" y="47"/>
                  </a:cubicBezTo>
                  <a:cubicBezTo>
                    <a:pt x="12166" y="16"/>
                    <a:pt x="11818" y="1"/>
                    <a:pt x="11468"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6"/>
            <p:cNvSpPr/>
            <p:nvPr/>
          </p:nvSpPr>
          <p:spPr>
            <a:xfrm>
              <a:off x="1087428" y="1231381"/>
              <a:ext cx="447692" cy="502188"/>
            </a:xfrm>
            <a:custGeom>
              <a:avLst/>
              <a:gdLst/>
              <a:ahLst/>
              <a:cxnLst/>
              <a:rect l="l" t="t" r="r" b="b"/>
              <a:pathLst>
                <a:path w="14664" h="16449" extrusionOk="0">
                  <a:moveTo>
                    <a:pt x="5071" y="0"/>
                  </a:moveTo>
                  <a:cubicBezTo>
                    <a:pt x="3583" y="0"/>
                    <a:pt x="2260" y="374"/>
                    <a:pt x="1711" y="1342"/>
                  </a:cubicBezTo>
                  <a:cubicBezTo>
                    <a:pt x="1" y="4319"/>
                    <a:pt x="2756" y="7264"/>
                    <a:pt x="7253" y="9861"/>
                  </a:cubicBezTo>
                  <a:cubicBezTo>
                    <a:pt x="7285" y="12553"/>
                    <a:pt x="10832" y="15086"/>
                    <a:pt x="12700" y="16448"/>
                  </a:cubicBezTo>
                  <a:cubicBezTo>
                    <a:pt x="12668" y="12046"/>
                    <a:pt x="14664" y="4984"/>
                    <a:pt x="10673" y="1627"/>
                  </a:cubicBezTo>
                  <a:cubicBezTo>
                    <a:pt x="9633" y="754"/>
                    <a:pt x="7185" y="0"/>
                    <a:pt x="5071"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6"/>
            <p:cNvSpPr/>
            <p:nvPr/>
          </p:nvSpPr>
          <p:spPr>
            <a:xfrm>
              <a:off x="634943" y="1848575"/>
              <a:ext cx="161504" cy="257215"/>
            </a:xfrm>
            <a:custGeom>
              <a:avLst/>
              <a:gdLst/>
              <a:ahLst/>
              <a:cxnLst/>
              <a:rect l="l" t="t" r="r" b="b"/>
              <a:pathLst>
                <a:path w="5290" h="8425" extrusionOk="0">
                  <a:moveTo>
                    <a:pt x="3516" y="2091"/>
                  </a:moveTo>
                  <a:cubicBezTo>
                    <a:pt x="317" y="1"/>
                    <a:pt x="1" y="5828"/>
                    <a:pt x="1806" y="7475"/>
                  </a:cubicBezTo>
                  <a:cubicBezTo>
                    <a:pt x="2693" y="8266"/>
                    <a:pt x="4371" y="8425"/>
                    <a:pt x="4846" y="7190"/>
                  </a:cubicBezTo>
                  <a:cubicBezTo>
                    <a:pt x="5289" y="6081"/>
                    <a:pt x="4466" y="3611"/>
                    <a:pt x="3516" y="2091"/>
                  </a:cubicBezTo>
                  <a:close/>
                </a:path>
              </a:pathLst>
            </a:custGeom>
            <a:solidFill>
              <a:srgbClr val="FFB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6"/>
            <p:cNvSpPr/>
            <p:nvPr/>
          </p:nvSpPr>
          <p:spPr>
            <a:xfrm>
              <a:off x="676525" y="1743919"/>
              <a:ext cx="117998" cy="359949"/>
            </a:xfrm>
            <a:custGeom>
              <a:avLst/>
              <a:gdLst/>
              <a:ahLst/>
              <a:cxnLst/>
              <a:rect l="l" t="t" r="r" b="b"/>
              <a:pathLst>
                <a:path w="3865" h="11790" extrusionOk="0">
                  <a:moveTo>
                    <a:pt x="1515" y="0"/>
                  </a:moveTo>
                  <a:cubicBezTo>
                    <a:pt x="1176" y="0"/>
                    <a:pt x="924" y="96"/>
                    <a:pt x="665" y="294"/>
                  </a:cubicBezTo>
                  <a:cubicBezTo>
                    <a:pt x="0" y="832"/>
                    <a:pt x="32" y="1402"/>
                    <a:pt x="64" y="2225"/>
                  </a:cubicBezTo>
                  <a:cubicBezTo>
                    <a:pt x="95" y="3682"/>
                    <a:pt x="317" y="5076"/>
                    <a:pt x="697" y="6469"/>
                  </a:cubicBezTo>
                  <a:cubicBezTo>
                    <a:pt x="1204" y="8369"/>
                    <a:pt x="2471" y="9921"/>
                    <a:pt x="2977" y="11789"/>
                  </a:cubicBezTo>
                  <a:cubicBezTo>
                    <a:pt x="3262" y="11726"/>
                    <a:pt x="3547" y="11694"/>
                    <a:pt x="3832" y="11694"/>
                  </a:cubicBezTo>
                  <a:cubicBezTo>
                    <a:pt x="3864" y="11061"/>
                    <a:pt x="3769" y="10459"/>
                    <a:pt x="3706" y="9826"/>
                  </a:cubicBezTo>
                  <a:cubicBezTo>
                    <a:pt x="3357" y="6659"/>
                    <a:pt x="3041" y="3524"/>
                    <a:pt x="3041" y="325"/>
                  </a:cubicBezTo>
                  <a:cubicBezTo>
                    <a:pt x="2350" y="111"/>
                    <a:pt x="1881" y="0"/>
                    <a:pt x="1515"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6"/>
            <p:cNvSpPr/>
            <p:nvPr/>
          </p:nvSpPr>
          <p:spPr>
            <a:xfrm>
              <a:off x="1058424" y="2153875"/>
              <a:ext cx="42589" cy="61182"/>
            </a:xfrm>
            <a:custGeom>
              <a:avLst/>
              <a:gdLst/>
              <a:ahLst/>
              <a:cxnLst/>
              <a:rect l="l" t="t" r="r" b="b"/>
              <a:pathLst>
                <a:path w="1395" h="2004" extrusionOk="0">
                  <a:moveTo>
                    <a:pt x="1278" y="0"/>
                  </a:moveTo>
                  <a:cubicBezTo>
                    <a:pt x="1087" y="0"/>
                    <a:pt x="886" y="61"/>
                    <a:pt x="729" y="166"/>
                  </a:cubicBezTo>
                  <a:cubicBezTo>
                    <a:pt x="539" y="293"/>
                    <a:pt x="381" y="483"/>
                    <a:pt x="254" y="673"/>
                  </a:cubicBezTo>
                  <a:cubicBezTo>
                    <a:pt x="32" y="1117"/>
                    <a:pt x="1" y="1592"/>
                    <a:pt x="191" y="2003"/>
                  </a:cubicBezTo>
                  <a:cubicBezTo>
                    <a:pt x="317" y="1592"/>
                    <a:pt x="412" y="1212"/>
                    <a:pt x="602" y="863"/>
                  </a:cubicBezTo>
                  <a:cubicBezTo>
                    <a:pt x="761" y="515"/>
                    <a:pt x="1014" y="261"/>
                    <a:pt x="1394" y="8"/>
                  </a:cubicBezTo>
                  <a:cubicBezTo>
                    <a:pt x="1356" y="3"/>
                    <a:pt x="1317" y="0"/>
                    <a:pt x="1278" y="0"/>
                  </a:cubicBezTo>
                  <a:close/>
                </a:path>
              </a:pathLst>
            </a:custGeom>
            <a:solidFill>
              <a:srgbClr val="FFB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6"/>
            <p:cNvSpPr/>
            <p:nvPr/>
          </p:nvSpPr>
          <p:spPr>
            <a:xfrm>
              <a:off x="649445" y="1447930"/>
              <a:ext cx="859572" cy="167854"/>
            </a:xfrm>
            <a:custGeom>
              <a:avLst/>
              <a:gdLst/>
              <a:ahLst/>
              <a:cxnLst/>
              <a:rect l="l" t="t" r="r" b="b"/>
              <a:pathLst>
                <a:path w="28155" h="5498" extrusionOk="0">
                  <a:moveTo>
                    <a:pt x="27359" y="1"/>
                  </a:moveTo>
                  <a:cubicBezTo>
                    <a:pt x="27198" y="1"/>
                    <a:pt x="26993" y="126"/>
                    <a:pt x="26634" y="266"/>
                  </a:cubicBezTo>
                  <a:cubicBezTo>
                    <a:pt x="25431" y="741"/>
                    <a:pt x="23974" y="868"/>
                    <a:pt x="22707" y="1058"/>
                  </a:cubicBezTo>
                  <a:cubicBezTo>
                    <a:pt x="20839" y="1343"/>
                    <a:pt x="19065" y="1691"/>
                    <a:pt x="17165" y="1786"/>
                  </a:cubicBezTo>
                  <a:cubicBezTo>
                    <a:pt x="14525" y="1876"/>
                    <a:pt x="11901" y="2060"/>
                    <a:pt x="9270" y="2060"/>
                  </a:cubicBezTo>
                  <a:cubicBezTo>
                    <a:pt x="8177" y="2060"/>
                    <a:pt x="7083" y="2028"/>
                    <a:pt x="5986" y="1945"/>
                  </a:cubicBezTo>
                  <a:cubicBezTo>
                    <a:pt x="4561" y="1818"/>
                    <a:pt x="3136" y="1723"/>
                    <a:pt x="1711" y="1533"/>
                  </a:cubicBezTo>
                  <a:cubicBezTo>
                    <a:pt x="1362" y="1470"/>
                    <a:pt x="951" y="1470"/>
                    <a:pt x="666" y="1280"/>
                  </a:cubicBezTo>
                  <a:cubicBezTo>
                    <a:pt x="32" y="2356"/>
                    <a:pt x="1" y="3750"/>
                    <a:pt x="191" y="4858"/>
                  </a:cubicBezTo>
                  <a:cubicBezTo>
                    <a:pt x="2186" y="4985"/>
                    <a:pt x="4149" y="5492"/>
                    <a:pt x="6208" y="5492"/>
                  </a:cubicBezTo>
                  <a:cubicBezTo>
                    <a:pt x="7498" y="5492"/>
                    <a:pt x="8797" y="5497"/>
                    <a:pt x="10099" y="5497"/>
                  </a:cubicBezTo>
                  <a:cubicBezTo>
                    <a:pt x="14006" y="5497"/>
                    <a:pt x="17949" y="5444"/>
                    <a:pt x="21821" y="5016"/>
                  </a:cubicBezTo>
                  <a:cubicBezTo>
                    <a:pt x="23309" y="4858"/>
                    <a:pt x="24829" y="4636"/>
                    <a:pt x="26318" y="4415"/>
                  </a:cubicBezTo>
                  <a:cubicBezTo>
                    <a:pt x="26824" y="4320"/>
                    <a:pt x="27268" y="4383"/>
                    <a:pt x="27648" y="4066"/>
                  </a:cubicBezTo>
                  <a:cubicBezTo>
                    <a:pt x="28154" y="3655"/>
                    <a:pt x="28028" y="2800"/>
                    <a:pt x="28028" y="2198"/>
                  </a:cubicBezTo>
                  <a:cubicBezTo>
                    <a:pt x="28028" y="1596"/>
                    <a:pt x="28091" y="1058"/>
                    <a:pt x="27838" y="520"/>
                  </a:cubicBezTo>
                  <a:cubicBezTo>
                    <a:pt x="27645" y="134"/>
                    <a:pt x="27525" y="1"/>
                    <a:pt x="27359"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6"/>
            <p:cNvSpPr/>
            <p:nvPr/>
          </p:nvSpPr>
          <p:spPr>
            <a:xfrm>
              <a:off x="1019743" y="1440573"/>
              <a:ext cx="221465" cy="221434"/>
            </a:xfrm>
            <a:custGeom>
              <a:avLst/>
              <a:gdLst/>
              <a:ahLst/>
              <a:cxnLst/>
              <a:rect l="l" t="t" r="r" b="b"/>
              <a:pathLst>
                <a:path w="7254" h="7253" extrusionOk="0">
                  <a:moveTo>
                    <a:pt x="3643" y="0"/>
                  </a:moveTo>
                  <a:cubicBezTo>
                    <a:pt x="1616" y="0"/>
                    <a:pt x="1" y="1616"/>
                    <a:pt x="1" y="3611"/>
                  </a:cubicBezTo>
                  <a:cubicBezTo>
                    <a:pt x="1" y="5638"/>
                    <a:pt x="1616" y="7253"/>
                    <a:pt x="3643" y="7253"/>
                  </a:cubicBezTo>
                  <a:cubicBezTo>
                    <a:pt x="5638" y="7253"/>
                    <a:pt x="7253" y="5638"/>
                    <a:pt x="7253" y="3611"/>
                  </a:cubicBezTo>
                  <a:cubicBezTo>
                    <a:pt x="7253" y="1616"/>
                    <a:pt x="5638" y="0"/>
                    <a:pt x="3643" y="0"/>
                  </a:cubicBez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6"/>
            <p:cNvSpPr/>
            <p:nvPr/>
          </p:nvSpPr>
          <p:spPr>
            <a:xfrm>
              <a:off x="1068102" y="1440573"/>
              <a:ext cx="118945" cy="114121"/>
            </a:xfrm>
            <a:custGeom>
              <a:avLst/>
              <a:gdLst/>
              <a:ahLst/>
              <a:cxnLst/>
              <a:rect l="l" t="t" r="r" b="b"/>
              <a:pathLst>
                <a:path w="3896" h="3738" extrusionOk="0">
                  <a:moveTo>
                    <a:pt x="2059" y="0"/>
                  </a:moveTo>
                  <a:cubicBezTo>
                    <a:pt x="1267" y="0"/>
                    <a:pt x="570" y="254"/>
                    <a:pt x="0" y="634"/>
                  </a:cubicBezTo>
                  <a:lnTo>
                    <a:pt x="2059" y="3737"/>
                  </a:lnTo>
                  <a:lnTo>
                    <a:pt x="3896" y="507"/>
                  </a:lnTo>
                  <a:cubicBezTo>
                    <a:pt x="3357" y="190"/>
                    <a:pt x="2724" y="0"/>
                    <a:pt x="2059" y="0"/>
                  </a:cubicBez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6"/>
            <p:cNvSpPr/>
            <p:nvPr/>
          </p:nvSpPr>
          <p:spPr>
            <a:xfrm>
              <a:off x="1075827" y="1555640"/>
              <a:ext cx="113175" cy="106367"/>
            </a:xfrm>
            <a:custGeom>
              <a:avLst/>
              <a:gdLst/>
              <a:ahLst/>
              <a:cxnLst/>
              <a:rect l="l" t="t" r="r" b="b"/>
              <a:pathLst>
                <a:path w="3707" h="3484" extrusionOk="0">
                  <a:moveTo>
                    <a:pt x="1774" y="0"/>
                  </a:moveTo>
                  <a:lnTo>
                    <a:pt x="1" y="3040"/>
                  </a:lnTo>
                  <a:cubicBezTo>
                    <a:pt x="539" y="3325"/>
                    <a:pt x="1141" y="3484"/>
                    <a:pt x="1774" y="3484"/>
                  </a:cubicBezTo>
                  <a:cubicBezTo>
                    <a:pt x="2503" y="3484"/>
                    <a:pt x="3168" y="3294"/>
                    <a:pt x="3706" y="2945"/>
                  </a:cubicBezTo>
                  <a:lnTo>
                    <a:pt x="1774" y="0"/>
                  </a:ln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6"/>
            <p:cNvSpPr/>
            <p:nvPr/>
          </p:nvSpPr>
          <p:spPr>
            <a:xfrm>
              <a:off x="1100006" y="1523706"/>
              <a:ext cx="60938" cy="60968"/>
            </a:xfrm>
            <a:custGeom>
              <a:avLst/>
              <a:gdLst/>
              <a:ahLst/>
              <a:cxnLst/>
              <a:rect l="l" t="t" r="r" b="b"/>
              <a:pathLst>
                <a:path w="1996" h="1997" extrusionOk="0">
                  <a:moveTo>
                    <a:pt x="1014" y="1"/>
                  </a:moveTo>
                  <a:cubicBezTo>
                    <a:pt x="444" y="1"/>
                    <a:pt x="0" y="444"/>
                    <a:pt x="0" y="1014"/>
                  </a:cubicBezTo>
                  <a:cubicBezTo>
                    <a:pt x="0" y="1553"/>
                    <a:pt x="444" y="1996"/>
                    <a:pt x="1014" y="1996"/>
                  </a:cubicBezTo>
                  <a:cubicBezTo>
                    <a:pt x="1552" y="1996"/>
                    <a:pt x="1996" y="1553"/>
                    <a:pt x="1996" y="1014"/>
                  </a:cubicBezTo>
                  <a:cubicBezTo>
                    <a:pt x="1996" y="444"/>
                    <a:pt x="1552" y="1"/>
                    <a:pt x="10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6"/>
            <p:cNvSpPr/>
            <p:nvPr/>
          </p:nvSpPr>
          <p:spPr>
            <a:xfrm>
              <a:off x="897928" y="2476059"/>
              <a:ext cx="296874" cy="564683"/>
            </a:xfrm>
            <a:custGeom>
              <a:avLst/>
              <a:gdLst/>
              <a:ahLst/>
              <a:cxnLst/>
              <a:rect l="l" t="t" r="r" b="b"/>
              <a:pathLst>
                <a:path w="9724" h="18496" extrusionOk="0">
                  <a:moveTo>
                    <a:pt x="539" y="1"/>
                  </a:moveTo>
                  <a:cubicBezTo>
                    <a:pt x="539" y="1"/>
                    <a:pt x="1" y="14790"/>
                    <a:pt x="159" y="14885"/>
                  </a:cubicBezTo>
                  <a:cubicBezTo>
                    <a:pt x="286" y="14980"/>
                    <a:pt x="6018" y="18495"/>
                    <a:pt x="6018" y="18495"/>
                  </a:cubicBezTo>
                  <a:lnTo>
                    <a:pt x="9153" y="13270"/>
                  </a:lnTo>
                  <a:lnTo>
                    <a:pt x="9723" y="1996"/>
                  </a:lnTo>
                  <a:lnTo>
                    <a:pt x="4434" y="1426"/>
                  </a:lnTo>
                  <a:lnTo>
                    <a:pt x="539" y="1"/>
                  </a:lnTo>
                  <a:close/>
                </a:path>
              </a:pathLst>
            </a:custGeom>
            <a:solidFill>
              <a:srgbClr val="E5A8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6"/>
            <p:cNvSpPr/>
            <p:nvPr/>
          </p:nvSpPr>
          <p:spPr>
            <a:xfrm>
              <a:off x="1020720" y="2596927"/>
              <a:ext cx="131523" cy="443815"/>
            </a:xfrm>
            <a:custGeom>
              <a:avLst/>
              <a:gdLst/>
              <a:ahLst/>
              <a:cxnLst/>
              <a:rect l="l" t="t" r="r" b="b"/>
              <a:pathLst>
                <a:path w="4308" h="14537" extrusionOk="0">
                  <a:moveTo>
                    <a:pt x="2249" y="0"/>
                  </a:moveTo>
                  <a:lnTo>
                    <a:pt x="1" y="6144"/>
                  </a:lnTo>
                  <a:lnTo>
                    <a:pt x="1869" y="14536"/>
                  </a:lnTo>
                  <a:lnTo>
                    <a:pt x="4308" y="4276"/>
                  </a:lnTo>
                  <a:lnTo>
                    <a:pt x="3421" y="95"/>
                  </a:lnTo>
                  <a:lnTo>
                    <a:pt x="2249"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6"/>
            <p:cNvSpPr/>
            <p:nvPr/>
          </p:nvSpPr>
          <p:spPr>
            <a:xfrm>
              <a:off x="1072926" y="2521548"/>
              <a:ext cx="69639" cy="78309"/>
            </a:xfrm>
            <a:custGeom>
              <a:avLst/>
              <a:gdLst/>
              <a:ahLst/>
              <a:cxnLst/>
              <a:rect l="l" t="t" r="r" b="b"/>
              <a:pathLst>
                <a:path w="2281" h="2565" extrusionOk="0">
                  <a:moveTo>
                    <a:pt x="891" y="1"/>
                  </a:moveTo>
                  <a:cubicBezTo>
                    <a:pt x="575" y="1"/>
                    <a:pt x="257" y="65"/>
                    <a:pt x="1" y="253"/>
                  </a:cubicBezTo>
                  <a:lnTo>
                    <a:pt x="571" y="2469"/>
                  </a:lnTo>
                  <a:lnTo>
                    <a:pt x="1711" y="2564"/>
                  </a:lnTo>
                  <a:lnTo>
                    <a:pt x="2281" y="316"/>
                  </a:lnTo>
                  <a:cubicBezTo>
                    <a:pt x="2281" y="316"/>
                    <a:pt x="1590" y="1"/>
                    <a:pt x="891"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6"/>
            <p:cNvSpPr/>
            <p:nvPr/>
          </p:nvSpPr>
          <p:spPr>
            <a:xfrm>
              <a:off x="1352367" y="3488311"/>
              <a:ext cx="165350" cy="239538"/>
            </a:xfrm>
            <a:custGeom>
              <a:avLst/>
              <a:gdLst/>
              <a:ahLst/>
              <a:cxnLst/>
              <a:rect l="l" t="t" r="r" b="b"/>
              <a:pathLst>
                <a:path w="5416" h="7846" extrusionOk="0">
                  <a:moveTo>
                    <a:pt x="1671" y="0"/>
                  </a:moveTo>
                  <a:cubicBezTo>
                    <a:pt x="1641" y="0"/>
                    <a:pt x="1612" y="1"/>
                    <a:pt x="1584" y="2"/>
                  </a:cubicBezTo>
                  <a:cubicBezTo>
                    <a:pt x="1235" y="34"/>
                    <a:pt x="982" y="256"/>
                    <a:pt x="665" y="1111"/>
                  </a:cubicBezTo>
                  <a:cubicBezTo>
                    <a:pt x="0" y="1586"/>
                    <a:pt x="222" y="3391"/>
                    <a:pt x="253" y="4214"/>
                  </a:cubicBezTo>
                  <a:cubicBezTo>
                    <a:pt x="317" y="4230"/>
                    <a:pt x="404" y="4238"/>
                    <a:pt x="487" y="4238"/>
                  </a:cubicBezTo>
                  <a:cubicBezTo>
                    <a:pt x="570" y="4238"/>
                    <a:pt x="649" y="4230"/>
                    <a:pt x="697" y="4214"/>
                  </a:cubicBezTo>
                  <a:cubicBezTo>
                    <a:pt x="823" y="3771"/>
                    <a:pt x="950" y="3391"/>
                    <a:pt x="1204" y="3074"/>
                  </a:cubicBezTo>
                  <a:cubicBezTo>
                    <a:pt x="1267" y="3834"/>
                    <a:pt x="1204" y="4657"/>
                    <a:pt x="1204" y="5418"/>
                  </a:cubicBezTo>
                  <a:cubicBezTo>
                    <a:pt x="1204" y="5861"/>
                    <a:pt x="1077" y="7159"/>
                    <a:pt x="1267" y="7476"/>
                  </a:cubicBezTo>
                  <a:cubicBezTo>
                    <a:pt x="1423" y="7749"/>
                    <a:pt x="1823" y="7846"/>
                    <a:pt x="2280" y="7846"/>
                  </a:cubicBezTo>
                  <a:cubicBezTo>
                    <a:pt x="2940" y="7846"/>
                    <a:pt x="3717" y="7644"/>
                    <a:pt x="4054" y="7476"/>
                  </a:cubicBezTo>
                  <a:cubicBezTo>
                    <a:pt x="5416" y="6779"/>
                    <a:pt x="5035" y="6399"/>
                    <a:pt x="4877" y="4657"/>
                  </a:cubicBezTo>
                  <a:cubicBezTo>
                    <a:pt x="4750" y="3644"/>
                    <a:pt x="4624" y="2884"/>
                    <a:pt x="4307" y="1934"/>
                  </a:cubicBezTo>
                  <a:cubicBezTo>
                    <a:pt x="4149" y="1459"/>
                    <a:pt x="3927" y="1047"/>
                    <a:pt x="3895" y="572"/>
                  </a:cubicBezTo>
                  <a:cubicBezTo>
                    <a:pt x="3289" y="330"/>
                    <a:pt x="2335" y="0"/>
                    <a:pt x="1671" y="0"/>
                  </a:cubicBezTo>
                  <a:close/>
                </a:path>
              </a:pathLst>
            </a:custGeom>
            <a:solidFill>
              <a:srgbClr val="FDC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6"/>
            <p:cNvSpPr/>
            <p:nvPr/>
          </p:nvSpPr>
          <p:spPr>
            <a:xfrm>
              <a:off x="1346567" y="2542767"/>
              <a:ext cx="158573" cy="1002666"/>
            </a:xfrm>
            <a:custGeom>
              <a:avLst/>
              <a:gdLst/>
              <a:ahLst/>
              <a:cxnLst/>
              <a:rect l="l" t="t" r="r" b="b"/>
              <a:pathLst>
                <a:path w="5194" h="32842" extrusionOk="0">
                  <a:moveTo>
                    <a:pt x="0" y="1"/>
                  </a:moveTo>
                  <a:lnTo>
                    <a:pt x="1584" y="32842"/>
                  </a:lnTo>
                  <a:lnTo>
                    <a:pt x="4465" y="31987"/>
                  </a:lnTo>
                  <a:cubicBezTo>
                    <a:pt x="5194" y="7855"/>
                    <a:pt x="0" y="1"/>
                    <a:pt x="0"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6"/>
            <p:cNvSpPr/>
            <p:nvPr/>
          </p:nvSpPr>
          <p:spPr>
            <a:xfrm>
              <a:off x="1078727" y="2454810"/>
              <a:ext cx="353904" cy="1350708"/>
            </a:xfrm>
            <a:custGeom>
              <a:avLst/>
              <a:gdLst/>
              <a:ahLst/>
              <a:cxnLst/>
              <a:rect l="l" t="t" r="r" b="b"/>
              <a:pathLst>
                <a:path w="11592" h="44242" extrusionOk="0">
                  <a:moveTo>
                    <a:pt x="4403" y="0"/>
                  </a:moveTo>
                  <a:lnTo>
                    <a:pt x="1" y="19635"/>
                  </a:lnTo>
                  <a:lnTo>
                    <a:pt x="1" y="44242"/>
                  </a:lnTo>
                  <a:lnTo>
                    <a:pt x="11592" y="43608"/>
                  </a:lnTo>
                  <a:lnTo>
                    <a:pt x="8773" y="2882"/>
                  </a:lnTo>
                  <a:lnTo>
                    <a:pt x="4403"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6"/>
            <p:cNvSpPr/>
            <p:nvPr/>
          </p:nvSpPr>
          <p:spPr>
            <a:xfrm>
              <a:off x="1148335" y="2468334"/>
              <a:ext cx="111221" cy="193408"/>
            </a:xfrm>
            <a:custGeom>
              <a:avLst/>
              <a:gdLst/>
              <a:ahLst/>
              <a:cxnLst/>
              <a:rect l="l" t="t" r="r" b="b"/>
              <a:pathLst>
                <a:path w="3643" h="6335" extrusionOk="0">
                  <a:moveTo>
                    <a:pt x="1996" y="0"/>
                  </a:moveTo>
                  <a:lnTo>
                    <a:pt x="1" y="6334"/>
                  </a:lnTo>
                  <a:lnTo>
                    <a:pt x="3643" y="2946"/>
                  </a:lnTo>
                  <a:lnTo>
                    <a:pt x="3231" y="254"/>
                  </a:lnTo>
                  <a:lnTo>
                    <a:pt x="1996" y="0"/>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6"/>
            <p:cNvSpPr/>
            <p:nvPr/>
          </p:nvSpPr>
          <p:spPr>
            <a:xfrm>
              <a:off x="1079704" y="2578548"/>
              <a:ext cx="178906" cy="462194"/>
            </a:xfrm>
            <a:custGeom>
              <a:avLst/>
              <a:gdLst/>
              <a:ahLst/>
              <a:cxnLst/>
              <a:rect l="l" t="t" r="r" b="b"/>
              <a:pathLst>
                <a:path w="5860" h="15139" extrusionOk="0">
                  <a:moveTo>
                    <a:pt x="2946" y="1"/>
                  </a:moveTo>
                  <a:lnTo>
                    <a:pt x="2597" y="697"/>
                  </a:lnTo>
                  <a:lnTo>
                    <a:pt x="0" y="15138"/>
                  </a:lnTo>
                  <a:lnTo>
                    <a:pt x="5859" y="5543"/>
                  </a:lnTo>
                  <a:lnTo>
                    <a:pt x="2946" y="1"/>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6"/>
            <p:cNvSpPr/>
            <p:nvPr/>
          </p:nvSpPr>
          <p:spPr>
            <a:xfrm>
              <a:off x="732608" y="2471235"/>
              <a:ext cx="353904" cy="1331383"/>
            </a:xfrm>
            <a:custGeom>
              <a:avLst/>
              <a:gdLst/>
              <a:ahLst/>
              <a:cxnLst/>
              <a:rect l="l" t="t" r="r" b="b"/>
              <a:pathLst>
                <a:path w="11592" h="43609" extrusionOk="0">
                  <a:moveTo>
                    <a:pt x="7347" y="0"/>
                  </a:moveTo>
                  <a:lnTo>
                    <a:pt x="2882" y="1204"/>
                  </a:lnTo>
                  <a:lnTo>
                    <a:pt x="0" y="43102"/>
                  </a:lnTo>
                  <a:lnTo>
                    <a:pt x="11591" y="43609"/>
                  </a:lnTo>
                  <a:lnTo>
                    <a:pt x="11591" y="19002"/>
                  </a:lnTo>
                  <a:lnTo>
                    <a:pt x="7347"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6"/>
            <p:cNvSpPr/>
            <p:nvPr/>
          </p:nvSpPr>
          <p:spPr>
            <a:xfrm>
              <a:off x="902752" y="2462534"/>
              <a:ext cx="111221" cy="199208"/>
            </a:xfrm>
            <a:custGeom>
              <a:avLst/>
              <a:gdLst/>
              <a:ahLst/>
              <a:cxnLst/>
              <a:rect l="l" t="t" r="r" b="b"/>
              <a:pathLst>
                <a:path w="3643" h="6525" extrusionOk="0">
                  <a:moveTo>
                    <a:pt x="2439" y="0"/>
                  </a:moveTo>
                  <a:lnTo>
                    <a:pt x="381" y="444"/>
                  </a:lnTo>
                  <a:lnTo>
                    <a:pt x="1" y="3136"/>
                  </a:lnTo>
                  <a:lnTo>
                    <a:pt x="3643" y="6524"/>
                  </a:lnTo>
                  <a:lnTo>
                    <a:pt x="3643" y="6524"/>
                  </a:lnTo>
                  <a:lnTo>
                    <a:pt x="2439" y="0"/>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6"/>
            <p:cNvSpPr/>
            <p:nvPr/>
          </p:nvSpPr>
          <p:spPr>
            <a:xfrm>
              <a:off x="903729" y="2599827"/>
              <a:ext cx="177929" cy="440914"/>
            </a:xfrm>
            <a:custGeom>
              <a:avLst/>
              <a:gdLst/>
              <a:ahLst/>
              <a:cxnLst/>
              <a:rect l="l" t="t" r="r" b="b"/>
              <a:pathLst>
                <a:path w="5828" h="14442" extrusionOk="0">
                  <a:moveTo>
                    <a:pt x="3263" y="0"/>
                  </a:moveTo>
                  <a:lnTo>
                    <a:pt x="1" y="4846"/>
                  </a:lnTo>
                  <a:lnTo>
                    <a:pt x="5828" y="14441"/>
                  </a:lnTo>
                  <a:lnTo>
                    <a:pt x="3263" y="0"/>
                  </a:lnTo>
                  <a:close/>
                </a:path>
              </a:pathLst>
            </a:custGeom>
            <a:solidFill>
              <a:srgbClr val="D8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6"/>
            <p:cNvSpPr/>
            <p:nvPr/>
          </p:nvSpPr>
          <p:spPr>
            <a:xfrm>
              <a:off x="887304" y="2478012"/>
              <a:ext cx="109267" cy="242713"/>
            </a:xfrm>
            <a:custGeom>
              <a:avLst/>
              <a:gdLst/>
              <a:ahLst/>
              <a:cxnLst/>
              <a:rect l="l" t="t" r="r" b="b"/>
              <a:pathLst>
                <a:path w="3579" h="7950" extrusionOk="0">
                  <a:moveTo>
                    <a:pt x="3326" y="0"/>
                  </a:moveTo>
                  <a:cubicBezTo>
                    <a:pt x="3294" y="32"/>
                    <a:pt x="0" y="3389"/>
                    <a:pt x="824" y="7949"/>
                  </a:cubicBezTo>
                  <a:lnTo>
                    <a:pt x="1204" y="7886"/>
                  </a:lnTo>
                  <a:cubicBezTo>
                    <a:pt x="412" y="3547"/>
                    <a:pt x="3547" y="285"/>
                    <a:pt x="3579" y="254"/>
                  </a:cubicBezTo>
                  <a:lnTo>
                    <a:pt x="3326"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6"/>
            <p:cNvSpPr/>
            <p:nvPr/>
          </p:nvSpPr>
          <p:spPr>
            <a:xfrm>
              <a:off x="834121" y="2714895"/>
              <a:ext cx="161504" cy="196277"/>
            </a:xfrm>
            <a:custGeom>
              <a:avLst/>
              <a:gdLst/>
              <a:ahLst/>
              <a:cxnLst/>
              <a:rect l="l" t="t" r="r" b="b"/>
              <a:pathLst>
                <a:path w="5290" h="6429" extrusionOk="0">
                  <a:moveTo>
                    <a:pt x="2661" y="285"/>
                  </a:moveTo>
                  <a:cubicBezTo>
                    <a:pt x="2661" y="285"/>
                    <a:pt x="2661" y="285"/>
                    <a:pt x="2692" y="317"/>
                  </a:cubicBezTo>
                  <a:cubicBezTo>
                    <a:pt x="3991" y="317"/>
                    <a:pt x="4054" y="1488"/>
                    <a:pt x="4054" y="1552"/>
                  </a:cubicBezTo>
                  <a:cubicBezTo>
                    <a:pt x="4244" y="2597"/>
                    <a:pt x="4086" y="3484"/>
                    <a:pt x="3547" y="4212"/>
                  </a:cubicBezTo>
                  <a:cubicBezTo>
                    <a:pt x="3231" y="4655"/>
                    <a:pt x="2819" y="5004"/>
                    <a:pt x="2407" y="5257"/>
                  </a:cubicBezTo>
                  <a:cubicBezTo>
                    <a:pt x="1964" y="5035"/>
                    <a:pt x="1616" y="4750"/>
                    <a:pt x="1362" y="4402"/>
                  </a:cubicBezTo>
                  <a:cubicBezTo>
                    <a:pt x="476" y="3167"/>
                    <a:pt x="951" y="1583"/>
                    <a:pt x="951" y="1583"/>
                  </a:cubicBezTo>
                  <a:cubicBezTo>
                    <a:pt x="1172" y="792"/>
                    <a:pt x="1394" y="285"/>
                    <a:pt x="2661" y="285"/>
                  </a:cubicBezTo>
                  <a:close/>
                  <a:moveTo>
                    <a:pt x="2661" y="0"/>
                  </a:moveTo>
                  <a:cubicBezTo>
                    <a:pt x="1204" y="0"/>
                    <a:pt x="919" y="633"/>
                    <a:pt x="666" y="1488"/>
                  </a:cubicBezTo>
                  <a:cubicBezTo>
                    <a:pt x="634" y="1552"/>
                    <a:pt x="127" y="3230"/>
                    <a:pt x="1109" y="4560"/>
                  </a:cubicBezTo>
                  <a:cubicBezTo>
                    <a:pt x="1362" y="4909"/>
                    <a:pt x="1679" y="5194"/>
                    <a:pt x="2091" y="5447"/>
                  </a:cubicBezTo>
                  <a:cubicBezTo>
                    <a:pt x="1077" y="5985"/>
                    <a:pt x="32" y="6144"/>
                    <a:pt x="0" y="6144"/>
                  </a:cubicBezTo>
                  <a:lnTo>
                    <a:pt x="64" y="6429"/>
                  </a:lnTo>
                  <a:cubicBezTo>
                    <a:pt x="127" y="6429"/>
                    <a:pt x="1299" y="6239"/>
                    <a:pt x="2407" y="5605"/>
                  </a:cubicBezTo>
                  <a:cubicBezTo>
                    <a:pt x="3167" y="5954"/>
                    <a:pt x="4117" y="6112"/>
                    <a:pt x="5289" y="6112"/>
                  </a:cubicBezTo>
                  <a:lnTo>
                    <a:pt x="5289" y="5827"/>
                  </a:lnTo>
                  <a:cubicBezTo>
                    <a:pt x="4244" y="5827"/>
                    <a:pt x="3389" y="5669"/>
                    <a:pt x="2724" y="5415"/>
                  </a:cubicBezTo>
                  <a:cubicBezTo>
                    <a:pt x="3136" y="5130"/>
                    <a:pt x="3484" y="4814"/>
                    <a:pt x="3801" y="4402"/>
                  </a:cubicBezTo>
                  <a:cubicBezTo>
                    <a:pt x="4371" y="3579"/>
                    <a:pt x="4561" y="2629"/>
                    <a:pt x="4371" y="1520"/>
                  </a:cubicBezTo>
                  <a:cubicBezTo>
                    <a:pt x="4371" y="1520"/>
                    <a:pt x="4276" y="0"/>
                    <a:pt x="2692" y="0"/>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6"/>
            <p:cNvSpPr/>
            <p:nvPr/>
          </p:nvSpPr>
          <p:spPr>
            <a:xfrm>
              <a:off x="975291" y="2886901"/>
              <a:ext cx="49398" cy="22867"/>
            </a:xfrm>
            <a:custGeom>
              <a:avLst/>
              <a:gdLst/>
              <a:ahLst/>
              <a:cxnLst/>
              <a:rect l="l" t="t" r="r" b="b"/>
              <a:pathLst>
                <a:path w="1618" h="749" extrusionOk="0">
                  <a:moveTo>
                    <a:pt x="497" y="1"/>
                  </a:moveTo>
                  <a:cubicBezTo>
                    <a:pt x="318" y="1"/>
                    <a:pt x="159" y="16"/>
                    <a:pt x="95" y="66"/>
                  </a:cubicBezTo>
                  <a:cubicBezTo>
                    <a:pt x="0" y="130"/>
                    <a:pt x="0" y="288"/>
                    <a:pt x="32" y="383"/>
                  </a:cubicBezTo>
                  <a:cubicBezTo>
                    <a:pt x="95" y="636"/>
                    <a:pt x="0" y="605"/>
                    <a:pt x="254" y="668"/>
                  </a:cubicBezTo>
                  <a:cubicBezTo>
                    <a:pt x="411" y="717"/>
                    <a:pt x="606" y="748"/>
                    <a:pt x="797" y="748"/>
                  </a:cubicBezTo>
                  <a:cubicBezTo>
                    <a:pt x="1217" y="748"/>
                    <a:pt x="1617" y="598"/>
                    <a:pt x="1552" y="161"/>
                  </a:cubicBezTo>
                  <a:cubicBezTo>
                    <a:pt x="1520" y="66"/>
                    <a:pt x="1362" y="66"/>
                    <a:pt x="1172" y="35"/>
                  </a:cubicBezTo>
                  <a:cubicBezTo>
                    <a:pt x="1077" y="35"/>
                    <a:pt x="765" y="1"/>
                    <a:pt x="497" y="1"/>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6"/>
            <p:cNvSpPr/>
            <p:nvPr/>
          </p:nvSpPr>
          <p:spPr>
            <a:xfrm>
              <a:off x="794706" y="2895358"/>
              <a:ext cx="49123" cy="23111"/>
            </a:xfrm>
            <a:custGeom>
              <a:avLst/>
              <a:gdLst/>
              <a:ahLst/>
              <a:cxnLst/>
              <a:rect l="l" t="t" r="r" b="b"/>
              <a:pathLst>
                <a:path w="1609" h="757" extrusionOk="0">
                  <a:moveTo>
                    <a:pt x="1213" y="1"/>
                  </a:moveTo>
                  <a:cubicBezTo>
                    <a:pt x="929" y="1"/>
                    <a:pt x="542" y="43"/>
                    <a:pt x="436" y="43"/>
                  </a:cubicBezTo>
                  <a:cubicBezTo>
                    <a:pt x="246" y="43"/>
                    <a:pt x="120" y="74"/>
                    <a:pt x="88" y="169"/>
                  </a:cubicBezTo>
                  <a:cubicBezTo>
                    <a:pt x="1" y="606"/>
                    <a:pt x="394" y="756"/>
                    <a:pt x="813" y="756"/>
                  </a:cubicBezTo>
                  <a:cubicBezTo>
                    <a:pt x="1002" y="756"/>
                    <a:pt x="1197" y="726"/>
                    <a:pt x="1355" y="676"/>
                  </a:cubicBezTo>
                  <a:cubicBezTo>
                    <a:pt x="1608" y="581"/>
                    <a:pt x="1545" y="613"/>
                    <a:pt x="1576" y="391"/>
                  </a:cubicBezTo>
                  <a:cubicBezTo>
                    <a:pt x="1608" y="264"/>
                    <a:pt x="1608" y="106"/>
                    <a:pt x="1513" y="43"/>
                  </a:cubicBezTo>
                  <a:cubicBezTo>
                    <a:pt x="1471" y="11"/>
                    <a:pt x="1355" y="1"/>
                    <a:pt x="1213" y="1"/>
                  </a:cubicBezTo>
                  <a:close/>
                </a:path>
              </a:pathLst>
            </a:custGeom>
            <a:solidFill>
              <a:srgbClr val="306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6"/>
            <p:cNvSpPr/>
            <p:nvPr/>
          </p:nvSpPr>
          <p:spPr>
            <a:xfrm>
              <a:off x="1223775" y="2490560"/>
              <a:ext cx="104443" cy="383884"/>
            </a:xfrm>
            <a:custGeom>
              <a:avLst/>
              <a:gdLst/>
              <a:ahLst/>
              <a:cxnLst/>
              <a:rect l="l" t="t" r="r" b="b"/>
              <a:pathLst>
                <a:path w="3421" h="12574" extrusionOk="0">
                  <a:moveTo>
                    <a:pt x="253" y="1"/>
                  </a:moveTo>
                  <a:lnTo>
                    <a:pt x="0" y="286"/>
                  </a:lnTo>
                  <a:cubicBezTo>
                    <a:pt x="380" y="634"/>
                    <a:pt x="1457" y="2344"/>
                    <a:pt x="1710" y="3294"/>
                  </a:cubicBezTo>
                  <a:cubicBezTo>
                    <a:pt x="2217" y="5416"/>
                    <a:pt x="3009" y="8583"/>
                    <a:pt x="1520" y="12415"/>
                  </a:cubicBezTo>
                  <a:lnTo>
                    <a:pt x="1900" y="12573"/>
                  </a:lnTo>
                  <a:cubicBezTo>
                    <a:pt x="3420" y="8615"/>
                    <a:pt x="2629" y="5353"/>
                    <a:pt x="2090" y="3199"/>
                  </a:cubicBezTo>
                  <a:cubicBezTo>
                    <a:pt x="1837" y="2186"/>
                    <a:pt x="728" y="381"/>
                    <a:pt x="253"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6"/>
            <p:cNvSpPr/>
            <p:nvPr/>
          </p:nvSpPr>
          <p:spPr>
            <a:xfrm>
              <a:off x="1223775" y="2841533"/>
              <a:ext cx="87987" cy="79317"/>
            </a:xfrm>
            <a:custGeom>
              <a:avLst/>
              <a:gdLst/>
              <a:ahLst/>
              <a:cxnLst/>
              <a:rect l="l" t="t" r="r" b="b"/>
              <a:pathLst>
                <a:path w="2882" h="2598" extrusionOk="0">
                  <a:moveTo>
                    <a:pt x="1457" y="1"/>
                  </a:moveTo>
                  <a:cubicBezTo>
                    <a:pt x="633" y="1"/>
                    <a:pt x="0" y="602"/>
                    <a:pt x="0" y="1299"/>
                  </a:cubicBezTo>
                  <a:cubicBezTo>
                    <a:pt x="0" y="2027"/>
                    <a:pt x="633" y="2598"/>
                    <a:pt x="1457" y="2598"/>
                  </a:cubicBezTo>
                  <a:cubicBezTo>
                    <a:pt x="2249" y="2598"/>
                    <a:pt x="2882" y="2027"/>
                    <a:pt x="2882" y="1299"/>
                  </a:cubicBezTo>
                  <a:cubicBezTo>
                    <a:pt x="2882" y="602"/>
                    <a:pt x="2249" y="1"/>
                    <a:pt x="1457" y="1"/>
                  </a:cubicBez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6"/>
            <p:cNvSpPr/>
            <p:nvPr/>
          </p:nvSpPr>
          <p:spPr>
            <a:xfrm>
              <a:off x="1236323" y="2853135"/>
              <a:ext cx="64815" cy="58038"/>
            </a:xfrm>
            <a:custGeom>
              <a:avLst/>
              <a:gdLst/>
              <a:ahLst/>
              <a:cxnLst/>
              <a:rect l="l" t="t" r="r" b="b"/>
              <a:pathLst>
                <a:path w="2123" h="1901" extrusionOk="0">
                  <a:moveTo>
                    <a:pt x="1046" y="1"/>
                  </a:moveTo>
                  <a:cubicBezTo>
                    <a:pt x="476" y="1"/>
                    <a:pt x="1" y="444"/>
                    <a:pt x="1" y="951"/>
                  </a:cubicBezTo>
                  <a:cubicBezTo>
                    <a:pt x="1" y="1489"/>
                    <a:pt x="476" y="1901"/>
                    <a:pt x="1046" y="1901"/>
                  </a:cubicBezTo>
                  <a:cubicBezTo>
                    <a:pt x="1648" y="1901"/>
                    <a:pt x="2123" y="1489"/>
                    <a:pt x="2123" y="951"/>
                  </a:cubicBezTo>
                  <a:cubicBezTo>
                    <a:pt x="2123" y="444"/>
                    <a:pt x="1648" y="1"/>
                    <a:pt x="10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6"/>
            <p:cNvSpPr/>
            <p:nvPr/>
          </p:nvSpPr>
          <p:spPr>
            <a:xfrm>
              <a:off x="957889" y="2445132"/>
              <a:ext cx="305544" cy="167304"/>
            </a:xfrm>
            <a:custGeom>
              <a:avLst/>
              <a:gdLst/>
              <a:ahLst/>
              <a:cxnLst/>
              <a:rect l="l" t="t" r="r" b="b"/>
              <a:pathLst>
                <a:path w="10008" h="5480" extrusionOk="0">
                  <a:moveTo>
                    <a:pt x="1964" y="0"/>
                  </a:moveTo>
                  <a:lnTo>
                    <a:pt x="0" y="634"/>
                  </a:lnTo>
                  <a:lnTo>
                    <a:pt x="2534" y="5384"/>
                  </a:lnTo>
                  <a:lnTo>
                    <a:pt x="5289" y="2819"/>
                  </a:lnTo>
                  <a:lnTo>
                    <a:pt x="7157" y="5479"/>
                  </a:lnTo>
                  <a:lnTo>
                    <a:pt x="10008" y="760"/>
                  </a:lnTo>
                  <a:lnTo>
                    <a:pt x="8424" y="317"/>
                  </a:lnTo>
                  <a:lnTo>
                    <a:pt x="5289" y="2281"/>
                  </a:lnTo>
                  <a:lnTo>
                    <a:pt x="1964" y="0"/>
                  </a:lnTo>
                  <a:close/>
                </a:path>
              </a:pathLst>
            </a:custGeom>
            <a:solidFill>
              <a:srgbClr val="F2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6"/>
            <p:cNvSpPr/>
            <p:nvPr/>
          </p:nvSpPr>
          <p:spPr>
            <a:xfrm>
              <a:off x="1665605" y="2579525"/>
              <a:ext cx="576284" cy="460240"/>
            </a:xfrm>
            <a:custGeom>
              <a:avLst/>
              <a:gdLst/>
              <a:ahLst/>
              <a:cxnLst/>
              <a:rect l="l" t="t" r="r" b="b"/>
              <a:pathLst>
                <a:path w="18876" h="15075" extrusionOk="0">
                  <a:moveTo>
                    <a:pt x="18179" y="0"/>
                  </a:moveTo>
                  <a:lnTo>
                    <a:pt x="1" y="14156"/>
                  </a:lnTo>
                  <a:lnTo>
                    <a:pt x="729" y="15075"/>
                  </a:lnTo>
                  <a:lnTo>
                    <a:pt x="18876" y="919"/>
                  </a:lnTo>
                  <a:lnTo>
                    <a:pt x="18179" y="0"/>
                  </a:lnTo>
                  <a:close/>
                </a:path>
              </a:pathLst>
            </a:custGeom>
            <a:solidFill>
              <a:srgbClr val="376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6"/>
            <p:cNvSpPr/>
            <p:nvPr/>
          </p:nvSpPr>
          <p:spPr>
            <a:xfrm>
              <a:off x="1647257" y="2906318"/>
              <a:ext cx="249461" cy="149139"/>
            </a:xfrm>
            <a:custGeom>
              <a:avLst/>
              <a:gdLst/>
              <a:ahLst/>
              <a:cxnLst/>
              <a:rect l="l" t="t" r="r" b="b"/>
              <a:pathLst>
                <a:path w="8171" h="4885" extrusionOk="0">
                  <a:moveTo>
                    <a:pt x="2808" y="1"/>
                  </a:moveTo>
                  <a:cubicBezTo>
                    <a:pt x="2105" y="1"/>
                    <a:pt x="1409" y="85"/>
                    <a:pt x="1140" y="444"/>
                  </a:cubicBezTo>
                  <a:cubicBezTo>
                    <a:pt x="285" y="761"/>
                    <a:pt x="63" y="1046"/>
                    <a:pt x="32" y="1362"/>
                  </a:cubicBezTo>
                  <a:cubicBezTo>
                    <a:pt x="0" y="2027"/>
                    <a:pt x="349" y="3041"/>
                    <a:pt x="570" y="3674"/>
                  </a:cubicBezTo>
                  <a:cubicBezTo>
                    <a:pt x="1045" y="3737"/>
                    <a:pt x="1489" y="3959"/>
                    <a:pt x="1932" y="4117"/>
                  </a:cubicBezTo>
                  <a:cubicBezTo>
                    <a:pt x="2914" y="4434"/>
                    <a:pt x="3642" y="4561"/>
                    <a:pt x="4687" y="4687"/>
                  </a:cubicBezTo>
                  <a:cubicBezTo>
                    <a:pt x="5417" y="4769"/>
                    <a:pt x="5905" y="4884"/>
                    <a:pt x="6279" y="4884"/>
                  </a:cubicBezTo>
                  <a:cubicBezTo>
                    <a:pt x="6780" y="4884"/>
                    <a:pt x="7075" y="4676"/>
                    <a:pt x="7474" y="3896"/>
                  </a:cubicBezTo>
                  <a:cubicBezTo>
                    <a:pt x="7759" y="3326"/>
                    <a:pt x="8171" y="1489"/>
                    <a:pt x="7506" y="1109"/>
                  </a:cubicBezTo>
                  <a:cubicBezTo>
                    <a:pt x="7370" y="1027"/>
                    <a:pt x="7054" y="1004"/>
                    <a:pt x="6702" y="1004"/>
                  </a:cubicBezTo>
                  <a:cubicBezTo>
                    <a:pt x="6233" y="1004"/>
                    <a:pt x="5701" y="1046"/>
                    <a:pt x="5447" y="1046"/>
                  </a:cubicBezTo>
                  <a:cubicBezTo>
                    <a:pt x="5268" y="1038"/>
                    <a:pt x="5089" y="1036"/>
                    <a:pt x="4910" y="1036"/>
                  </a:cubicBezTo>
                  <a:cubicBezTo>
                    <a:pt x="4590" y="1036"/>
                    <a:pt x="4272" y="1043"/>
                    <a:pt x="3957" y="1043"/>
                  </a:cubicBezTo>
                  <a:cubicBezTo>
                    <a:pt x="3670" y="1043"/>
                    <a:pt x="3384" y="1037"/>
                    <a:pt x="3104" y="1014"/>
                  </a:cubicBezTo>
                  <a:cubicBezTo>
                    <a:pt x="3420" y="761"/>
                    <a:pt x="3800" y="634"/>
                    <a:pt x="4244" y="507"/>
                  </a:cubicBezTo>
                  <a:cubicBezTo>
                    <a:pt x="4275" y="412"/>
                    <a:pt x="4275" y="191"/>
                    <a:pt x="4244" y="64"/>
                  </a:cubicBezTo>
                  <a:cubicBezTo>
                    <a:pt x="3887" y="50"/>
                    <a:pt x="3345" y="1"/>
                    <a:pt x="2808" y="1"/>
                  </a:cubicBezTo>
                  <a:close/>
                </a:path>
              </a:pathLst>
            </a:custGeom>
            <a:solidFill>
              <a:srgbClr val="FDC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6"/>
            <p:cNvSpPr/>
            <p:nvPr/>
          </p:nvSpPr>
          <p:spPr>
            <a:xfrm>
              <a:off x="700704" y="2507962"/>
              <a:ext cx="988134" cy="530917"/>
            </a:xfrm>
            <a:custGeom>
              <a:avLst/>
              <a:gdLst/>
              <a:ahLst/>
              <a:cxnLst/>
              <a:rect l="l" t="t" r="r" b="b"/>
              <a:pathLst>
                <a:path w="32366" h="17390" extrusionOk="0">
                  <a:moveTo>
                    <a:pt x="3927" y="1"/>
                  </a:moveTo>
                  <a:cubicBezTo>
                    <a:pt x="3927" y="1"/>
                    <a:pt x="0" y="3991"/>
                    <a:pt x="1805" y="7031"/>
                  </a:cubicBezTo>
                  <a:lnTo>
                    <a:pt x="11464" y="16595"/>
                  </a:lnTo>
                  <a:cubicBezTo>
                    <a:pt x="12006" y="17107"/>
                    <a:pt x="12747" y="17390"/>
                    <a:pt x="13499" y="17390"/>
                  </a:cubicBezTo>
                  <a:cubicBezTo>
                    <a:pt x="13538" y="17390"/>
                    <a:pt x="13578" y="17389"/>
                    <a:pt x="13618" y="17387"/>
                  </a:cubicBezTo>
                  <a:lnTo>
                    <a:pt x="32366" y="16849"/>
                  </a:lnTo>
                  <a:lnTo>
                    <a:pt x="32113" y="13175"/>
                  </a:lnTo>
                  <a:lnTo>
                    <a:pt x="13935" y="12225"/>
                  </a:lnTo>
                  <a:lnTo>
                    <a:pt x="3927" y="1"/>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2" name="Google Shape;862;p26"/>
          <p:cNvGrpSpPr/>
          <p:nvPr/>
        </p:nvGrpSpPr>
        <p:grpSpPr>
          <a:xfrm>
            <a:off x="2612647" y="2524273"/>
            <a:ext cx="3679209" cy="2745534"/>
            <a:chOff x="3222672" y="2674949"/>
            <a:chExt cx="2727562" cy="2026973"/>
          </a:xfrm>
        </p:grpSpPr>
        <p:sp>
          <p:nvSpPr>
            <p:cNvPr id="863" name="Google Shape;863;p26"/>
            <p:cNvSpPr/>
            <p:nvPr/>
          </p:nvSpPr>
          <p:spPr>
            <a:xfrm>
              <a:off x="3868125" y="4372225"/>
              <a:ext cx="135900" cy="67800"/>
            </a:xfrm>
            <a:prstGeom prst="rect">
              <a:avLst/>
            </a:prstGeom>
            <a:solidFill>
              <a:srgbClr val="3DA8C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64" name="Google Shape;864;p26"/>
            <p:cNvSpPr/>
            <p:nvPr/>
          </p:nvSpPr>
          <p:spPr>
            <a:xfrm>
              <a:off x="3447325" y="3830675"/>
              <a:ext cx="135900" cy="67800"/>
            </a:xfrm>
            <a:prstGeom prst="rect">
              <a:avLst/>
            </a:prstGeom>
            <a:solidFill>
              <a:srgbClr val="3DA8C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65" name="Google Shape;865;p26"/>
            <p:cNvSpPr/>
            <p:nvPr/>
          </p:nvSpPr>
          <p:spPr>
            <a:xfrm>
              <a:off x="3519675" y="3837200"/>
              <a:ext cx="450000" cy="612000"/>
            </a:xfrm>
            <a:prstGeom prst="rect">
              <a:avLst/>
            </a:prstGeom>
            <a:solidFill>
              <a:srgbClr val="3DA8C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66" name="Google Shape;866;p26"/>
            <p:cNvSpPr/>
            <p:nvPr/>
          </p:nvSpPr>
          <p:spPr>
            <a:xfrm>
              <a:off x="3996041" y="3853885"/>
              <a:ext cx="195647" cy="209633"/>
            </a:xfrm>
            <a:custGeom>
              <a:avLst/>
              <a:gdLst/>
              <a:ahLst/>
              <a:cxnLst/>
              <a:rect l="l" t="t" r="r" b="b"/>
              <a:pathLst>
                <a:path w="6113" h="6550" extrusionOk="0">
                  <a:moveTo>
                    <a:pt x="3824" y="1"/>
                  </a:moveTo>
                  <a:cubicBezTo>
                    <a:pt x="2887" y="1"/>
                    <a:pt x="1804" y="459"/>
                    <a:pt x="1109" y="1791"/>
                  </a:cubicBezTo>
                  <a:cubicBezTo>
                    <a:pt x="0" y="3913"/>
                    <a:pt x="380" y="6510"/>
                    <a:pt x="380" y="6510"/>
                  </a:cubicBezTo>
                  <a:cubicBezTo>
                    <a:pt x="380" y="6510"/>
                    <a:pt x="578" y="6549"/>
                    <a:pt x="891" y="6549"/>
                  </a:cubicBezTo>
                  <a:cubicBezTo>
                    <a:pt x="1663" y="6549"/>
                    <a:pt x="3139" y="6309"/>
                    <a:pt x="4085" y="4641"/>
                  </a:cubicBezTo>
                  <a:cubicBezTo>
                    <a:pt x="5416" y="2266"/>
                    <a:pt x="6112" y="999"/>
                    <a:pt x="5226" y="398"/>
                  </a:cubicBezTo>
                  <a:cubicBezTo>
                    <a:pt x="4884" y="162"/>
                    <a:pt x="4379" y="1"/>
                    <a:pt x="3824" y="1"/>
                  </a:cubicBezTo>
                  <a:close/>
                </a:path>
              </a:pathLst>
            </a:custGeom>
            <a:solidFill>
              <a:srgbClr val="3DA8C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67" name="Google Shape;867;p26"/>
            <p:cNvSpPr/>
            <p:nvPr/>
          </p:nvSpPr>
          <p:spPr>
            <a:xfrm>
              <a:off x="3996041" y="3812886"/>
              <a:ext cx="638564" cy="889035"/>
            </a:xfrm>
            <a:custGeom>
              <a:avLst/>
              <a:gdLst/>
              <a:ahLst/>
              <a:cxnLst/>
              <a:rect l="l" t="t" r="r" b="b"/>
              <a:pathLst>
                <a:path w="19952" h="27778" extrusionOk="0">
                  <a:moveTo>
                    <a:pt x="2185" y="0"/>
                  </a:moveTo>
                  <a:lnTo>
                    <a:pt x="0" y="5194"/>
                  </a:lnTo>
                  <a:cubicBezTo>
                    <a:pt x="0" y="5194"/>
                    <a:pt x="1710" y="8741"/>
                    <a:pt x="2945" y="10419"/>
                  </a:cubicBezTo>
                  <a:cubicBezTo>
                    <a:pt x="4149" y="12129"/>
                    <a:pt x="7917" y="17861"/>
                    <a:pt x="10198" y="20173"/>
                  </a:cubicBezTo>
                  <a:cubicBezTo>
                    <a:pt x="12478" y="22453"/>
                    <a:pt x="11813" y="23435"/>
                    <a:pt x="14536" y="25335"/>
                  </a:cubicBezTo>
                  <a:cubicBezTo>
                    <a:pt x="15075" y="25684"/>
                    <a:pt x="15486" y="26887"/>
                    <a:pt x="15866" y="27330"/>
                  </a:cubicBezTo>
                  <a:cubicBezTo>
                    <a:pt x="16122" y="27623"/>
                    <a:pt x="16325" y="27778"/>
                    <a:pt x="16494" y="27778"/>
                  </a:cubicBezTo>
                  <a:cubicBezTo>
                    <a:pt x="16618" y="27778"/>
                    <a:pt x="16723" y="27695"/>
                    <a:pt x="16816" y="27520"/>
                  </a:cubicBezTo>
                  <a:cubicBezTo>
                    <a:pt x="16943" y="27235"/>
                    <a:pt x="16120" y="25304"/>
                    <a:pt x="16310" y="25240"/>
                  </a:cubicBezTo>
                  <a:lnTo>
                    <a:pt x="16310" y="25240"/>
                  </a:lnTo>
                  <a:cubicBezTo>
                    <a:pt x="16679" y="25899"/>
                    <a:pt x="17749" y="27040"/>
                    <a:pt x="18408" y="27040"/>
                  </a:cubicBezTo>
                  <a:cubicBezTo>
                    <a:pt x="18541" y="27040"/>
                    <a:pt x="18658" y="26993"/>
                    <a:pt x="18748" y="26887"/>
                  </a:cubicBezTo>
                  <a:cubicBezTo>
                    <a:pt x="18938" y="26665"/>
                    <a:pt x="17956" y="25399"/>
                    <a:pt x="17418" y="24322"/>
                  </a:cubicBezTo>
                  <a:lnTo>
                    <a:pt x="17418" y="24322"/>
                  </a:lnTo>
                  <a:cubicBezTo>
                    <a:pt x="18218" y="25194"/>
                    <a:pt x="19036" y="25658"/>
                    <a:pt x="19461" y="25658"/>
                  </a:cubicBezTo>
                  <a:cubicBezTo>
                    <a:pt x="19592" y="25658"/>
                    <a:pt x="19685" y="25615"/>
                    <a:pt x="19730" y="25525"/>
                  </a:cubicBezTo>
                  <a:cubicBezTo>
                    <a:pt x="19952" y="24987"/>
                    <a:pt x="18622" y="23910"/>
                    <a:pt x="18305" y="23372"/>
                  </a:cubicBezTo>
                  <a:cubicBezTo>
                    <a:pt x="16816" y="20775"/>
                    <a:pt x="14125" y="19666"/>
                    <a:pt x="13301" y="18558"/>
                  </a:cubicBezTo>
                  <a:cubicBezTo>
                    <a:pt x="12509" y="17450"/>
                    <a:pt x="9121" y="10672"/>
                    <a:pt x="7727" y="8044"/>
                  </a:cubicBezTo>
                  <a:cubicBezTo>
                    <a:pt x="6302" y="5415"/>
                    <a:pt x="2185" y="0"/>
                    <a:pt x="2185" y="0"/>
                  </a:cubicBezTo>
                  <a:close/>
                </a:path>
              </a:pathLst>
            </a:custGeom>
            <a:solidFill>
              <a:srgbClr val="F2B872"/>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68" name="Google Shape;868;p26"/>
            <p:cNvSpPr/>
            <p:nvPr/>
          </p:nvSpPr>
          <p:spPr>
            <a:xfrm>
              <a:off x="3667637" y="3519945"/>
              <a:ext cx="134837" cy="177212"/>
            </a:xfrm>
            <a:custGeom>
              <a:avLst/>
              <a:gdLst/>
              <a:ahLst/>
              <a:cxnLst/>
              <a:rect l="l" t="t" r="r" b="b"/>
              <a:pathLst>
                <a:path w="4213" h="5537" extrusionOk="0">
                  <a:moveTo>
                    <a:pt x="1204" y="1"/>
                  </a:moveTo>
                  <a:cubicBezTo>
                    <a:pt x="539" y="1"/>
                    <a:pt x="0" y="571"/>
                    <a:pt x="0" y="1236"/>
                  </a:cubicBezTo>
                  <a:lnTo>
                    <a:pt x="0" y="4181"/>
                  </a:lnTo>
                  <a:cubicBezTo>
                    <a:pt x="461" y="4728"/>
                    <a:pt x="1419" y="5537"/>
                    <a:pt x="2683" y="5537"/>
                  </a:cubicBezTo>
                  <a:cubicBezTo>
                    <a:pt x="2810" y="5537"/>
                    <a:pt x="2940" y="5528"/>
                    <a:pt x="3072" y="5511"/>
                  </a:cubicBezTo>
                  <a:cubicBezTo>
                    <a:pt x="3547" y="5479"/>
                    <a:pt x="3927" y="5416"/>
                    <a:pt x="4212" y="5353"/>
                  </a:cubicBezTo>
                  <a:lnTo>
                    <a:pt x="4212" y="1236"/>
                  </a:lnTo>
                  <a:cubicBezTo>
                    <a:pt x="4212" y="571"/>
                    <a:pt x="3674" y="1"/>
                    <a:pt x="3009" y="1"/>
                  </a:cubicBezTo>
                  <a:close/>
                </a:path>
              </a:pathLst>
            </a:custGeom>
            <a:solidFill>
              <a:srgbClr val="E2A76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69" name="Google Shape;869;p26"/>
            <p:cNvSpPr/>
            <p:nvPr/>
          </p:nvSpPr>
          <p:spPr>
            <a:xfrm>
              <a:off x="3666613" y="3653757"/>
              <a:ext cx="135861" cy="128724"/>
            </a:xfrm>
            <a:custGeom>
              <a:avLst/>
              <a:gdLst/>
              <a:ahLst/>
              <a:cxnLst/>
              <a:rect l="l" t="t" r="r" b="b"/>
              <a:pathLst>
                <a:path w="4245" h="4022" extrusionOk="0">
                  <a:moveTo>
                    <a:pt x="1" y="0"/>
                  </a:moveTo>
                  <a:lnTo>
                    <a:pt x="1" y="2787"/>
                  </a:lnTo>
                  <a:cubicBezTo>
                    <a:pt x="32" y="3452"/>
                    <a:pt x="571" y="4022"/>
                    <a:pt x="1236" y="4022"/>
                  </a:cubicBezTo>
                  <a:lnTo>
                    <a:pt x="3041" y="4022"/>
                  </a:lnTo>
                  <a:cubicBezTo>
                    <a:pt x="3706" y="4022"/>
                    <a:pt x="4244" y="3452"/>
                    <a:pt x="4244" y="2787"/>
                  </a:cubicBezTo>
                  <a:lnTo>
                    <a:pt x="4244" y="1172"/>
                  </a:lnTo>
                  <a:cubicBezTo>
                    <a:pt x="3959" y="1235"/>
                    <a:pt x="3579" y="1298"/>
                    <a:pt x="3104" y="1362"/>
                  </a:cubicBezTo>
                  <a:cubicBezTo>
                    <a:pt x="2991" y="1374"/>
                    <a:pt x="2881" y="1380"/>
                    <a:pt x="2772" y="1380"/>
                  </a:cubicBezTo>
                  <a:cubicBezTo>
                    <a:pt x="1479" y="1380"/>
                    <a:pt x="497" y="555"/>
                    <a:pt x="1" y="0"/>
                  </a:cubicBezTo>
                  <a:close/>
                </a:path>
              </a:pathLst>
            </a:custGeom>
            <a:solidFill>
              <a:srgbClr val="F2B872"/>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0" name="Google Shape;870;p26"/>
            <p:cNvSpPr/>
            <p:nvPr/>
          </p:nvSpPr>
          <p:spPr>
            <a:xfrm>
              <a:off x="3516606" y="2944239"/>
              <a:ext cx="610207" cy="694348"/>
            </a:xfrm>
            <a:custGeom>
              <a:avLst/>
              <a:gdLst/>
              <a:ahLst/>
              <a:cxnLst/>
              <a:rect l="l" t="t" r="r" b="b"/>
              <a:pathLst>
                <a:path w="19066" h="21695" extrusionOk="0">
                  <a:moveTo>
                    <a:pt x="10230" y="1"/>
                  </a:moveTo>
                  <a:cubicBezTo>
                    <a:pt x="4561" y="1"/>
                    <a:pt x="1" y="5005"/>
                    <a:pt x="1" y="11180"/>
                  </a:cubicBezTo>
                  <a:cubicBezTo>
                    <a:pt x="1" y="17355"/>
                    <a:pt x="6334" y="21694"/>
                    <a:pt x="10768" y="21694"/>
                  </a:cubicBezTo>
                  <a:cubicBezTo>
                    <a:pt x="15265" y="21694"/>
                    <a:pt x="19065" y="16944"/>
                    <a:pt x="19065" y="10768"/>
                  </a:cubicBezTo>
                  <a:cubicBezTo>
                    <a:pt x="19065" y="4593"/>
                    <a:pt x="15867" y="1"/>
                    <a:pt x="10230" y="1"/>
                  </a:cubicBezTo>
                  <a:close/>
                </a:path>
              </a:pathLst>
            </a:custGeom>
            <a:solidFill>
              <a:srgbClr val="F2B872"/>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1" name="Google Shape;871;p26"/>
            <p:cNvSpPr/>
            <p:nvPr/>
          </p:nvSpPr>
          <p:spPr>
            <a:xfrm>
              <a:off x="3415246" y="2840926"/>
              <a:ext cx="869672" cy="758102"/>
            </a:xfrm>
            <a:custGeom>
              <a:avLst/>
              <a:gdLst/>
              <a:ahLst/>
              <a:cxnLst/>
              <a:rect l="l" t="t" r="r" b="b"/>
              <a:pathLst>
                <a:path w="27173" h="23687" extrusionOk="0">
                  <a:moveTo>
                    <a:pt x="12513" y="0"/>
                  </a:moveTo>
                  <a:cubicBezTo>
                    <a:pt x="11834" y="0"/>
                    <a:pt x="11166" y="160"/>
                    <a:pt x="10483" y="537"/>
                  </a:cubicBezTo>
                  <a:cubicBezTo>
                    <a:pt x="8520" y="1614"/>
                    <a:pt x="6968" y="3356"/>
                    <a:pt x="6968" y="3356"/>
                  </a:cubicBezTo>
                  <a:cubicBezTo>
                    <a:pt x="6968" y="3356"/>
                    <a:pt x="6426" y="3137"/>
                    <a:pt x="5655" y="3137"/>
                  </a:cubicBezTo>
                  <a:cubicBezTo>
                    <a:pt x="4151" y="3137"/>
                    <a:pt x="1777" y="3967"/>
                    <a:pt x="856" y="8866"/>
                  </a:cubicBezTo>
                  <a:cubicBezTo>
                    <a:pt x="1" y="13521"/>
                    <a:pt x="2471" y="17480"/>
                    <a:pt x="4529" y="20393"/>
                  </a:cubicBezTo>
                  <a:cubicBezTo>
                    <a:pt x="5448" y="21692"/>
                    <a:pt x="6018" y="23687"/>
                    <a:pt x="6018" y="23687"/>
                  </a:cubicBezTo>
                  <a:cubicBezTo>
                    <a:pt x="6018" y="23687"/>
                    <a:pt x="7000" y="20932"/>
                    <a:pt x="6398" y="18968"/>
                  </a:cubicBezTo>
                  <a:cubicBezTo>
                    <a:pt x="5099" y="17131"/>
                    <a:pt x="4878" y="15073"/>
                    <a:pt x="5543" y="13996"/>
                  </a:cubicBezTo>
                  <a:cubicBezTo>
                    <a:pt x="5972" y="13300"/>
                    <a:pt x="6333" y="13059"/>
                    <a:pt x="6665" y="13059"/>
                  </a:cubicBezTo>
                  <a:cubicBezTo>
                    <a:pt x="7240" y="13059"/>
                    <a:pt x="7728" y="13782"/>
                    <a:pt x="8330" y="14123"/>
                  </a:cubicBezTo>
                  <a:cubicBezTo>
                    <a:pt x="10958" y="11621"/>
                    <a:pt x="10958" y="7726"/>
                    <a:pt x="10958" y="7726"/>
                  </a:cubicBezTo>
                  <a:cubicBezTo>
                    <a:pt x="10958" y="7726"/>
                    <a:pt x="14125" y="9658"/>
                    <a:pt x="18559" y="9658"/>
                  </a:cubicBezTo>
                  <a:cubicBezTo>
                    <a:pt x="18609" y="9657"/>
                    <a:pt x="18659" y="9657"/>
                    <a:pt x="18709" y="9657"/>
                  </a:cubicBezTo>
                  <a:cubicBezTo>
                    <a:pt x="23096" y="9657"/>
                    <a:pt x="26254" y="11019"/>
                    <a:pt x="26254" y="11019"/>
                  </a:cubicBezTo>
                  <a:cubicBezTo>
                    <a:pt x="26254" y="11019"/>
                    <a:pt x="24133" y="8391"/>
                    <a:pt x="23183" y="7472"/>
                  </a:cubicBezTo>
                  <a:cubicBezTo>
                    <a:pt x="26223" y="6807"/>
                    <a:pt x="27173" y="4021"/>
                    <a:pt x="27173" y="4021"/>
                  </a:cubicBezTo>
                  <a:lnTo>
                    <a:pt x="27173" y="4021"/>
                  </a:lnTo>
                  <a:cubicBezTo>
                    <a:pt x="27173" y="4021"/>
                    <a:pt x="26691" y="4402"/>
                    <a:pt x="25434" y="4402"/>
                  </a:cubicBezTo>
                  <a:cubicBezTo>
                    <a:pt x="24458" y="4402"/>
                    <a:pt x="23014" y="4172"/>
                    <a:pt x="20966" y="3356"/>
                  </a:cubicBezTo>
                  <a:cubicBezTo>
                    <a:pt x="17331" y="1907"/>
                    <a:pt x="14858" y="0"/>
                    <a:pt x="12513" y="0"/>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2" name="Google Shape;872;p26"/>
            <p:cNvSpPr/>
            <p:nvPr/>
          </p:nvSpPr>
          <p:spPr>
            <a:xfrm>
              <a:off x="3598698" y="3301606"/>
              <a:ext cx="68971" cy="98767"/>
            </a:xfrm>
            <a:custGeom>
              <a:avLst/>
              <a:gdLst/>
              <a:ahLst/>
              <a:cxnLst/>
              <a:rect l="l" t="t" r="r" b="b"/>
              <a:pathLst>
                <a:path w="2155" h="3086" extrusionOk="0">
                  <a:moveTo>
                    <a:pt x="1040" y="1"/>
                  </a:moveTo>
                  <a:cubicBezTo>
                    <a:pt x="757" y="1"/>
                    <a:pt x="493" y="206"/>
                    <a:pt x="349" y="837"/>
                  </a:cubicBezTo>
                  <a:cubicBezTo>
                    <a:pt x="1" y="2611"/>
                    <a:pt x="1521" y="3086"/>
                    <a:pt x="1521" y="3086"/>
                  </a:cubicBezTo>
                  <a:lnTo>
                    <a:pt x="2154" y="711"/>
                  </a:lnTo>
                  <a:cubicBezTo>
                    <a:pt x="2154" y="711"/>
                    <a:pt x="1565" y="1"/>
                    <a:pt x="1040" y="1"/>
                  </a:cubicBezTo>
                  <a:close/>
                </a:path>
              </a:pathLst>
            </a:custGeom>
            <a:solidFill>
              <a:srgbClr val="E2A76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3" name="Google Shape;873;p26"/>
            <p:cNvSpPr/>
            <p:nvPr/>
          </p:nvSpPr>
          <p:spPr>
            <a:xfrm>
              <a:off x="3920893" y="3438876"/>
              <a:ext cx="95887" cy="42887"/>
            </a:xfrm>
            <a:custGeom>
              <a:avLst/>
              <a:gdLst/>
              <a:ahLst/>
              <a:cxnLst/>
              <a:rect l="l" t="t" r="r" b="b"/>
              <a:pathLst>
                <a:path w="2996" h="1340" extrusionOk="0">
                  <a:moveTo>
                    <a:pt x="2761" y="0"/>
                  </a:moveTo>
                  <a:cubicBezTo>
                    <a:pt x="2702" y="0"/>
                    <a:pt x="2627" y="38"/>
                    <a:pt x="2538" y="127"/>
                  </a:cubicBezTo>
                  <a:cubicBezTo>
                    <a:pt x="2313" y="377"/>
                    <a:pt x="1791" y="628"/>
                    <a:pt x="1191" y="628"/>
                  </a:cubicBezTo>
                  <a:cubicBezTo>
                    <a:pt x="1032" y="628"/>
                    <a:pt x="867" y="610"/>
                    <a:pt x="701" y="570"/>
                  </a:cubicBezTo>
                  <a:cubicBezTo>
                    <a:pt x="627" y="550"/>
                    <a:pt x="559" y="540"/>
                    <a:pt x="497" y="540"/>
                  </a:cubicBezTo>
                  <a:cubicBezTo>
                    <a:pt x="89" y="540"/>
                    <a:pt x="0" y="956"/>
                    <a:pt x="606" y="1204"/>
                  </a:cubicBezTo>
                  <a:cubicBezTo>
                    <a:pt x="858" y="1292"/>
                    <a:pt x="1156" y="1340"/>
                    <a:pt x="1448" y="1340"/>
                  </a:cubicBezTo>
                  <a:cubicBezTo>
                    <a:pt x="1890" y="1340"/>
                    <a:pt x="2322" y="1230"/>
                    <a:pt x="2570" y="982"/>
                  </a:cubicBezTo>
                  <a:cubicBezTo>
                    <a:pt x="2975" y="602"/>
                    <a:pt x="2995" y="0"/>
                    <a:pt x="2761" y="0"/>
                  </a:cubicBezTo>
                  <a:close/>
                </a:path>
              </a:pathLst>
            </a:custGeom>
            <a:solidFill>
              <a:srgbClr val="E2A76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4" name="Google Shape;874;p26"/>
            <p:cNvSpPr/>
            <p:nvPr/>
          </p:nvSpPr>
          <p:spPr>
            <a:xfrm>
              <a:off x="3781159" y="3277475"/>
              <a:ext cx="132789" cy="84397"/>
            </a:xfrm>
            <a:custGeom>
              <a:avLst/>
              <a:gdLst/>
              <a:ahLst/>
              <a:cxnLst/>
              <a:rect l="l" t="t" r="r" b="b"/>
              <a:pathLst>
                <a:path w="4149" h="2637" extrusionOk="0">
                  <a:moveTo>
                    <a:pt x="2818" y="0"/>
                  </a:moveTo>
                  <a:cubicBezTo>
                    <a:pt x="2492" y="0"/>
                    <a:pt x="2154" y="177"/>
                    <a:pt x="1520" y="388"/>
                  </a:cubicBezTo>
                  <a:cubicBezTo>
                    <a:pt x="665" y="705"/>
                    <a:pt x="0" y="2130"/>
                    <a:pt x="0" y="2130"/>
                  </a:cubicBezTo>
                  <a:cubicBezTo>
                    <a:pt x="0" y="2130"/>
                    <a:pt x="855" y="2636"/>
                    <a:pt x="1520" y="2636"/>
                  </a:cubicBezTo>
                  <a:cubicBezTo>
                    <a:pt x="2217" y="2636"/>
                    <a:pt x="3294" y="2636"/>
                    <a:pt x="3706" y="1686"/>
                  </a:cubicBezTo>
                  <a:cubicBezTo>
                    <a:pt x="4149" y="768"/>
                    <a:pt x="3642" y="230"/>
                    <a:pt x="3167" y="71"/>
                  </a:cubicBezTo>
                  <a:cubicBezTo>
                    <a:pt x="3044" y="22"/>
                    <a:pt x="2932" y="0"/>
                    <a:pt x="2818" y="0"/>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5" name="Google Shape;875;p26"/>
            <p:cNvSpPr/>
            <p:nvPr/>
          </p:nvSpPr>
          <p:spPr>
            <a:xfrm>
              <a:off x="3833871" y="3283780"/>
              <a:ext cx="57801" cy="57833"/>
            </a:xfrm>
            <a:custGeom>
              <a:avLst/>
              <a:gdLst/>
              <a:ahLst/>
              <a:cxnLst/>
              <a:rect l="l" t="t" r="r" b="b"/>
              <a:pathLst>
                <a:path w="1806" h="1807" extrusionOk="0">
                  <a:moveTo>
                    <a:pt x="887" y="1"/>
                  </a:moveTo>
                  <a:cubicBezTo>
                    <a:pt x="412" y="1"/>
                    <a:pt x="0" y="413"/>
                    <a:pt x="0" y="888"/>
                  </a:cubicBezTo>
                  <a:cubicBezTo>
                    <a:pt x="0" y="1394"/>
                    <a:pt x="412" y="1806"/>
                    <a:pt x="887" y="1806"/>
                  </a:cubicBezTo>
                  <a:cubicBezTo>
                    <a:pt x="1394" y="1806"/>
                    <a:pt x="1805" y="1394"/>
                    <a:pt x="1805" y="888"/>
                  </a:cubicBezTo>
                  <a:cubicBezTo>
                    <a:pt x="1805" y="381"/>
                    <a:pt x="1394" y="1"/>
                    <a:pt x="887" y="1"/>
                  </a:cubicBezTo>
                  <a:close/>
                </a:path>
              </a:pathLst>
            </a:custGeom>
            <a:solidFill>
              <a:srgbClr val="43AED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6" name="Google Shape;876;p26"/>
            <p:cNvSpPr/>
            <p:nvPr/>
          </p:nvSpPr>
          <p:spPr>
            <a:xfrm>
              <a:off x="3775078" y="3272738"/>
              <a:ext cx="129588" cy="92174"/>
            </a:xfrm>
            <a:custGeom>
              <a:avLst/>
              <a:gdLst/>
              <a:ahLst/>
              <a:cxnLst/>
              <a:rect l="l" t="t" r="r" b="b"/>
              <a:pathLst>
                <a:path w="4049" h="2880" extrusionOk="0">
                  <a:moveTo>
                    <a:pt x="2978" y="0"/>
                  </a:moveTo>
                  <a:cubicBezTo>
                    <a:pt x="1730" y="0"/>
                    <a:pt x="421" y="1313"/>
                    <a:pt x="0" y="2278"/>
                  </a:cubicBezTo>
                  <a:cubicBezTo>
                    <a:pt x="317" y="2721"/>
                    <a:pt x="1109" y="2848"/>
                    <a:pt x="1457" y="2879"/>
                  </a:cubicBezTo>
                  <a:cubicBezTo>
                    <a:pt x="1837" y="2879"/>
                    <a:pt x="1552" y="2689"/>
                    <a:pt x="1457" y="2689"/>
                  </a:cubicBezTo>
                  <a:cubicBezTo>
                    <a:pt x="824" y="2594"/>
                    <a:pt x="507" y="2436"/>
                    <a:pt x="317" y="2246"/>
                  </a:cubicBezTo>
                  <a:cubicBezTo>
                    <a:pt x="872" y="1263"/>
                    <a:pt x="1968" y="340"/>
                    <a:pt x="3063" y="340"/>
                  </a:cubicBezTo>
                  <a:cubicBezTo>
                    <a:pt x="3344" y="340"/>
                    <a:pt x="3624" y="400"/>
                    <a:pt x="3896" y="536"/>
                  </a:cubicBezTo>
                  <a:cubicBezTo>
                    <a:pt x="3904" y="539"/>
                    <a:pt x="3912" y="540"/>
                    <a:pt x="3920" y="540"/>
                  </a:cubicBezTo>
                  <a:cubicBezTo>
                    <a:pt x="4001" y="540"/>
                    <a:pt x="4048" y="404"/>
                    <a:pt x="3991" y="346"/>
                  </a:cubicBezTo>
                  <a:cubicBezTo>
                    <a:pt x="3672" y="103"/>
                    <a:pt x="3327" y="0"/>
                    <a:pt x="2978" y="0"/>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7" name="Google Shape;877;p26"/>
            <p:cNvSpPr/>
            <p:nvPr/>
          </p:nvSpPr>
          <p:spPr>
            <a:xfrm>
              <a:off x="3848049" y="3298982"/>
              <a:ext cx="28420" cy="27396"/>
            </a:xfrm>
            <a:custGeom>
              <a:avLst/>
              <a:gdLst/>
              <a:ahLst/>
              <a:cxnLst/>
              <a:rect l="l" t="t" r="r" b="b"/>
              <a:pathLst>
                <a:path w="888" h="856" extrusionOk="0">
                  <a:moveTo>
                    <a:pt x="444" y="1"/>
                  </a:moveTo>
                  <a:cubicBezTo>
                    <a:pt x="222" y="1"/>
                    <a:pt x="0" y="191"/>
                    <a:pt x="0" y="413"/>
                  </a:cubicBezTo>
                  <a:cubicBezTo>
                    <a:pt x="0" y="666"/>
                    <a:pt x="222" y="856"/>
                    <a:pt x="444" y="856"/>
                  </a:cubicBezTo>
                  <a:cubicBezTo>
                    <a:pt x="697" y="856"/>
                    <a:pt x="887" y="666"/>
                    <a:pt x="887" y="413"/>
                  </a:cubicBezTo>
                  <a:cubicBezTo>
                    <a:pt x="887" y="191"/>
                    <a:pt x="697" y="1"/>
                    <a:pt x="444" y="1"/>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8" name="Google Shape;878;p26"/>
            <p:cNvSpPr/>
            <p:nvPr/>
          </p:nvSpPr>
          <p:spPr>
            <a:xfrm>
              <a:off x="3851090" y="3287844"/>
              <a:ext cx="22339" cy="21315"/>
            </a:xfrm>
            <a:custGeom>
              <a:avLst/>
              <a:gdLst/>
              <a:ahLst/>
              <a:cxnLst/>
              <a:rect l="l" t="t" r="r" b="b"/>
              <a:pathLst>
                <a:path w="698" h="666" extrusionOk="0">
                  <a:moveTo>
                    <a:pt x="349" y="1"/>
                  </a:moveTo>
                  <a:cubicBezTo>
                    <a:pt x="159" y="1"/>
                    <a:pt x="0" y="159"/>
                    <a:pt x="0" y="349"/>
                  </a:cubicBezTo>
                  <a:cubicBezTo>
                    <a:pt x="0" y="539"/>
                    <a:pt x="159" y="666"/>
                    <a:pt x="349" y="666"/>
                  </a:cubicBezTo>
                  <a:cubicBezTo>
                    <a:pt x="539" y="666"/>
                    <a:pt x="697" y="539"/>
                    <a:pt x="697" y="349"/>
                  </a:cubicBezTo>
                  <a:cubicBezTo>
                    <a:pt x="697" y="159"/>
                    <a:pt x="539" y="1"/>
                    <a:pt x="349" y="1"/>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79" name="Google Shape;879;p26"/>
            <p:cNvSpPr/>
            <p:nvPr/>
          </p:nvSpPr>
          <p:spPr>
            <a:xfrm>
              <a:off x="3993000" y="3279331"/>
              <a:ext cx="97327" cy="78540"/>
            </a:xfrm>
            <a:custGeom>
              <a:avLst/>
              <a:gdLst/>
              <a:ahLst/>
              <a:cxnLst/>
              <a:rect l="l" t="t" r="r" b="b"/>
              <a:pathLst>
                <a:path w="3041" h="2454" extrusionOk="0">
                  <a:moveTo>
                    <a:pt x="1021" y="1"/>
                  </a:moveTo>
                  <a:cubicBezTo>
                    <a:pt x="832" y="1"/>
                    <a:pt x="654" y="53"/>
                    <a:pt x="475" y="172"/>
                  </a:cubicBezTo>
                  <a:cubicBezTo>
                    <a:pt x="475" y="172"/>
                    <a:pt x="0" y="520"/>
                    <a:pt x="127" y="1407"/>
                  </a:cubicBezTo>
                  <a:cubicBezTo>
                    <a:pt x="203" y="2094"/>
                    <a:pt x="647" y="2454"/>
                    <a:pt x="1230" y="2454"/>
                  </a:cubicBezTo>
                  <a:cubicBezTo>
                    <a:pt x="1372" y="2454"/>
                    <a:pt x="1523" y="2432"/>
                    <a:pt x="1679" y="2388"/>
                  </a:cubicBezTo>
                  <a:cubicBezTo>
                    <a:pt x="2439" y="2167"/>
                    <a:pt x="3040" y="1628"/>
                    <a:pt x="3040" y="1628"/>
                  </a:cubicBezTo>
                  <a:cubicBezTo>
                    <a:pt x="3040" y="1628"/>
                    <a:pt x="2755" y="710"/>
                    <a:pt x="2090" y="362"/>
                  </a:cubicBezTo>
                  <a:cubicBezTo>
                    <a:pt x="1675" y="144"/>
                    <a:pt x="1334" y="1"/>
                    <a:pt x="1021" y="1"/>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0" name="Google Shape;880;p26"/>
            <p:cNvSpPr/>
            <p:nvPr/>
          </p:nvSpPr>
          <p:spPr>
            <a:xfrm>
              <a:off x="4008202" y="3280739"/>
              <a:ext cx="57801" cy="57833"/>
            </a:xfrm>
            <a:custGeom>
              <a:avLst/>
              <a:gdLst/>
              <a:ahLst/>
              <a:cxnLst/>
              <a:rect l="l" t="t" r="r" b="b"/>
              <a:pathLst>
                <a:path w="1806" h="1807" extrusionOk="0">
                  <a:moveTo>
                    <a:pt x="919" y="1"/>
                  </a:moveTo>
                  <a:cubicBezTo>
                    <a:pt x="412" y="1"/>
                    <a:pt x="0" y="413"/>
                    <a:pt x="0" y="919"/>
                  </a:cubicBezTo>
                  <a:cubicBezTo>
                    <a:pt x="0" y="1426"/>
                    <a:pt x="412" y="1806"/>
                    <a:pt x="919" y="1806"/>
                  </a:cubicBezTo>
                  <a:cubicBezTo>
                    <a:pt x="1394" y="1806"/>
                    <a:pt x="1805" y="1426"/>
                    <a:pt x="1805" y="919"/>
                  </a:cubicBezTo>
                  <a:cubicBezTo>
                    <a:pt x="1805" y="413"/>
                    <a:pt x="1394" y="1"/>
                    <a:pt x="919" y="1"/>
                  </a:cubicBezTo>
                  <a:close/>
                </a:path>
              </a:pathLst>
            </a:custGeom>
            <a:solidFill>
              <a:srgbClr val="43AED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1" name="Google Shape;881;p26"/>
            <p:cNvSpPr/>
            <p:nvPr/>
          </p:nvSpPr>
          <p:spPr>
            <a:xfrm>
              <a:off x="4023405" y="3295942"/>
              <a:ext cx="27396" cy="28420"/>
            </a:xfrm>
            <a:custGeom>
              <a:avLst/>
              <a:gdLst/>
              <a:ahLst/>
              <a:cxnLst/>
              <a:rect l="l" t="t" r="r" b="b"/>
              <a:pathLst>
                <a:path w="856" h="888" extrusionOk="0">
                  <a:moveTo>
                    <a:pt x="412" y="1"/>
                  </a:moveTo>
                  <a:cubicBezTo>
                    <a:pt x="190" y="1"/>
                    <a:pt x="0" y="191"/>
                    <a:pt x="0" y="444"/>
                  </a:cubicBezTo>
                  <a:cubicBezTo>
                    <a:pt x="0" y="698"/>
                    <a:pt x="190" y="888"/>
                    <a:pt x="412" y="888"/>
                  </a:cubicBezTo>
                  <a:cubicBezTo>
                    <a:pt x="665" y="888"/>
                    <a:pt x="855" y="698"/>
                    <a:pt x="855" y="444"/>
                  </a:cubicBezTo>
                  <a:cubicBezTo>
                    <a:pt x="855" y="191"/>
                    <a:pt x="665" y="1"/>
                    <a:pt x="412" y="1"/>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2" name="Google Shape;882;p26"/>
            <p:cNvSpPr/>
            <p:nvPr/>
          </p:nvSpPr>
          <p:spPr>
            <a:xfrm>
              <a:off x="4020364" y="3284804"/>
              <a:ext cx="22307" cy="22339"/>
            </a:xfrm>
            <a:custGeom>
              <a:avLst/>
              <a:gdLst/>
              <a:ahLst/>
              <a:cxnLst/>
              <a:rect l="l" t="t" r="r" b="b"/>
              <a:pathLst>
                <a:path w="697" h="698" extrusionOk="0">
                  <a:moveTo>
                    <a:pt x="349" y="1"/>
                  </a:moveTo>
                  <a:cubicBezTo>
                    <a:pt x="159" y="1"/>
                    <a:pt x="0" y="159"/>
                    <a:pt x="0" y="349"/>
                  </a:cubicBezTo>
                  <a:cubicBezTo>
                    <a:pt x="0" y="539"/>
                    <a:pt x="159" y="697"/>
                    <a:pt x="349" y="697"/>
                  </a:cubicBezTo>
                  <a:cubicBezTo>
                    <a:pt x="539" y="697"/>
                    <a:pt x="697" y="539"/>
                    <a:pt x="697" y="349"/>
                  </a:cubicBezTo>
                  <a:cubicBezTo>
                    <a:pt x="697" y="159"/>
                    <a:pt x="539" y="1"/>
                    <a:pt x="349" y="1"/>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3" name="Google Shape;883;p26"/>
            <p:cNvSpPr/>
            <p:nvPr/>
          </p:nvSpPr>
          <p:spPr>
            <a:xfrm>
              <a:off x="3999209" y="3274562"/>
              <a:ext cx="92110" cy="76620"/>
            </a:xfrm>
            <a:custGeom>
              <a:avLst/>
              <a:gdLst/>
              <a:ahLst/>
              <a:cxnLst/>
              <a:rect l="l" t="t" r="r" b="b"/>
              <a:pathLst>
                <a:path w="2878" h="2394" extrusionOk="0">
                  <a:moveTo>
                    <a:pt x="979" y="0"/>
                  </a:moveTo>
                  <a:cubicBezTo>
                    <a:pt x="947" y="0"/>
                    <a:pt x="915" y="2"/>
                    <a:pt x="883" y="4"/>
                  </a:cubicBezTo>
                  <a:cubicBezTo>
                    <a:pt x="630" y="36"/>
                    <a:pt x="281" y="99"/>
                    <a:pt x="91" y="321"/>
                  </a:cubicBezTo>
                  <a:cubicBezTo>
                    <a:pt x="0" y="411"/>
                    <a:pt x="7" y="486"/>
                    <a:pt x="88" y="486"/>
                  </a:cubicBezTo>
                  <a:cubicBezTo>
                    <a:pt x="120" y="486"/>
                    <a:pt x="164" y="474"/>
                    <a:pt x="218" y="447"/>
                  </a:cubicBezTo>
                  <a:cubicBezTo>
                    <a:pt x="294" y="409"/>
                    <a:pt x="590" y="279"/>
                    <a:pt x="952" y="279"/>
                  </a:cubicBezTo>
                  <a:cubicBezTo>
                    <a:pt x="1189" y="279"/>
                    <a:pt x="1455" y="335"/>
                    <a:pt x="1706" y="511"/>
                  </a:cubicBezTo>
                  <a:cubicBezTo>
                    <a:pt x="1991" y="732"/>
                    <a:pt x="2530" y="1302"/>
                    <a:pt x="2656" y="1651"/>
                  </a:cubicBezTo>
                  <a:cubicBezTo>
                    <a:pt x="2466" y="2031"/>
                    <a:pt x="2340" y="2062"/>
                    <a:pt x="2023" y="2221"/>
                  </a:cubicBezTo>
                  <a:cubicBezTo>
                    <a:pt x="1917" y="2274"/>
                    <a:pt x="1922" y="2394"/>
                    <a:pt x="2020" y="2394"/>
                  </a:cubicBezTo>
                  <a:cubicBezTo>
                    <a:pt x="2038" y="2394"/>
                    <a:pt x="2061" y="2389"/>
                    <a:pt x="2086" y="2379"/>
                  </a:cubicBezTo>
                  <a:cubicBezTo>
                    <a:pt x="2530" y="2221"/>
                    <a:pt x="2846" y="1967"/>
                    <a:pt x="2878" y="1587"/>
                  </a:cubicBezTo>
                  <a:cubicBezTo>
                    <a:pt x="2751" y="1112"/>
                    <a:pt x="2403" y="764"/>
                    <a:pt x="2055" y="447"/>
                  </a:cubicBezTo>
                  <a:cubicBezTo>
                    <a:pt x="1761" y="183"/>
                    <a:pt x="1386" y="0"/>
                    <a:pt x="979" y="0"/>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4" name="Google Shape;884;p26"/>
            <p:cNvSpPr/>
            <p:nvPr/>
          </p:nvSpPr>
          <p:spPr>
            <a:xfrm rot="-10176184">
              <a:off x="3738608" y="3200816"/>
              <a:ext cx="183458" cy="90521"/>
            </a:xfrm>
            <a:custGeom>
              <a:avLst/>
              <a:gdLst/>
              <a:ahLst/>
              <a:cxnLst/>
              <a:rect l="l" t="t" r="r" b="b"/>
              <a:pathLst>
                <a:path w="5733" h="2828" extrusionOk="0">
                  <a:moveTo>
                    <a:pt x="5669" y="1"/>
                  </a:moveTo>
                  <a:lnTo>
                    <a:pt x="5669" y="1"/>
                  </a:lnTo>
                  <a:cubicBezTo>
                    <a:pt x="5163" y="507"/>
                    <a:pt x="4371" y="1394"/>
                    <a:pt x="3706" y="1837"/>
                  </a:cubicBezTo>
                  <a:cubicBezTo>
                    <a:pt x="3262" y="2122"/>
                    <a:pt x="2724" y="2281"/>
                    <a:pt x="2154" y="2344"/>
                  </a:cubicBezTo>
                  <a:cubicBezTo>
                    <a:pt x="1871" y="2358"/>
                    <a:pt x="1575" y="2372"/>
                    <a:pt x="1278" y="2372"/>
                  </a:cubicBezTo>
                  <a:cubicBezTo>
                    <a:pt x="910" y="2372"/>
                    <a:pt x="541" y="2351"/>
                    <a:pt x="191" y="2281"/>
                  </a:cubicBezTo>
                  <a:cubicBezTo>
                    <a:pt x="64" y="2281"/>
                    <a:pt x="1" y="2376"/>
                    <a:pt x="127" y="2471"/>
                  </a:cubicBezTo>
                  <a:cubicBezTo>
                    <a:pt x="571" y="2740"/>
                    <a:pt x="1125" y="2827"/>
                    <a:pt x="1679" y="2827"/>
                  </a:cubicBezTo>
                  <a:cubicBezTo>
                    <a:pt x="2233" y="2827"/>
                    <a:pt x="2787" y="2740"/>
                    <a:pt x="3231" y="2661"/>
                  </a:cubicBezTo>
                  <a:cubicBezTo>
                    <a:pt x="4371" y="2471"/>
                    <a:pt x="5163" y="2154"/>
                    <a:pt x="5733" y="887"/>
                  </a:cubicBezTo>
                  <a:lnTo>
                    <a:pt x="5733" y="887"/>
                  </a:lnTo>
                  <a:cubicBezTo>
                    <a:pt x="5562" y="1029"/>
                    <a:pt x="5417" y="1146"/>
                    <a:pt x="5252" y="1260"/>
                  </a:cubicBezTo>
                  <a:lnTo>
                    <a:pt x="5252" y="1260"/>
                  </a:lnTo>
                  <a:cubicBezTo>
                    <a:pt x="5463" y="934"/>
                    <a:pt x="5639" y="365"/>
                    <a:pt x="5669" y="1"/>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5" name="Google Shape;885;p26"/>
            <p:cNvSpPr/>
            <p:nvPr/>
          </p:nvSpPr>
          <p:spPr>
            <a:xfrm rot="10112713">
              <a:off x="4002711" y="3221517"/>
              <a:ext cx="120640" cy="78585"/>
            </a:xfrm>
            <a:custGeom>
              <a:avLst/>
              <a:gdLst/>
              <a:ahLst/>
              <a:cxnLst/>
              <a:rect l="l" t="t" r="r" b="b"/>
              <a:pathLst>
                <a:path w="3770" h="2455" extrusionOk="0">
                  <a:moveTo>
                    <a:pt x="222" y="1"/>
                  </a:moveTo>
                  <a:cubicBezTo>
                    <a:pt x="221" y="1"/>
                    <a:pt x="222" y="3"/>
                    <a:pt x="224" y="6"/>
                  </a:cubicBezTo>
                  <a:lnTo>
                    <a:pt x="224" y="6"/>
                  </a:lnTo>
                  <a:cubicBezTo>
                    <a:pt x="223" y="3"/>
                    <a:pt x="222" y="1"/>
                    <a:pt x="222" y="1"/>
                  </a:cubicBezTo>
                  <a:close/>
                  <a:moveTo>
                    <a:pt x="224" y="6"/>
                  </a:moveTo>
                  <a:lnTo>
                    <a:pt x="224" y="6"/>
                  </a:lnTo>
                  <a:cubicBezTo>
                    <a:pt x="236" y="71"/>
                    <a:pt x="359" y="676"/>
                    <a:pt x="539" y="856"/>
                  </a:cubicBezTo>
                  <a:cubicBezTo>
                    <a:pt x="412" y="792"/>
                    <a:pt x="191" y="634"/>
                    <a:pt x="1" y="539"/>
                  </a:cubicBezTo>
                  <a:lnTo>
                    <a:pt x="1" y="539"/>
                  </a:lnTo>
                  <a:cubicBezTo>
                    <a:pt x="254" y="1299"/>
                    <a:pt x="1173" y="2091"/>
                    <a:pt x="2091" y="2344"/>
                  </a:cubicBezTo>
                  <a:cubicBezTo>
                    <a:pt x="2380" y="2406"/>
                    <a:pt x="2857" y="2455"/>
                    <a:pt x="3207" y="2455"/>
                  </a:cubicBezTo>
                  <a:cubicBezTo>
                    <a:pt x="3394" y="2455"/>
                    <a:pt x="3545" y="2441"/>
                    <a:pt x="3611" y="2408"/>
                  </a:cubicBezTo>
                  <a:cubicBezTo>
                    <a:pt x="3706" y="2376"/>
                    <a:pt x="3769" y="2249"/>
                    <a:pt x="3611" y="2218"/>
                  </a:cubicBezTo>
                  <a:cubicBezTo>
                    <a:pt x="3263" y="2186"/>
                    <a:pt x="2851" y="2091"/>
                    <a:pt x="2249" y="1869"/>
                  </a:cubicBezTo>
                  <a:cubicBezTo>
                    <a:pt x="1394" y="1533"/>
                    <a:pt x="273" y="107"/>
                    <a:pt x="224" y="6"/>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6" name="Google Shape;886;p26"/>
            <p:cNvSpPr/>
            <p:nvPr/>
          </p:nvSpPr>
          <p:spPr>
            <a:xfrm rot="-10045970">
              <a:off x="3864828" y="3533254"/>
              <a:ext cx="95741" cy="41263"/>
            </a:xfrm>
            <a:custGeom>
              <a:avLst/>
              <a:gdLst/>
              <a:ahLst/>
              <a:cxnLst/>
              <a:rect l="l" t="t" r="r" b="b"/>
              <a:pathLst>
                <a:path w="2992" h="1289" extrusionOk="0">
                  <a:moveTo>
                    <a:pt x="2013" y="0"/>
                  </a:moveTo>
                  <a:cubicBezTo>
                    <a:pt x="1242" y="0"/>
                    <a:pt x="374" y="432"/>
                    <a:pt x="78" y="978"/>
                  </a:cubicBezTo>
                  <a:cubicBezTo>
                    <a:pt x="1" y="1133"/>
                    <a:pt x="50" y="1288"/>
                    <a:pt x="157" y="1288"/>
                  </a:cubicBezTo>
                  <a:cubicBezTo>
                    <a:pt x="181" y="1288"/>
                    <a:pt x="207" y="1281"/>
                    <a:pt x="236" y="1263"/>
                  </a:cubicBezTo>
                  <a:cubicBezTo>
                    <a:pt x="648" y="915"/>
                    <a:pt x="870" y="725"/>
                    <a:pt x="1440" y="567"/>
                  </a:cubicBezTo>
                  <a:cubicBezTo>
                    <a:pt x="1714" y="482"/>
                    <a:pt x="2003" y="454"/>
                    <a:pt x="2287" y="454"/>
                  </a:cubicBezTo>
                  <a:cubicBezTo>
                    <a:pt x="2429" y="454"/>
                    <a:pt x="2569" y="461"/>
                    <a:pt x="2707" y="472"/>
                  </a:cubicBezTo>
                  <a:cubicBezTo>
                    <a:pt x="2928" y="472"/>
                    <a:pt x="2992" y="313"/>
                    <a:pt x="2833" y="218"/>
                  </a:cubicBezTo>
                  <a:cubicBezTo>
                    <a:pt x="2602" y="67"/>
                    <a:pt x="2315" y="0"/>
                    <a:pt x="2013" y="0"/>
                  </a:cubicBezTo>
                  <a:close/>
                </a:path>
              </a:pathLst>
            </a:custGeom>
            <a:solidFill>
              <a:srgbClr val="E2A76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7" name="Google Shape;887;p26"/>
            <p:cNvSpPr/>
            <p:nvPr/>
          </p:nvSpPr>
          <p:spPr>
            <a:xfrm>
              <a:off x="3292603" y="3704421"/>
              <a:ext cx="882858" cy="715536"/>
            </a:xfrm>
            <a:custGeom>
              <a:avLst/>
              <a:gdLst/>
              <a:ahLst/>
              <a:cxnLst/>
              <a:rect l="l" t="t" r="r" b="b"/>
              <a:pathLst>
                <a:path w="27585" h="22357" extrusionOk="0">
                  <a:moveTo>
                    <a:pt x="11718" y="1"/>
                  </a:moveTo>
                  <a:cubicBezTo>
                    <a:pt x="11718" y="1"/>
                    <a:pt x="7665" y="761"/>
                    <a:pt x="6145" y="1267"/>
                  </a:cubicBezTo>
                  <a:cubicBezTo>
                    <a:pt x="5543" y="1489"/>
                    <a:pt x="3136" y="2186"/>
                    <a:pt x="1869" y="5004"/>
                  </a:cubicBezTo>
                  <a:cubicBezTo>
                    <a:pt x="1363" y="6113"/>
                    <a:pt x="412" y="7823"/>
                    <a:pt x="1" y="8963"/>
                  </a:cubicBezTo>
                  <a:cubicBezTo>
                    <a:pt x="761" y="9913"/>
                    <a:pt x="2344" y="10768"/>
                    <a:pt x="3611" y="11591"/>
                  </a:cubicBezTo>
                  <a:cubicBezTo>
                    <a:pt x="3959" y="10166"/>
                    <a:pt x="4244" y="8519"/>
                    <a:pt x="4498" y="7728"/>
                  </a:cubicBezTo>
                  <a:cubicBezTo>
                    <a:pt x="5258" y="5638"/>
                    <a:pt x="6968" y="4086"/>
                    <a:pt x="6968" y="4086"/>
                  </a:cubicBezTo>
                  <a:cubicBezTo>
                    <a:pt x="6968" y="4086"/>
                    <a:pt x="7950" y="6651"/>
                    <a:pt x="8140" y="10230"/>
                  </a:cubicBezTo>
                  <a:cubicBezTo>
                    <a:pt x="8266" y="13143"/>
                    <a:pt x="8140" y="19604"/>
                    <a:pt x="11623" y="21662"/>
                  </a:cubicBezTo>
                  <a:cubicBezTo>
                    <a:pt x="12477" y="22167"/>
                    <a:pt x="13614" y="22356"/>
                    <a:pt x="14839" y="22356"/>
                  </a:cubicBezTo>
                  <a:cubicBezTo>
                    <a:pt x="17614" y="22356"/>
                    <a:pt x="20846" y="21385"/>
                    <a:pt x="22296" y="20902"/>
                  </a:cubicBezTo>
                  <a:cubicBezTo>
                    <a:pt x="21789" y="15930"/>
                    <a:pt x="21726" y="12066"/>
                    <a:pt x="21789" y="9723"/>
                  </a:cubicBezTo>
                  <a:lnTo>
                    <a:pt x="21789" y="9723"/>
                  </a:lnTo>
                  <a:cubicBezTo>
                    <a:pt x="22232" y="10958"/>
                    <a:pt x="22011" y="10356"/>
                    <a:pt x="22359" y="11180"/>
                  </a:cubicBezTo>
                  <a:cubicBezTo>
                    <a:pt x="23418" y="8948"/>
                    <a:pt x="25975" y="5580"/>
                    <a:pt x="27230" y="5580"/>
                  </a:cubicBezTo>
                  <a:cubicBezTo>
                    <a:pt x="27364" y="5580"/>
                    <a:pt x="27484" y="5618"/>
                    <a:pt x="27585" y="5701"/>
                  </a:cubicBezTo>
                  <a:cubicBezTo>
                    <a:pt x="27458" y="3389"/>
                    <a:pt x="25526" y="4529"/>
                    <a:pt x="24386" y="3136"/>
                  </a:cubicBezTo>
                  <a:cubicBezTo>
                    <a:pt x="22739" y="1109"/>
                    <a:pt x="18717" y="476"/>
                    <a:pt x="15930" y="32"/>
                  </a:cubicBezTo>
                  <a:lnTo>
                    <a:pt x="15930" y="32"/>
                  </a:lnTo>
                  <a:cubicBezTo>
                    <a:pt x="16038" y="783"/>
                    <a:pt x="15066" y="1443"/>
                    <a:pt x="13982" y="1443"/>
                  </a:cubicBezTo>
                  <a:cubicBezTo>
                    <a:pt x="13146" y="1443"/>
                    <a:pt x="12243" y="1049"/>
                    <a:pt x="11718" y="1"/>
                  </a:cubicBezTo>
                  <a:close/>
                </a:path>
              </a:pathLst>
            </a:custGeom>
            <a:solidFill>
              <a:srgbClr val="43AED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8" name="Google Shape;888;p26"/>
            <p:cNvSpPr/>
            <p:nvPr/>
          </p:nvSpPr>
          <p:spPr>
            <a:xfrm>
              <a:off x="3388906" y="3835162"/>
              <a:ext cx="634531" cy="770360"/>
            </a:xfrm>
            <a:custGeom>
              <a:avLst/>
              <a:gdLst/>
              <a:ahLst/>
              <a:cxnLst/>
              <a:rect l="l" t="t" r="r" b="b"/>
              <a:pathLst>
                <a:path w="19826" h="24070" extrusionOk="0">
                  <a:moveTo>
                    <a:pt x="3991" y="1"/>
                  </a:moveTo>
                  <a:cubicBezTo>
                    <a:pt x="3991" y="1"/>
                    <a:pt x="2312" y="1331"/>
                    <a:pt x="1362" y="3643"/>
                  </a:cubicBezTo>
                  <a:cubicBezTo>
                    <a:pt x="1014" y="4434"/>
                    <a:pt x="349" y="5670"/>
                    <a:pt x="0" y="7095"/>
                  </a:cubicBezTo>
                  <a:cubicBezTo>
                    <a:pt x="634" y="7570"/>
                    <a:pt x="1679" y="8140"/>
                    <a:pt x="2407" y="8393"/>
                  </a:cubicBezTo>
                  <a:cubicBezTo>
                    <a:pt x="2787" y="7601"/>
                    <a:pt x="2787" y="7601"/>
                    <a:pt x="3326" y="6366"/>
                  </a:cubicBezTo>
                  <a:lnTo>
                    <a:pt x="3326" y="6366"/>
                  </a:lnTo>
                  <a:cubicBezTo>
                    <a:pt x="3421" y="8741"/>
                    <a:pt x="2534" y="18084"/>
                    <a:pt x="4402" y="22422"/>
                  </a:cubicBezTo>
                  <a:cubicBezTo>
                    <a:pt x="4402" y="22422"/>
                    <a:pt x="8583" y="24069"/>
                    <a:pt x="12605" y="24069"/>
                  </a:cubicBezTo>
                  <a:cubicBezTo>
                    <a:pt x="18748" y="24069"/>
                    <a:pt x="19825" y="20997"/>
                    <a:pt x="19825" y="20997"/>
                  </a:cubicBezTo>
                  <a:cubicBezTo>
                    <a:pt x="19604" y="19541"/>
                    <a:pt x="19445" y="18147"/>
                    <a:pt x="19318" y="16817"/>
                  </a:cubicBezTo>
                  <a:cubicBezTo>
                    <a:pt x="17852" y="17320"/>
                    <a:pt x="14632" y="18277"/>
                    <a:pt x="11862" y="18277"/>
                  </a:cubicBezTo>
                  <a:cubicBezTo>
                    <a:pt x="10624" y="18277"/>
                    <a:pt x="9475" y="18086"/>
                    <a:pt x="8614" y="17577"/>
                  </a:cubicBezTo>
                  <a:cubicBezTo>
                    <a:pt x="5162" y="15550"/>
                    <a:pt x="5289" y="9058"/>
                    <a:pt x="5131" y="6145"/>
                  </a:cubicBezTo>
                  <a:cubicBezTo>
                    <a:pt x="4941" y="2566"/>
                    <a:pt x="3991" y="1"/>
                    <a:pt x="3991" y="1"/>
                  </a:cubicBezTo>
                  <a:close/>
                </a:path>
              </a:pathLst>
            </a:custGeom>
            <a:solidFill>
              <a:srgbClr val="3DA8C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89" name="Google Shape;889;p26"/>
            <p:cNvSpPr/>
            <p:nvPr/>
          </p:nvSpPr>
          <p:spPr>
            <a:xfrm>
              <a:off x="3222672" y="4009493"/>
              <a:ext cx="585211" cy="497230"/>
            </a:xfrm>
            <a:custGeom>
              <a:avLst/>
              <a:gdLst/>
              <a:ahLst/>
              <a:cxnLst/>
              <a:rect l="l" t="t" r="r" b="b"/>
              <a:pathLst>
                <a:path w="18285" h="15536" extrusionOk="0">
                  <a:moveTo>
                    <a:pt x="2787" y="1"/>
                  </a:moveTo>
                  <a:cubicBezTo>
                    <a:pt x="2787" y="1"/>
                    <a:pt x="2122" y="1711"/>
                    <a:pt x="1521" y="3548"/>
                  </a:cubicBezTo>
                  <a:cubicBezTo>
                    <a:pt x="919" y="5385"/>
                    <a:pt x="1" y="7411"/>
                    <a:pt x="317" y="9407"/>
                  </a:cubicBezTo>
                  <a:cubicBezTo>
                    <a:pt x="602" y="11402"/>
                    <a:pt x="982" y="11845"/>
                    <a:pt x="1742" y="12035"/>
                  </a:cubicBezTo>
                  <a:cubicBezTo>
                    <a:pt x="1813" y="12054"/>
                    <a:pt x="1893" y="12062"/>
                    <a:pt x="1980" y="12062"/>
                  </a:cubicBezTo>
                  <a:cubicBezTo>
                    <a:pt x="2483" y="12062"/>
                    <a:pt x="3230" y="11785"/>
                    <a:pt x="3769" y="11623"/>
                  </a:cubicBezTo>
                  <a:cubicBezTo>
                    <a:pt x="4624" y="11338"/>
                    <a:pt x="6081" y="10705"/>
                    <a:pt x="6714" y="10483"/>
                  </a:cubicBezTo>
                  <a:cubicBezTo>
                    <a:pt x="8045" y="9945"/>
                    <a:pt x="10198" y="8615"/>
                    <a:pt x="10198" y="8615"/>
                  </a:cubicBezTo>
                  <a:cubicBezTo>
                    <a:pt x="10198" y="8615"/>
                    <a:pt x="10673" y="10103"/>
                    <a:pt x="11877" y="11117"/>
                  </a:cubicBezTo>
                  <a:cubicBezTo>
                    <a:pt x="13365" y="12352"/>
                    <a:pt x="13048" y="12922"/>
                    <a:pt x="12795" y="14125"/>
                  </a:cubicBezTo>
                  <a:cubicBezTo>
                    <a:pt x="12645" y="14835"/>
                    <a:pt x="12893" y="15259"/>
                    <a:pt x="13206" y="15259"/>
                  </a:cubicBezTo>
                  <a:cubicBezTo>
                    <a:pt x="13423" y="15259"/>
                    <a:pt x="13671" y="15055"/>
                    <a:pt x="13840" y="14600"/>
                  </a:cubicBezTo>
                  <a:cubicBezTo>
                    <a:pt x="14252" y="13523"/>
                    <a:pt x="14410" y="12478"/>
                    <a:pt x="14410" y="12478"/>
                  </a:cubicBezTo>
                  <a:cubicBezTo>
                    <a:pt x="14410" y="12478"/>
                    <a:pt x="14822" y="13777"/>
                    <a:pt x="15107" y="14790"/>
                  </a:cubicBezTo>
                  <a:cubicBezTo>
                    <a:pt x="15228" y="15276"/>
                    <a:pt x="15473" y="15536"/>
                    <a:pt x="15699" y="15536"/>
                  </a:cubicBezTo>
                  <a:cubicBezTo>
                    <a:pt x="15944" y="15536"/>
                    <a:pt x="16167" y="15228"/>
                    <a:pt x="16184" y="14569"/>
                  </a:cubicBezTo>
                  <a:cubicBezTo>
                    <a:pt x="16215" y="13270"/>
                    <a:pt x="15740" y="11750"/>
                    <a:pt x="15740" y="11750"/>
                  </a:cubicBezTo>
                  <a:lnTo>
                    <a:pt x="15740" y="11750"/>
                  </a:lnTo>
                  <a:cubicBezTo>
                    <a:pt x="15740" y="11750"/>
                    <a:pt x="16564" y="12573"/>
                    <a:pt x="17070" y="13587"/>
                  </a:cubicBezTo>
                  <a:cubicBezTo>
                    <a:pt x="17321" y="14074"/>
                    <a:pt x="17634" y="14347"/>
                    <a:pt x="17864" y="14347"/>
                  </a:cubicBezTo>
                  <a:cubicBezTo>
                    <a:pt x="18128" y="14347"/>
                    <a:pt x="18285" y="13987"/>
                    <a:pt x="18115" y="13175"/>
                  </a:cubicBezTo>
                  <a:cubicBezTo>
                    <a:pt x="17799" y="11655"/>
                    <a:pt x="17229" y="10547"/>
                    <a:pt x="16532" y="9533"/>
                  </a:cubicBezTo>
                  <a:cubicBezTo>
                    <a:pt x="15867" y="8520"/>
                    <a:pt x="12922" y="5670"/>
                    <a:pt x="11401" y="5226"/>
                  </a:cubicBezTo>
                  <a:cubicBezTo>
                    <a:pt x="10917" y="5081"/>
                    <a:pt x="10236" y="5030"/>
                    <a:pt x="9525" y="5030"/>
                  </a:cubicBezTo>
                  <a:cubicBezTo>
                    <a:pt x="7913" y="5030"/>
                    <a:pt x="6144" y="5290"/>
                    <a:pt x="6144" y="5290"/>
                  </a:cubicBezTo>
                  <a:lnTo>
                    <a:pt x="6904" y="2661"/>
                  </a:lnTo>
                  <a:lnTo>
                    <a:pt x="2787" y="1"/>
                  </a:lnTo>
                  <a:close/>
                </a:path>
              </a:pathLst>
            </a:custGeom>
            <a:solidFill>
              <a:srgbClr val="F2B872"/>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0" name="Google Shape;890;p26"/>
            <p:cNvSpPr/>
            <p:nvPr/>
          </p:nvSpPr>
          <p:spPr>
            <a:xfrm>
              <a:off x="5145404" y="3476386"/>
              <a:ext cx="450054" cy="193598"/>
            </a:xfrm>
            <a:custGeom>
              <a:avLst/>
              <a:gdLst/>
              <a:ahLst/>
              <a:cxnLst/>
              <a:rect l="l" t="t" r="r" b="b"/>
              <a:pathLst>
                <a:path w="14062" h="6049" extrusionOk="0">
                  <a:moveTo>
                    <a:pt x="2218" y="0"/>
                  </a:moveTo>
                  <a:cubicBezTo>
                    <a:pt x="2186" y="950"/>
                    <a:pt x="2028" y="1963"/>
                    <a:pt x="1616" y="2375"/>
                  </a:cubicBezTo>
                  <a:cubicBezTo>
                    <a:pt x="729" y="3262"/>
                    <a:pt x="1" y="3674"/>
                    <a:pt x="1" y="3674"/>
                  </a:cubicBezTo>
                  <a:cubicBezTo>
                    <a:pt x="1" y="3674"/>
                    <a:pt x="2629" y="5890"/>
                    <a:pt x="6968" y="6049"/>
                  </a:cubicBezTo>
                  <a:lnTo>
                    <a:pt x="7095" y="6049"/>
                  </a:lnTo>
                  <a:cubicBezTo>
                    <a:pt x="11433" y="5890"/>
                    <a:pt x="14062" y="3674"/>
                    <a:pt x="14062" y="3674"/>
                  </a:cubicBezTo>
                  <a:cubicBezTo>
                    <a:pt x="14062" y="3674"/>
                    <a:pt x="13302" y="3262"/>
                    <a:pt x="12415" y="2375"/>
                  </a:cubicBezTo>
                  <a:cubicBezTo>
                    <a:pt x="12225" y="2153"/>
                    <a:pt x="12067" y="1805"/>
                    <a:pt x="11972" y="1362"/>
                  </a:cubicBezTo>
                  <a:cubicBezTo>
                    <a:pt x="11845" y="1425"/>
                    <a:pt x="11687" y="1488"/>
                    <a:pt x="11528" y="1552"/>
                  </a:cubicBezTo>
                  <a:cubicBezTo>
                    <a:pt x="10458" y="2054"/>
                    <a:pt x="9396" y="2251"/>
                    <a:pt x="8388" y="2251"/>
                  </a:cubicBezTo>
                  <a:cubicBezTo>
                    <a:pt x="5581" y="2251"/>
                    <a:pt x="3196" y="722"/>
                    <a:pt x="2218" y="0"/>
                  </a:cubicBezTo>
                  <a:close/>
                </a:path>
              </a:pathLst>
            </a:custGeom>
            <a:solidFill>
              <a:srgbClr val="F2B872"/>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1" name="Google Shape;891;p26"/>
            <p:cNvSpPr/>
            <p:nvPr/>
          </p:nvSpPr>
          <p:spPr>
            <a:xfrm>
              <a:off x="5211302" y="3408471"/>
              <a:ext cx="317266" cy="158009"/>
            </a:xfrm>
            <a:custGeom>
              <a:avLst/>
              <a:gdLst/>
              <a:ahLst/>
              <a:cxnLst/>
              <a:rect l="l" t="t" r="r" b="b"/>
              <a:pathLst>
                <a:path w="9913" h="4937" extrusionOk="0">
                  <a:moveTo>
                    <a:pt x="95" y="0"/>
                  </a:moveTo>
                  <a:cubicBezTo>
                    <a:pt x="95" y="0"/>
                    <a:pt x="159" y="1932"/>
                    <a:pt x="0" y="3547"/>
                  </a:cubicBezTo>
                  <a:cubicBezTo>
                    <a:pt x="699" y="4416"/>
                    <a:pt x="2212" y="4936"/>
                    <a:pt x="4093" y="4936"/>
                  </a:cubicBezTo>
                  <a:cubicBezTo>
                    <a:pt x="5709" y="4936"/>
                    <a:pt x="7596" y="4552"/>
                    <a:pt x="9469" y="3674"/>
                  </a:cubicBezTo>
                  <a:cubicBezTo>
                    <a:pt x="9628" y="3610"/>
                    <a:pt x="9786" y="3547"/>
                    <a:pt x="9913" y="3484"/>
                  </a:cubicBezTo>
                  <a:cubicBezTo>
                    <a:pt x="9628" y="2090"/>
                    <a:pt x="9818" y="0"/>
                    <a:pt x="9818" y="0"/>
                  </a:cubicBezTo>
                  <a:lnTo>
                    <a:pt x="9818" y="0"/>
                  </a:lnTo>
                  <a:lnTo>
                    <a:pt x="4972" y="1235"/>
                  </a:lnTo>
                  <a:lnTo>
                    <a:pt x="95" y="0"/>
                  </a:lnTo>
                  <a:close/>
                </a:path>
              </a:pathLst>
            </a:custGeom>
            <a:solidFill>
              <a:srgbClr val="E2A76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2" name="Google Shape;892;p26"/>
            <p:cNvSpPr/>
            <p:nvPr/>
          </p:nvSpPr>
          <p:spPr>
            <a:xfrm>
              <a:off x="5086643" y="2838846"/>
              <a:ext cx="586876" cy="630466"/>
            </a:xfrm>
            <a:custGeom>
              <a:avLst/>
              <a:gdLst/>
              <a:ahLst/>
              <a:cxnLst/>
              <a:rect l="l" t="t" r="r" b="b"/>
              <a:pathLst>
                <a:path w="18337" h="19699" extrusionOk="0">
                  <a:moveTo>
                    <a:pt x="380" y="0"/>
                  </a:moveTo>
                  <a:cubicBezTo>
                    <a:pt x="380" y="0"/>
                    <a:pt x="0" y="6524"/>
                    <a:pt x="507" y="11686"/>
                  </a:cubicBezTo>
                  <a:cubicBezTo>
                    <a:pt x="855" y="14948"/>
                    <a:pt x="1552" y="16531"/>
                    <a:pt x="2692" y="17450"/>
                  </a:cubicBezTo>
                  <a:cubicBezTo>
                    <a:pt x="4909" y="19223"/>
                    <a:pt x="5954" y="19698"/>
                    <a:pt x="7537" y="19698"/>
                  </a:cubicBezTo>
                  <a:cubicBezTo>
                    <a:pt x="9342" y="19698"/>
                    <a:pt x="11401" y="19350"/>
                    <a:pt x="13713" y="17798"/>
                  </a:cubicBezTo>
                  <a:cubicBezTo>
                    <a:pt x="15075" y="16880"/>
                    <a:pt x="15423" y="16246"/>
                    <a:pt x="15993" y="12414"/>
                  </a:cubicBezTo>
                  <a:cubicBezTo>
                    <a:pt x="16025" y="12129"/>
                    <a:pt x="17735" y="10071"/>
                    <a:pt x="17988" y="9089"/>
                  </a:cubicBezTo>
                  <a:cubicBezTo>
                    <a:pt x="18336" y="7759"/>
                    <a:pt x="17386" y="7284"/>
                    <a:pt x="17576" y="5891"/>
                  </a:cubicBezTo>
                  <a:cubicBezTo>
                    <a:pt x="17988" y="2787"/>
                    <a:pt x="18305" y="159"/>
                    <a:pt x="18305" y="159"/>
                  </a:cubicBezTo>
                  <a:lnTo>
                    <a:pt x="18305" y="159"/>
                  </a:lnTo>
                  <a:lnTo>
                    <a:pt x="8899" y="1520"/>
                  </a:lnTo>
                  <a:lnTo>
                    <a:pt x="380" y="0"/>
                  </a:lnTo>
                  <a:close/>
                </a:path>
              </a:pathLst>
            </a:custGeom>
            <a:solidFill>
              <a:srgbClr val="F2B872"/>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3" name="Google Shape;893;p26"/>
            <p:cNvSpPr/>
            <p:nvPr/>
          </p:nvSpPr>
          <p:spPr>
            <a:xfrm>
              <a:off x="5333946" y="3007320"/>
              <a:ext cx="126708" cy="123443"/>
            </a:xfrm>
            <a:custGeom>
              <a:avLst/>
              <a:gdLst/>
              <a:ahLst/>
              <a:cxnLst/>
              <a:rect l="l" t="t" r="r" b="b"/>
              <a:pathLst>
                <a:path w="3959" h="3857" extrusionOk="0">
                  <a:moveTo>
                    <a:pt x="2729" y="1"/>
                  </a:moveTo>
                  <a:cubicBezTo>
                    <a:pt x="2459" y="1"/>
                    <a:pt x="2173" y="58"/>
                    <a:pt x="1964" y="88"/>
                  </a:cubicBezTo>
                  <a:cubicBezTo>
                    <a:pt x="1330" y="183"/>
                    <a:pt x="729" y="532"/>
                    <a:pt x="380" y="1070"/>
                  </a:cubicBezTo>
                  <a:cubicBezTo>
                    <a:pt x="95" y="1482"/>
                    <a:pt x="0" y="2939"/>
                    <a:pt x="254" y="3540"/>
                  </a:cubicBezTo>
                  <a:cubicBezTo>
                    <a:pt x="349" y="3746"/>
                    <a:pt x="594" y="3857"/>
                    <a:pt x="879" y="3857"/>
                  </a:cubicBezTo>
                  <a:cubicBezTo>
                    <a:pt x="1164" y="3857"/>
                    <a:pt x="1489" y="3746"/>
                    <a:pt x="1742" y="3509"/>
                  </a:cubicBezTo>
                  <a:cubicBezTo>
                    <a:pt x="1805" y="3477"/>
                    <a:pt x="1805" y="1735"/>
                    <a:pt x="2977" y="975"/>
                  </a:cubicBezTo>
                  <a:cubicBezTo>
                    <a:pt x="3357" y="753"/>
                    <a:pt x="3674" y="753"/>
                    <a:pt x="3959" y="722"/>
                  </a:cubicBezTo>
                  <a:cubicBezTo>
                    <a:pt x="3959" y="722"/>
                    <a:pt x="3801" y="595"/>
                    <a:pt x="3801" y="595"/>
                  </a:cubicBezTo>
                  <a:cubicBezTo>
                    <a:pt x="3706" y="437"/>
                    <a:pt x="3579" y="373"/>
                    <a:pt x="3452" y="342"/>
                  </a:cubicBezTo>
                  <a:cubicBezTo>
                    <a:pt x="3318" y="74"/>
                    <a:pt x="3034" y="1"/>
                    <a:pt x="2729" y="1"/>
                  </a:cubicBezTo>
                  <a:close/>
                </a:path>
              </a:pathLst>
            </a:custGeom>
            <a:solidFill>
              <a:srgbClr val="E2A76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4" name="Google Shape;894;p26"/>
            <p:cNvSpPr/>
            <p:nvPr/>
          </p:nvSpPr>
          <p:spPr>
            <a:xfrm>
              <a:off x="5105878" y="3004728"/>
              <a:ext cx="127860" cy="114898"/>
            </a:xfrm>
            <a:custGeom>
              <a:avLst/>
              <a:gdLst/>
              <a:ahLst/>
              <a:cxnLst/>
              <a:rect l="l" t="t" r="r" b="b"/>
              <a:pathLst>
                <a:path w="3995" h="3590" extrusionOk="0">
                  <a:moveTo>
                    <a:pt x="1293" y="0"/>
                  </a:moveTo>
                  <a:cubicBezTo>
                    <a:pt x="967" y="0"/>
                    <a:pt x="663" y="75"/>
                    <a:pt x="539" y="359"/>
                  </a:cubicBezTo>
                  <a:cubicBezTo>
                    <a:pt x="381" y="359"/>
                    <a:pt x="254" y="423"/>
                    <a:pt x="159" y="581"/>
                  </a:cubicBezTo>
                  <a:cubicBezTo>
                    <a:pt x="159" y="581"/>
                    <a:pt x="1" y="708"/>
                    <a:pt x="32" y="708"/>
                  </a:cubicBezTo>
                  <a:cubicBezTo>
                    <a:pt x="286" y="739"/>
                    <a:pt x="476" y="708"/>
                    <a:pt x="919" y="771"/>
                  </a:cubicBezTo>
                  <a:cubicBezTo>
                    <a:pt x="1363" y="834"/>
                    <a:pt x="1774" y="993"/>
                    <a:pt x="2028" y="1341"/>
                  </a:cubicBezTo>
                  <a:cubicBezTo>
                    <a:pt x="2218" y="1563"/>
                    <a:pt x="2408" y="2038"/>
                    <a:pt x="2471" y="2513"/>
                  </a:cubicBezTo>
                  <a:cubicBezTo>
                    <a:pt x="2503" y="2861"/>
                    <a:pt x="2629" y="2766"/>
                    <a:pt x="2534" y="3115"/>
                  </a:cubicBezTo>
                  <a:cubicBezTo>
                    <a:pt x="2503" y="3210"/>
                    <a:pt x="2566" y="3273"/>
                    <a:pt x="2629" y="3273"/>
                  </a:cubicBezTo>
                  <a:cubicBezTo>
                    <a:pt x="2858" y="3496"/>
                    <a:pt x="3052" y="3590"/>
                    <a:pt x="3212" y="3590"/>
                  </a:cubicBezTo>
                  <a:cubicBezTo>
                    <a:pt x="3942" y="3590"/>
                    <a:pt x="3995" y="1653"/>
                    <a:pt x="3579" y="1056"/>
                  </a:cubicBezTo>
                  <a:cubicBezTo>
                    <a:pt x="3231" y="518"/>
                    <a:pt x="2661" y="169"/>
                    <a:pt x="2028" y="74"/>
                  </a:cubicBezTo>
                  <a:cubicBezTo>
                    <a:pt x="1819" y="46"/>
                    <a:pt x="1549" y="0"/>
                    <a:pt x="1293" y="0"/>
                  </a:cubicBezTo>
                  <a:close/>
                </a:path>
              </a:pathLst>
            </a:custGeom>
            <a:solidFill>
              <a:srgbClr val="E2A76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5" name="Google Shape;895;p26"/>
            <p:cNvSpPr/>
            <p:nvPr/>
          </p:nvSpPr>
          <p:spPr>
            <a:xfrm>
              <a:off x="5341019" y="3088965"/>
              <a:ext cx="127764" cy="62282"/>
            </a:xfrm>
            <a:custGeom>
              <a:avLst/>
              <a:gdLst/>
              <a:ahLst/>
              <a:cxnLst/>
              <a:rect l="l" t="t" r="r" b="b"/>
              <a:pathLst>
                <a:path w="3992" h="1946" extrusionOk="0">
                  <a:moveTo>
                    <a:pt x="2095" y="1"/>
                  </a:moveTo>
                  <a:cubicBezTo>
                    <a:pt x="1524" y="1"/>
                    <a:pt x="956" y="140"/>
                    <a:pt x="698" y="261"/>
                  </a:cubicBezTo>
                  <a:cubicBezTo>
                    <a:pt x="254" y="483"/>
                    <a:pt x="33" y="989"/>
                    <a:pt x="33" y="989"/>
                  </a:cubicBezTo>
                  <a:cubicBezTo>
                    <a:pt x="1" y="1243"/>
                    <a:pt x="476" y="1844"/>
                    <a:pt x="1869" y="1939"/>
                  </a:cubicBezTo>
                  <a:cubicBezTo>
                    <a:pt x="1930" y="1943"/>
                    <a:pt x="1989" y="1945"/>
                    <a:pt x="2047" y="1945"/>
                  </a:cubicBezTo>
                  <a:cubicBezTo>
                    <a:pt x="3314" y="1945"/>
                    <a:pt x="3865" y="989"/>
                    <a:pt x="3865" y="989"/>
                  </a:cubicBezTo>
                  <a:cubicBezTo>
                    <a:pt x="3865" y="989"/>
                    <a:pt x="3991" y="989"/>
                    <a:pt x="3358" y="388"/>
                  </a:cubicBezTo>
                  <a:cubicBezTo>
                    <a:pt x="3055" y="99"/>
                    <a:pt x="2574" y="1"/>
                    <a:pt x="2095" y="1"/>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6" name="Google Shape;896;p26"/>
            <p:cNvSpPr/>
            <p:nvPr/>
          </p:nvSpPr>
          <p:spPr>
            <a:xfrm>
              <a:off x="5359293" y="3101287"/>
              <a:ext cx="47655" cy="45703"/>
            </a:xfrm>
            <a:custGeom>
              <a:avLst/>
              <a:gdLst/>
              <a:ahLst/>
              <a:cxnLst/>
              <a:rect l="l" t="t" r="r" b="b"/>
              <a:pathLst>
                <a:path w="1489" h="1428" extrusionOk="0">
                  <a:moveTo>
                    <a:pt x="734" y="0"/>
                  </a:moveTo>
                  <a:cubicBezTo>
                    <a:pt x="377" y="0"/>
                    <a:pt x="62" y="277"/>
                    <a:pt x="32" y="668"/>
                  </a:cubicBezTo>
                  <a:cubicBezTo>
                    <a:pt x="0" y="1048"/>
                    <a:pt x="317" y="1396"/>
                    <a:pt x="697" y="1428"/>
                  </a:cubicBezTo>
                  <a:cubicBezTo>
                    <a:pt x="1108" y="1428"/>
                    <a:pt x="1425" y="1143"/>
                    <a:pt x="1457" y="763"/>
                  </a:cubicBezTo>
                  <a:cubicBezTo>
                    <a:pt x="1488" y="351"/>
                    <a:pt x="1172" y="34"/>
                    <a:pt x="792" y="3"/>
                  </a:cubicBezTo>
                  <a:cubicBezTo>
                    <a:pt x="772" y="1"/>
                    <a:pt x="753" y="0"/>
                    <a:pt x="734" y="0"/>
                  </a:cubicBezTo>
                  <a:close/>
                </a:path>
              </a:pathLst>
            </a:custGeom>
            <a:solidFill>
              <a:srgbClr val="43AED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7" name="Google Shape;897;p26"/>
            <p:cNvSpPr/>
            <p:nvPr/>
          </p:nvSpPr>
          <p:spPr>
            <a:xfrm>
              <a:off x="5369407" y="3112489"/>
              <a:ext cx="24356" cy="23492"/>
            </a:xfrm>
            <a:custGeom>
              <a:avLst/>
              <a:gdLst/>
              <a:ahLst/>
              <a:cxnLst/>
              <a:rect l="l" t="t" r="r" b="b"/>
              <a:pathLst>
                <a:path w="761" h="734" extrusionOk="0">
                  <a:moveTo>
                    <a:pt x="412" y="1"/>
                  </a:moveTo>
                  <a:cubicBezTo>
                    <a:pt x="191" y="1"/>
                    <a:pt x="32" y="159"/>
                    <a:pt x="32" y="349"/>
                  </a:cubicBezTo>
                  <a:cubicBezTo>
                    <a:pt x="1" y="539"/>
                    <a:pt x="159" y="729"/>
                    <a:pt x="349" y="729"/>
                  </a:cubicBezTo>
                  <a:cubicBezTo>
                    <a:pt x="368" y="732"/>
                    <a:pt x="387" y="733"/>
                    <a:pt x="405" y="733"/>
                  </a:cubicBezTo>
                  <a:cubicBezTo>
                    <a:pt x="597" y="733"/>
                    <a:pt x="729" y="584"/>
                    <a:pt x="729" y="381"/>
                  </a:cubicBezTo>
                  <a:cubicBezTo>
                    <a:pt x="761" y="191"/>
                    <a:pt x="602" y="33"/>
                    <a:pt x="412" y="1"/>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8" name="Google Shape;898;p26"/>
            <p:cNvSpPr/>
            <p:nvPr/>
          </p:nvSpPr>
          <p:spPr>
            <a:xfrm>
              <a:off x="5338874" y="3082852"/>
              <a:ext cx="132949" cy="66730"/>
            </a:xfrm>
            <a:custGeom>
              <a:avLst/>
              <a:gdLst/>
              <a:ahLst/>
              <a:cxnLst/>
              <a:rect l="l" t="t" r="r" b="b"/>
              <a:pathLst>
                <a:path w="4154" h="2085" extrusionOk="0">
                  <a:moveTo>
                    <a:pt x="2150" y="1"/>
                  </a:moveTo>
                  <a:cubicBezTo>
                    <a:pt x="2079" y="1"/>
                    <a:pt x="2007" y="3"/>
                    <a:pt x="1936" y="8"/>
                  </a:cubicBezTo>
                  <a:cubicBezTo>
                    <a:pt x="1271" y="40"/>
                    <a:pt x="448" y="262"/>
                    <a:pt x="100" y="990"/>
                  </a:cubicBezTo>
                  <a:cubicBezTo>
                    <a:pt x="2" y="1166"/>
                    <a:pt x="1" y="1257"/>
                    <a:pt x="36" y="1257"/>
                  </a:cubicBezTo>
                  <a:cubicBezTo>
                    <a:pt x="58" y="1257"/>
                    <a:pt x="95" y="1222"/>
                    <a:pt x="131" y="1149"/>
                  </a:cubicBezTo>
                  <a:cubicBezTo>
                    <a:pt x="500" y="555"/>
                    <a:pt x="1243" y="238"/>
                    <a:pt x="1976" y="238"/>
                  </a:cubicBezTo>
                  <a:cubicBezTo>
                    <a:pt x="2691" y="238"/>
                    <a:pt x="3398" y="539"/>
                    <a:pt x="3742" y="1180"/>
                  </a:cubicBezTo>
                  <a:cubicBezTo>
                    <a:pt x="3710" y="1307"/>
                    <a:pt x="3362" y="1719"/>
                    <a:pt x="2887" y="1940"/>
                  </a:cubicBezTo>
                  <a:cubicBezTo>
                    <a:pt x="2810" y="1992"/>
                    <a:pt x="2816" y="2084"/>
                    <a:pt x="2905" y="2084"/>
                  </a:cubicBezTo>
                  <a:cubicBezTo>
                    <a:pt x="2926" y="2084"/>
                    <a:pt x="2951" y="2079"/>
                    <a:pt x="2982" y="2067"/>
                  </a:cubicBezTo>
                  <a:cubicBezTo>
                    <a:pt x="3267" y="1972"/>
                    <a:pt x="3710" y="1655"/>
                    <a:pt x="3963" y="1339"/>
                  </a:cubicBezTo>
                  <a:cubicBezTo>
                    <a:pt x="4058" y="1244"/>
                    <a:pt x="4153" y="1117"/>
                    <a:pt x="4122" y="1022"/>
                  </a:cubicBezTo>
                  <a:cubicBezTo>
                    <a:pt x="3773" y="325"/>
                    <a:pt x="2945" y="1"/>
                    <a:pt x="2150" y="1"/>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899" name="Google Shape;899;p26"/>
            <p:cNvSpPr/>
            <p:nvPr/>
          </p:nvSpPr>
          <p:spPr>
            <a:xfrm>
              <a:off x="5367391" y="3109256"/>
              <a:ext cx="16259" cy="15426"/>
            </a:xfrm>
            <a:custGeom>
              <a:avLst/>
              <a:gdLst/>
              <a:ahLst/>
              <a:cxnLst/>
              <a:rect l="l" t="t" r="r" b="b"/>
              <a:pathLst>
                <a:path w="508" h="482" extrusionOk="0">
                  <a:moveTo>
                    <a:pt x="206" y="1"/>
                  </a:moveTo>
                  <a:cubicBezTo>
                    <a:pt x="104" y="1"/>
                    <a:pt x="28" y="91"/>
                    <a:pt x="0" y="229"/>
                  </a:cubicBezTo>
                  <a:cubicBezTo>
                    <a:pt x="0" y="355"/>
                    <a:pt x="95" y="482"/>
                    <a:pt x="222" y="482"/>
                  </a:cubicBezTo>
                  <a:cubicBezTo>
                    <a:pt x="380" y="482"/>
                    <a:pt x="475" y="387"/>
                    <a:pt x="507" y="260"/>
                  </a:cubicBezTo>
                  <a:cubicBezTo>
                    <a:pt x="507" y="134"/>
                    <a:pt x="412" y="7"/>
                    <a:pt x="254" y="7"/>
                  </a:cubicBezTo>
                  <a:cubicBezTo>
                    <a:pt x="237" y="3"/>
                    <a:pt x="222" y="1"/>
                    <a:pt x="206" y="1"/>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0" name="Google Shape;900;p26"/>
            <p:cNvSpPr/>
            <p:nvPr/>
          </p:nvSpPr>
          <p:spPr>
            <a:xfrm>
              <a:off x="5106902" y="3084805"/>
              <a:ext cx="114578" cy="57481"/>
            </a:xfrm>
            <a:custGeom>
              <a:avLst/>
              <a:gdLst/>
              <a:ahLst/>
              <a:cxnLst/>
              <a:rect l="l" t="t" r="r" b="b"/>
              <a:pathLst>
                <a:path w="3580" h="1796" extrusionOk="0">
                  <a:moveTo>
                    <a:pt x="1455" y="0"/>
                  </a:moveTo>
                  <a:cubicBezTo>
                    <a:pt x="1141" y="0"/>
                    <a:pt x="845" y="64"/>
                    <a:pt x="634" y="232"/>
                  </a:cubicBezTo>
                  <a:cubicBezTo>
                    <a:pt x="0" y="708"/>
                    <a:pt x="95" y="708"/>
                    <a:pt x="95" y="708"/>
                  </a:cubicBezTo>
                  <a:cubicBezTo>
                    <a:pt x="95" y="708"/>
                    <a:pt x="507" y="1721"/>
                    <a:pt x="1806" y="1784"/>
                  </a:cubicBezTo>
                  <a:cubicBezTo>
                    <a:pt x="1912" y="1792"/>
                    <a:pt x="2013" y="1796"/>
                    <a:pt x="2109" y="1796"/>
                  </a:cubicBezTo>
                  <a:cubicBezTo>
                    <a:pt x="3154" y="1796"/>
                    <a:pt x="3579" y="1354"/>
                    <a:pt x="3579" y="1151"/>
                  </a:cubicBezTo>
                  <a:cubicBezTo>
                    <a:pt x="3579" y="1151"/>
                    <a:pt x="3452" y="676"/>
                    <a:pt x="3041" y="423"/>
                  </a:cubicBezTo>
                  <a:cubicBezTo>
                    <a:pt x="2787" y="254"/>
                    <a:pt x="2084" y="0"/>
                    <a:pt x="1455" y="0"/>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1" name="Google Shape;901;p26"/>
            <p:cNvSpPr/>
            <p:nvPr/>
          </p:nvSpPr>
          <p:spPr>
            <a:xfrm>
              <a:off x="5131226" y="3096198"/>
              <a:ext cx="43623" cy="41735"/>
            </a:xfrm>
            <a:custGeom>
              <a:avLst/>
              <a:gdLst/>
              <a:ahLst/>
              <a:cxnLst/>
              <a:rect l="l" t="t" r="r" b="b"/>
              <a:pathLst>
                <a:path w="1363" h="1304" extrusionOk="0">
                  <a:moveTo>
                    <a:pt x="671" y="1"/>
                  </a:moveTo>
                  <a:cubicBezTo>
                    <a:pt x="317" y="1"/>
                    <a:pt x="32" y="274"/>
                    <a:pt x="32" y="605"/>
                  </a:cubicBezTo>
                  <a:cubicBezTo>
                    <a:pt x="0" y="953"/>
                    <a:pt x="285" y="1270"/>
                    <a:pt x="634" y="1302"/>
                  </a:cubicBezTo>
                  <a:cubicBezTo>
                    <a:pt x="653" y="1303"/>
                    <a:pt x="672" y="1304"/>
                    <a:pt x="691" y="1304"/>
                  </a:cubicBezTo>
                  <a:cubicBezTo>
                    <a:pt x="1042" y="1304"/>
                    <a:pt x="1301" y="1030"/>
                    <a:pt x="1331" y="700"/>
                  </a:cubicBezTo>
                  <a:cubicBezTo>
                    <a:pt x="1362" y="320"/>
                    <a:pt x="1077" y="35"/>
                    <a:pt x="729" y="3"/>
                  </a:cubicBezTo>
                  <a:cubicBezTo>
                    <a:pt x="709" y="2"/>
                    <a:pt x="690" y="1"/>
                    <a:pt x="671" y="1"/>
                  </a:cubicBezTo>
                  <a:close/>
                </a:path>
              </a:pathLst>
            </a:custGeom>
            <a:solidFill>
              <a:srgbClr val="43AED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2" name="Google Shape;902;p26"/>
            <p:cNvSpPr/>
            <p:nvPr/>
          </p:nvSpPr>
          <p:spPr>
            <a:xfrm>
              <a:off x="5143388" y="3106408"/>
              <a:ext cx="22339" cy="21315"/>
            </a:xfrm>
            <a:custGeom>
              <a:avLst/>
              <a:gdLst/>
              <a:ahLst/>
              <a:cxnLst/>
              <a:rect l="l" t="t" r="r" b="b"/>
              <a:pathLst>
                <a:path w="698" h="666" extrusionOk="0">
                  <a:moveTo>
                    <a:pt x="349" y="1"/>
                  </a:moveTo>
                  <a:cubicBezTo>
                    <a:pt x="191" y="1"/>
                    <a:pt x="32" y="128"/>
                    <a:pt x="1" y="318"/>
                  </a:cubicBezTo>
                  <a:cubicBezTo>
                    <a:pt x="1" y="508"/>
                    <a:pt x="127" y="666"/>
                    <a:pt x="317" y="666"/>
                  </a:cubicBezTo>
                  <a:cubicBezTo>
                    <a:pt x="507" y="666"/>
                    <a:pt x="666" y="539"/>
                    <a:pt x="666" y="349"/>
                  </a:cubicBezTo>
                  <a:cubicBezTo>
                    <a:pt x="697" y="159"/>
                    <a:pt x="539" y="1"/>
                    <a:pt x="349" y="1"/>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3" name="Google Shape;903;p26"/>
            <p:cNvSpPr/>
            <p:nvPr/>
          </p:nvSpPr>
          <p:spPr>
            <a:xfrm>
              <a:off x="5103862" y="3078884"/>
              <a:ext cx="120467" cy="58633"/>
            </a:xfrm>
            <a:custGeom>
              <a:avLst/>
              <a:gdLst/>
              <a:ahLst/>
              <a:cxnLst/>
              <a:rect l="l" t="t" r="r" b="b"/>
              <a:pathLst>
                <a:path w="3764" h="1832" extrusionOk="0">
                  <a:moveTo>
                    <a:pt x="1673" y="0"/>
                  </a:moveTo>
                  <a:cubicBezTo>
                    <a:pt x="1037" y="0"/>
                    <a:pt x="390" y="223"/>
                    <a:pt x="32" y="734"/>
                  </a:cubicBezTo>
                  <a:cubicBezTo>
                    <a:pt x="0" y="829"/>
                    <a:pt x="64" y="924"/>
                    <a:pt x="127" y="1051"/>
                  </a:cubicBezTo>
                  <a:cubicBezTo>
                    <a:pt x="317" y="1368"/>
                    <a:pt x="697" y="1684"/>
                    <a:pt x="950" y="1811"/>
                  </a:cubicBezTo>
                  <a:cubicBezTo>
                    <a:pt x="980" y="1826"/>
                    <a:pt x="1006" y="1832"/>
                    <a:pt x="1027" y="1832"/>
                  </a:cubicBezTo>
                  <a:cubicBezTo>
                    <a:pt x="1098" y="1832"/>
                    <a:pt x="1118" y="1765"/>
                    <a:pt x="1045" y="1716"/>
                  </a:cubicBezTo>
                  <a:cubicBezTo>
                    <a:pt x="634" y="1463"/>
                    <a:pt x="380" y="1051"/>
                    <a:pt x="349" y="924"/>
                  </a:cubicBezTo>
                  <a:cubicBezTo>
                    <a:pt x="682" y="458"/>
                    <a:pt x="1223" y="249"/>
                    <a:pt x="1777" y="249"/>
                  </a:cubicBezTo>
                  <a:cubicBezTo>
                    <a:pt x="2541" y="249"/>
                    <a:pt x="3331" y="644"/>
                    <a:pt x="3642" y="1304"/>
                  </a:cubicBezTo>
                  <a:cubicBezTo>
                    <a:pt x="3667" y="1379"/>
                    <a:pt x="3697" y="1415"/>
                    <a:pt x="3718" y="1415"/>
                  </a:cubicBezTo>
                  <a:cubicBezTo>
                    <a:pt x="3751" y="1415"/>
                    <a:pt x="3763" y="1331"/>
                    <a:pt x="3706" y="1178"/>
                  </a:cubicBezTo>
                  <a:cubicBezTo>
                    <a:pt x="3452" y="449"/>
                    <a:pt x="2724" y="164"/>
                    <a:pt x="2122" y="37"/>
                  </a:cubicBezTo>
                  <a:cubicBezTo>
                    <a:pt x="1976" y="13"/>
                    <a:pt x="1825" y="0"/>
                    <a:pt x="1673" y="0"/>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4" name="Google Shape;904;p26"/>
            <p:cNvSpPr/>
            <p:nvPr/>
          </p:nvSpPr>
          <p:spPr>
            <a:xfrm>
              <a:off x="5139323" y="3103367"/>
              <a:ext cx="14242" cy="14242"/>
            </a:xfrm>
            <a:custGeom>
              <a:avLst/>
              <a:gdLst/>
              <a:ahLst/>
              <a:cxnLst/>
              <a:rect l="l" t="t" r="r" b="b"/>
              <a:pathLst>
                <a:path w="445" h="445" extrusionOk="0">
                  <a:moveTo>
                    <a:pt x="223" y="1"/>
                  </a:moveTo>
                  <a:cubicBezTo>
                    <a:pt x="128" y="1"/>
                    <a:pt x="1" y="64"/>
                    <a:pt x="1" y="191"/>
                  </a:cubicBezTo>
                  <a:cubicBezTo>
                    <a:pt x="1" y="318"/>
                    <a:pt x="96" y="444"/>
                    <a:pt x="223" y="444"/>
                  </a:cubicBezTo>
                  <a:cubicBezTo>
                    <a:pt x="318" y="444"/>
                    <a:pt x="444" y="349"/>
                    <a:pt x="444" y="223"/>
                  </a:cubicBezTo>
                  <a:cubicBezTo>
                    <a:pt x="444" y="96"/>
                    <a:pt x="349" y="1"/>
                    <a:pt x="223" y="1"/>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5" name="Google Shape;905;p26"/>
            <p:cNvSpPr/>
            <p:nvPr/>
          </p:nvSpPr>
          <p:spPr>
            <a:xfrm>
              <a:off x="5331897" y="3001752"/>
              <a:ext cx="148311" cy="57705"/>
            </a:xfrm>
            <a:custGeom>
              <a:avLst/>
              <a:gdLst/>
              <a:ahLst/>
              <a:cxnLst/>
              <a:rect l="l" t="t" r="r" b="b"/>
              <a:pathLst>
                <a:path w="4634" h="1803" extrusionOk="0">
                  <a:moveTo>
                    <a:pt x="2331" y="0"/>
                  </a:moveTo>
                  <a:cubicBezTo>
                    <a:pt x="2172" y="0"/>
                    <a:pt x="2017" y="13"/>
                    <a:pt x="1869" y="41"/>
                  </a:cubicBezTo>
                  <a:cubicBezTo>
                    <a:pt x="1363" y="136"/>
                    <a:pt x="919" y="326"/>
                    <a:pt x="634" y="642"/>
                  </a:cubicBezTo>
                  <a:cubicBezTo>
                    <a:pt x="508" y="737"/>
                    <a:pt x="413" y="927"/>
                    <a:pt x="349" y="1086"/>
                  </a:cubicBezTo>
                  <a:cubicBezTo>
                    <a:pt x="254" y="927"/>
                    <a:pt x="223" y="801"/>
                    <a:pt x="96" y="706"/>
                  </a:cubicBezTo>
                  <a:cubicBezTo>
                    <a:pt x="33" y="959"/>
                    <a:pt x="1" y="1307"/>
                    <a:pt x="64" y="1592"/>
                  </a:cubicBezTo>
                  <a:cubicBezTo>
                    <a:pt x="87" y="1706"/>
                    <a:pt x="158" y="1802"/>
                    <a:pt x="243" y="1802"/>
                  </a:cubicBezTo>
                  <a:cubicBezTo>
                    <a:pt x="277" y="1802"/>
                    <a:pt x="313" y="1787"/>
                    <a:pt x="349" y="1751"/>
                  </a:cubicBezTo>
                  <a:cubicBezTo>
                    <a:pt x="784" y="1338"/>
                    <a:pt x="1502" y="687"/>
                    <a:pt x="2533" y="687"/>
                  </a:cubicBezTo>
                  <a:cubicBezTo>
                    <a:pt x="3006" y="687"/>
                    <a:pt x="3543" y="823"/>
                    <a:pt x="4150" y="1181"/>
                  </a:cubicBezTo>
                  <a:cubicBezTo>
                    <a:pt x="4217" y="1221"/>
                    <a:pt x="4280" y="1239"/>
                    <a:pt x="4335" y="1239"/>
                  </a:cubicBezTo>
                  <a:cubicBezTo>
                    <a:pt x="4539" y="1239"/>
                    <a:pt x="4634" y="1000"/>
                    <a:pt x="4435" y="801"/>
                  </a:cubicBezTo>
                  <a:cubicBezTo>
                    <a:pt x="3937" y="303"/>
                    <a:pt x="3092" y="0"/>
                    <a:pt x="2331" y="0"/>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6" name="Google Shape;906;p26"/>
            <p:cNvSpPr/>
            <p:nvPr/>
          </p:nvSpPr>
          <p:spPr>
            <a:xfrm>
              <a:off x="5099413" y="2999031"/>
              <a:ext cx="140310" cy="57289"/>
            </a:xfrm>
            <a:custGeom>
              <a:avLst/>
              <a:gdLst/>
              <a:ahLst/>
              <a:cxnLst/>
              <a:rect l="l" t="t" r="r" b="b"/>
              <a:pathLst>
                <a:path w="4384" h="1790" extrusionOk="0">
                  <a:moveTo>
                    <a:pt x="2231" y="1"/>
                  </a:moveTo>
                  <a:cubicBezTo>
                    <a:pt x="1488" y="1"/>
                    <a:pt x="655" y="270"/>
                    <a:pt x="203" y="696"/>
                  </a:cubicBezTo>
                  <a:cubicBezTo>
                    <a:pt x="1" y="873"/>
                    <a:pt x="101" y="1090"/>
                    <a:pt x="295" y="1090"/>
                  </a:cubicBezTo>
                  <a:cubicBezTo>
                    <a:pt x="344" y="1090"/>
                    <a:pt x="399" y="1076"/>
                    <a:pt x="456" y="1044"/>
                  </a:cubicBezTo>
                  <a:cubicBezTo>
                    <a:pt x="969" y="761"/>
                    <a:pt x="1425" y="651"/>
                    <a:pt x="1829" y="651"/>
                  </a:cubicBezTo>
                  <a:cubicBezTo>
                    <a:pt x="2872" y="651"/>
                    <a:pt x="3569" y="1384"/>
                    <a:pt x="4003" y="1772"/>
                  </a:cubicBezTo>
                  <a:cubicBezTo>
                    <a:pt x="4015" y="1784"/>
                    <a:pt x="4029" y="1790"/>
                    <a:pt x="4043" y="1790"/>
                  </a:cubicBezTo>
                  <a:cubicBezTo>
                    <a:pt x="4144" y="1790"/>
                    <a:pt x="4292" y="1531"/>
                    <a:pt x="4320" y="1392"/>
                  </a:cubicBezTo>
                  <a:cubicBezTo>
                    <a:pt x="4383" y="1139"/>
                    <a:pt x="4351" y="822"/>
                    <a:pt x="4288" y="601"/>
                  </a:cubicBezTo>
                  <a:cubicBezTo>
                    <a:pt x="4161" y="696"/>
                    <a:pt x="4130" y="822"/>
                    <a:pt x="4035" y="949"/>
                  </a:cubicBezTo>
                  <a:cubicBezTo>
                    <a:pt x="3971" y="822"/>
                    <a:pt x="3908" y="632"/>
                    <a:pt x="3781" y="569"/>
                  </a:cubicBezTo>
                  <a:cubicBezTo>
                    <a:pt x="3496" y="284"/>
                    <a:pt x="3085" y="94"/>
                    <a:pt x="2641" y="31"/>
                  </a:cubicBezTo>
                  <a:cubicBezTo>
                    <a:pt x="2510" y="10"/>
                    <a:pt x="2372" y="1"/>
                    <a:pt x="2231" y="1"/>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7" name="Google Shape;907;p26"/>
            <p:cNvSpPr/>
            <p:nvPr/>
          </p:nvSpPr>
          <p:spPr>
            <a:xfrm>
              <a:off x="4968032" y="2674949"/>
              <a:ext cx="784539" cy="611904"/>
            </a:xfrm>
            <a:custGeom>
              <a:avLst/>
              <a:gdLst/>
              <a:ahLst/>
              <a:cxnLst/>
              <a:rect l="l" t="t" r="r" b="b"/>
              <a:pathLst>
                <a:path w="24513" h="19119" extrusionOk="0">
                  <a:moveTo>
                    <a:pt x="13754" y="0"/>
                  </a:moveTo>
                  <a:cubicBezTo>
                    <a:pt x="11277" y="0"/>
                    <a:pt x="8432" y="378"/>
                    <a:pt x="6366" y="1194"/>
                  </a:cubicBezTo>
                  <a:cubicBezTo>
                    <a:pt x="4347" y="1986"/>
                    <a:pt x="2366" y="2135"/>
                    <a:pt x="1163" y="2135"/>
                  </a:cubicBezTo>
                  <a:cubicBezTo>
                    <a:pt x="442" y="2135"/>
                    <a:pt x="1" y="2081"/>
                    <a:pt x="1" y="2081"/>
                  </a:cubicBezTo>
                  <a:lnTo>
                    <a:pt x="1" y="2081"/>
                  </a:lnTo>
                  <a:cubicBezTo>
                    <a:pt x="1" y="2081"/>
                    <a:pt x="1616" y="4361"/>
                    <a:pt x="3453" y="4425"/>
                  </a:cubicBezTo>
                  <a:cubicBezTo>
                    <a:pt x="3168" y="4931"/>
                    <a:pt x="412" y="5660"/>
                    <a:pt x="412" y="5660"/>
                  </a:cubicBezTo>
                  <a:cubicBezTo>
                    <a:pt x="412" y="5660"/>
                    <a:pt x="1256" y="6998"/>
                    <a:pt x="2859" y="6998"/>
                  </a:cubicBezTo>
                  <a:cubicBezTo>
                    <a:pt x="2929" y="6998"/>
                    <a:pt x="3000" y="6995"/>
                    <a:pt x="3073" y="6990"/>
                  </a:cubicBezTo>
                  <a:cubicBezTo>
                    <a:pt x="3104" y="9017"/>
                    <a:pt x="3389" y="10695"/>
                    <a:pt x="3959" y="12658"/>
                  </a:cubicBezTo>
                  <a:cubicBezTo>
                    <a:pt x="4276" y="9872"/>
                    <a:pt x="4023" y="8858"/>
                    <a:pt x="4846" y="7940"/>
                  </a:cubicBezTo>
                  <a:cubicBezTo>
                    <a:pt x="6001" y="8477"/>
                    <a:pt x="8910" y="8581"/>
                    <a:pt x="10791" y="8581"/>
                  </a:cubicBezTo>
                  <a:cubicBezTo>
                    <a:pt x="11128" y="8581"/>
                    <a:pt x="11432" y="8578"/>
                    <a:pt x="11687" y="8573"/>
                  </a:cubicBezTo>
                  <a:cubicBezTo>
                    <a:pt x="12165" y="8549"/>
                    <a:pt x="14033" y="8435"/>
                    <a:pt x="16228" y="8435"/>
                  </a:cubicBezTo>
                  <a:cubicBezTo>
                    <a:pt x="16940" y="8435"/>
                    <a:pt x="17687" y="8447"/>
                    <a:pt x="18432" y="8478"/>
                  </a:cubicBezTo>
                  <a:cubicBezTo>
                    <a:pt x="17894" y="13355"/>
                    <a:pt x="17799" y="13102"/>
                    <a:pt x="17640" y="14210"/>
                  </a:cubicBezTo>
                  <a:cubicBezTo>
                    <a:pt x="17640" y="14369"/>
                    <a:pt x="17830" y="14907"/>
                    <a:pt x="18337" y="14907"/>
                  </a:cubicBezTo>
                  <a:cubicBezTo>
                    <a:pt x="18591" y="13419"/>
                    <a:pt x="18971" y="12817"/>
                    <a:pt x="19446" y="12310"/>
                  </a:cubicBezTo>
                  <a:cubicBezTo>
                    <a:pt x="19625" y="12111"/>
                    <a:pt x="19868" y="12015"/>
                    <a:pt x="20115" y="12015"/>
                  </a:cubicBezTo>
                  <a:cubicBezTo>
                    <a:pt x="20651" y="12015"/>
                    <a:pt x="21209" y="12468"/>
                    <a:pt x="21187" y="13292"/>
                  </a:cubicBezTo>
                  <a:cubicBezTo>
                    <a:pt x="21187" y="13894"/>
                    <a:pt x="20681" y="16237"/>
                    <a:pt x="19762" y="16902"/>
                  </a:cubicBezTo>
                  <a:cubicBezTo>
                    <a:pt x="19699" y="17694"/>
                    <a:pt x="19477" y="18454"/>
                    <a:pt x="19446" y="19119"/>
                  </a:cubicBezTo>
                  <a:cubicBezTo>
                    <a:pt x="20111" y="18676"/>
                    <a:pt x="21282" y="17155"/>
                    <a:pt x="21821" y="16269"/>
                  </a:cubicBezTo>
                  <a:cubicBezTo>
                    <a:pt x="24513" y="12025"/>
                    <a:pt x="24418" y="4140"/>
                    <a:pt x="22359" y="3158"/>
                  </a:cubicBezTo>
                  <a:lnTo>
                    <a:pt x="22359" y="3158"/>
                  </a:lnTo>
                  <a:cubicBezTo>
                    <a:pt x="22486" y="4140"/>
                    <a:pt x="22106" y="4931"/>
                    <a:pt x="21726" y="5121"/>
                  </a:cubicBezTo>
                  <a:cubicBezTo>
                    <a:pt x="21979" y="4076"/>
                    <a:pt x="21282" y="2651"/>
                    <a:pt x="18717" y="878"/>
                  </a:cubicBezTo>
                  <a:cubicBezTo>
                    <a:pt x="17922" y="307"/>
                    <a:pt x="15987" y="0"/>
                    <a:pt x="13754" y="0"/>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8" name="Google Shape;908;p26"/>
            <p:cNvSpPr/>
            <p:nvPr/>
          </p:nvSpPr>
          <p:spPr>
            <a:xfrm>
              <a:off x="5012647" y="3049567"/>
              <a:ext cx="506799" cy="161433"/>
            </a:xfrm>
            <a:custGeom>
              <a:avLst/>
              <a:gdLst/>
              <a:ahLst/>
              <a:cxnLst/>
              <a:rect l="l" t="t" r="r" b="b"/>
              <a:pathLst>
                <a:path w="15835" h="5044" extrusionOk="0">
                  <a:moveTo>
                    <a:pt x="1807" y="498"/>
                  </a:moveTo>
                  <a:cubicBezTo>
                    <a:pt x="2744" y="498"/>
                    <a:pt x="4829" y="654"/>
                    <a:pt x="5922" y="763"/>
                  </a:cubicBezTo>
                  <a:cubicBezTo>
                    <a:pt x="6556" y="858"/>
                    <a:pt x="6714" y="1777"/>
                    <a:pt x="6049" y="3107"/>
                  </a:cubicBezTo>
                  <a:cubicBezTo>
                    <a:pt x="5764" y="3614"/>
                    <a:pt x="5479" y="4089"/>
                    <a:pt x="5036" y="4120"/>
                  </a:cubicBezTo>
                  <a:cubicBezTo>
                    <a:pt x="4664" y="4158"/>
                    <a:pt x="4299" y="4176"/>
                    <a:pt x="3952" y="4176"/>
                  </a:cubicBezTo>
                  <a:cubicBezTo>
                    <a:pt x="2822" y="4176"/>
                    <a:pt x="1884" y="3985"/>
                    <a:pt x="1520" y="3645"/>
                  </a:cubicBezTo>
                  <a:cubicBezTo>
                    <a:pt x="1045" y="3202"/>
                    <a:pt x="887" y="2600"/>
                    <a:pt x="824" y="1999"/>
                  </a:cubicBezTo>
                  <a:cubicBezTo>
                    <a:pt x="760" y="1365"/>
                    <a:pt x="792" y="573"/>
                    <a:pt x="1457" y="510"/>
                  </a:cubicBezTo>
                  <a:cubicBezTo>
                    <a:pt x="1539" y="501"/>
                    <a:pt x="1659" y="498"/>
                    <a:pt x="1807" y="498"/>
                  </a:cubicBezTo>
                  <a:close/>
                  <a:moveTo>
                    <a:pt x="10760" y="945"/>
                  </a:moveTo>
                  <a:cubicBezTo>
                    <a:pt x="12108" y="945"/>
                    <a:pt x="13980" y="1007"/>
                    <a:pt x="14505" y="1112"/>
                  </a:cubicBezTo>
                  <a:cubicBezTo>
                    <a:pt x="15138" y="1238"/>
                    <a:pt x="15106" y="2030"/>
                    <a:pt x="14980" y="2632"/>
                  </a:cubicBezTo>
                  <a:cubicBezTo>
                    <a:pt x="14853" y="3234"/>
                    <a:pt x="14663" y="3835"/>
                    <a:pt x="14125" y="4247"/>
                  </a:cubicBezTo>
                  <a:cubicBezTo>
                    <a:pt x="13837" y="4463"/>
                    <a:pt x="13243" y="4576"/>
                    <a:pt x="12493" y="4576"/>
                  </a:cubicBezTo>
                  <a:cubicBezTo>
                    <a:pt x="11923" y="4576"/>
                    <a:pt x="11262" y="4511"/>
                    <a:pt x="10578" y="4374"/>
                  </a:cubicBezTo>
                  <a:cubicBezTo>
                    <a:pt x="10134" y="4310"/>
                    <a:pt x="9881" y="3804"/>
                    <a:pt x="9691" y="3265"/>
                  </a:cubicBezTo>
                  <a:cubicBezTo>
                    <a:pt x="9121" y="1904"/>
                    <a:pt x="9374" y="985"/>
                    <a:pt x="10008" y="953"/>
                  </a:cubicBezTo>
                  <a:cubicBezTo>
                    <a:pt x="10225" y="948"/>
                    <a:pt x="10481" y="945"/>
                    <a:pt x="10760" y="945"/>
                  </a:cubicBezTo>
                  <a:close/>
                  <a:moveTo>
                    <a:pt x="1508" y="0"/>
                  </a:moveTo>
                  <a:cubicBezTo>
                    <a:pt x="916" y="0"/>
                    <a:pt x="498" y="193"/>
                    <a:pt x="380" y="605"/>
                  </a:cubicBezTo>
                  <a:cubicBezTo>
                    <a:pt x="0" y="1872"/>
                    <a:pt x="412" y="3994"/>
                    <a:pt x="1615" y="4310"/>
                  </a:cubicBezTo>
                  <a:cubicBezTo>
                    <a:pt x="2525" y="4562"/>
                    <a:pt x="3221" y="4648"/>
                    <a:pt x="3943" y="4648"/>
                  </a:cubicBezTo>
                  <a:cubicBezTo>
                    <a:pt x="4403" y="4648"/>
                    <a:pt x="4873" y="4613"/>
                    <a:pt x="5416" y="4564"/>
                  </a:cubicBezTo>
                  <a:cubicBezTo>
                    <a:pt x="5922" y="4532"/>
                    <a:pt x="6397" y="3550"/>
                    <a:pt x="6936" y="2569"/>
                  </a:cubicBezTo>
                  <a:cubicBezTo>
                    <a:pt x="7157" y="2157"/>
                    <a:pt x="7569" y="1904"/>
                    <a:pt x="7917" y="1904"/>
                  </a:cubicBezTo>
                  <a:cubicBezTo>
                    <a:pt x="8266" y="1935"/>
                    <a:pt x="8646" y="2252"/>
                    <a:pt x="8836" y="2664"/>
                  </a:cubicBezTo>
                  <a:cubicBezTo>
                    <a:pt x="9311" y="3677"/>
                    <a:pt x="9659" y="4690"/>
                    <a:pt x="10166" y="4785"/>
                  </a:cubicBezTo>
                  <a:cubicBezTo>
                    <a:pt x="10980" y="4937"/>
                    <a:pt x="11636" y="5043"/>
                    <a:pt x="12363" y="5043"/>
                  </a:cubicBezTo>
                  <a:cubicBezTo>
                    <a:pt x="12852" y="5043"/>
                    <a:pt x="13374" y="4995"/>
                    <a:pt x="13998" y="4880"/>
                  </a:cubicBezTo>
                  <a:cubicBezTo>
                    <a:pt x="15201" y="4659"/>
                    <a:pt x="15835" y="2600"/>
                    <a:pt x="15550" y="1302"/>
                  </a:cubicBezTo>
                  <a:cubicBezTo>
                    <a:pt x="15455" y="858"/>
                    <a:pt x="15011" y="605"/>
                    <a:pt x="14346" y="573"/>
                  </a:cubicBezTo>
                  <a:cubicBezTo>
                    <a:pt x="13144" y="483"/>
                    <a:pt x="11974" y="408"/>
                    <a:pt x="10906" y="408"/>
                  </a:cubicBezTo>
                  <a:cubicBezTo>
                    <a:pt x="10483" y="408"/>
                    <a:pt x="10077" y="420"/>
                    <a:pt x="9691" y="447"/>
                  </a:cubicBezTo>
                  <a:cubicBezTo>
                    <a:pt x="9311" y="478"/>
                    <a:pt x="8963" y="827"/>
                    <a:pt x="8551" y="1048"/>
                  </a:cubicBezTo>
                  <a:cubicBezTo>
                    <a:pt x="8334" y="1164"/>
                    <a:pt x="8131" y="1220"/>
                    <a:pt x="7941" y="1220"/>
                  </a:cubicBezTo>
                  <a:cubicBezTo>
                    <a:pt x="7714" y="1220"/>
                    <a:pt x="7505" y="1140"/>
                    <a:pt x="7316" y="985"/>
                  </a:cubicBezTo>
                  <a:cubicBezTo>
                    <a:pt x="6936" y="700"/>
                    <a:pt x="6682" y="352"/>
                    <a:pt x="6271" y="288"/>
                  </a:cubicBezTo>
                  <a:cubicBezTo>
                    <a:pt x="4941" y="67"/>
                    <a:pt x="3325" y="35"/>
                    <a:pt x="1647" y="3"/>
                  </a:cubicBezTo>
                  <a:cubicBezTo>
                    <a:pt x="1600" y="1"/>
                    <a:pt x="1553" y="0"/>
                    <a:pt x="1508" y="0"/>
                  </a:cubicBezTo>
                  <a:close/>
                </a:path>
              </a:pathLst>
            </a:custGeom>
            <a:solidFill>
              <a:srgbClr val="376B8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09" name="Google Shape;909;p26"/>
            <p:cNvSpPr/>
            <p:nvPr/>
          </p:nvSpPr>
          <p:spPr>
            <a:xfrm>
              <a:off x="5192035" y="3236636"/>
              <a:ext cx="91246" cy="48360"/>
            </a:xfrm>
            <a:custGeom>
              <a:avLst/>
              <a:gdLst/>
              <a:ahLst/>
              <a:cxnLst/>
              <a:rect l="l" t="t" r="r" b="b"/>
              <a:pathLst>
                <a:path w="2851" h="1511" extrusionOk="0">
                  <a:moveTo>
                    <a:pt x="583" y="1"/>
                  </a:moveTo>
                  <a:cubicBezTo>
                    <a:pt x="530" y="1"/>
                    <a:pt x="477" y="25"/>
                    <a:pt x="444" y="80"/>
                  </a:cubicBezTo>
                  <a:cubicBezTo>
                    <a:pt x="1" y="651"/>
                    <a:pt x="444" y="1284"/>
                    <a:pt x="951" y="1442"/>
                  </a:cubicBezTo>
                  <a:cubicBezTo>
                    <a:pt x="1126" y="1488"/>
                    <a:pt x="1302" y="1510"/>
                    <a:pt x="1478" y="1510"/>
                  </a:cubicBezTo>
                  <a:cubicBezTo>
                    <a:pt x="1904" y="1510"/>
                    <a:pt x="2330" y="1381"/>
                    <a:pt x="2756" y="1157"/>
                  </a:cubicBezTo>
                  <a:cubicBezTo>
                    <a:pt x="2851" y="1094"/>
                    <a:pt x="2724" y="936"/>
                    <a:pt x="2597" y="936"/>
                  </a:cubicBezTo>
                  <a:cubicBezTo>
                    <a:pt x="2568" y="933"/>
                    <a:pt x="2538" y="931"/>
                    <a:pt x="2506" y="931"/>
                  </a:cubicBezTo>
                  <a:cubicBezTo>
                    <a:pt x="2257" y="931"/>
                    <a:pt x="1951" y="1014"/>
                    <a:pt x="1692" y="1014"/>
                  </a:cubicBezTo>
                  <a:cubicBezTo>
                    <a:pt x="1632" y="1014"/>
                    <a:pt x="1574" y="1010"/>
                    <a:pt x="1521" y="999"/>
                  </a:cubicBezTo>
                  <a:cubicBezTo>
                    <a:pt x="1236" y="904"/>
                    <a:pt x="666" y="619"/>
                    <a:pt x="761" y="207"/>
                  </a:cubicBezTo>
                  <a:cubicBezTo>
                    <a:pt x="781" y="84"/>
                    <a:pt x="682" y="1"/>
                    <a:pt x="583" y="1"/>
                  </a:cubicBezTo>
                  <a:close/>
                </a:path>
              </a:pathLst>
            </a:custGeom>
            <a:solidFill>
              <a:srgbClr val="E2A76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0" name="Google Shape;910;p26"/>
            <p:cNvSpPr/>
            <p:nvPr/>
          </p:nvSpPr>
          <p:spPr>
            <a:xfrm>
              <a:off x="5095764" y="3212280"/>
              <a:ext cx="368954" cy="221027"/>
            </a:xfrm>
            <a:custGeom>
              <a:avLst/>
              <a:gdLst/>
              <a:ahLst/>
              <a:cxnLst/>
              <a:rect l="l" t="t" r="r" b="b"/>
              <a:pathLst>
                <a:path w="11528" h="6906" extrusionOk="0">
                  <a:moveTo>
                    <a:pt x="2484" y="1"/>
                  </a:moveTo>
                  <a:cubicBezTo>
                    <a:pt x="1195" y="1"/>
                    <a:pt x="222" y="176"/>
                    <a:pt x="222" y="176"/>
                  </a:cubicBezTo>
                  <a:cubicBezTo>
                    <a:pt x="0" y="3470"/>
                    <a:pt x="1393" y="5623"/>
                    <a:pt x="1393" y="5623"/>
                  </a:cubicBezTo>
                  <a:cubicBezTo>
                    <a:pt x="1393" y="5623"/>
                    <a:pt x="3135" y="6605"/>
                    <a:pt x="5605" y="6859"/>
                  </a:cubicBezTo>
                  <a:cubicBezTo>
                    <a:pt x="5859" y="6891"/>
                    <a:pt x="6145" y="6906"/>
                    <a:pt x="6452" y="6906"/>
                  </a:cubicBezTo>
                  <a:cubicBezTo>
                    <a:pt x="8525" y="6906"/>
                    <a:pt x="11528" y="6257"/>
                    <a:pt x="11528" y="6257"/>
                  </a:cubicBezTo>
                  <a:lnTo>
                    <a:pt x="11369" y="905"/>
                  </a:lnTo>
                  <a:cubicBezTo>
                    <a:pt x="11369" y="905"/>
                    <a:pt x="6207" y="398"/>
                    <a:pt x="4180" y="113"/>
                  </a:cubicBezTo>
                  <a:cubicBezTo>
                    <a:pt x="3592" y="30"/>
                    <a:pt x="3012" y="1"/>
                    <a:pt x="2484" y="1"/>
                  </a:cubicBezTo>
                  <a:close/>
                </a:path>
              </a:pathLst>
            </a:custGeom>
            <a:solidFill>
              <a:srgbClr val="EDEDE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1" name="Google Shape;911;p26"/>
            <p:cNvSpPr/>
            <p:nvPr/>
          </p:nvSpPr>
          <p:spPr>
            <a:xfrm>
              <a:off x="5445419" y="3082084"/>
              <a:ext cx="133845" cy="190590"/>
            </a:xfrm>
            <a:custGeom>
              <a:avLst/>
              <a:gdLst/>
              <a:ahLst/>
              <a:cxnLst/>
              <a:rect l="l" t="t" r="r" b="b"/>
              <a:pathLst>
                <a:path w="4182" h="5955" extrusionOk="0">
                  <a:moveTo>
                    <a:pt x="4181" y="1"/>
                  </a:moveTo>
                  <a:lnTo>
                    <a:pt x="4181" y="1"/>
                  </a:lnTo>
                  <a:cubicBezTo>
                    <a:pt x="3294" y="444"/>
                    <a:pt x="1" y="5353"/>
                    <a:pt x="1" y="5353"/>
                  </a:cubicBezTo>
                  <a:lnTo>
                    <a:pt x="159" y="5955"/>
                  </a:lnTo>
                  <a:lnTo>
                    <a:pt x="3643" y="1173"/>
                  </a:lnTo>
                  <a:cubicBezTo>
                    <a:pt x="3643" y="1173"/>
                    <a:pt x="3896" y="603"/>
                    <a:pt x="4181" y="1"/>
                  </a:cubicBezTo>
                  <a:close/>
                </a:path>
              </a:pathLst>
            </a:custGeom>
            <a:solidFill>
              <a:srgbClr val="EDEDE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2" name="Google Shape;912;p26"/>
            <p:cNvSpPr/>
            <p:nvPr/>
          </p:nvSpPr>
          <p:spPr>
            <a:xfrm>
              <a:off x="5441386" y="3398326"/>
              <a:ext cx="97327" cy="17251"/>
            </a:xfrm>
            <a:custGeom>
              <a:avLst/>
              <a:gdLst/>
              <a:ahLst/>
              <a:cxnLst/>
              <a:rect l="l" t="t" r="r" b="b"/>
              <a:pathLst>
                <a:path w="3041" h="539" extrusionOk="0">
                  <a:moveTo>
                    <a:pt x="412" y="1"/>
                  </a:moveTo>
                  <a:lnTo>
                    <a:pt x="0" y="539"/>
                  </a:lnTo>
                  <a:cubicBezTo>
                    <a:pt x="0" y="539"/>
                    <a:pt x="1647" y="539"/>
                    <a:pt x="2597" y="412"/>
                  </a:cubicBezTo>
                  <a:cubicBezTo>
                    <a:pt x="2787" y="286"/>
                    <a:pt x="2977" y="96"/>
                    <a:pt x="3040" y="1"/>
                  </a:cubicBezTo>
                  <a:lnTo>
                    <a:pt x="3040" y="1"/>
                  </a:lnTo>
                  <a:cubicBezTo>
                    <a:pt x="2819" y="22"/>
                    <a:pt x="2453" y="29"/>
                    <a:pt x="2063" y="29"/>
                  </a:cubicBezTo>
                  <a:cubicBezTo>
                    <a:pt x="1285" y="29"/>
                    <a:pt x="412" y="1"/>
                    <a:pt x="412" y="1"/>
                  </a:cubicBezTo>
                  <a:close/>
                </a:path>
              </a:pathLst>
            </a:custGeom>
            <a:solidFill>
              <a:srgbClr val="EDEDE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3" name="Google Shape;913;p26"/>
            <p:cNvSpPr/>
            <p:nvPr/>
          </p:nvSpPr>
          <p:spPr>
            <a:xfrm>
              <a:off x="4053842" y="3776817"/>
              <a:ext cx="343606" cy="293518"/>
            </a:xfrm>
            <a:custGeom>
              <a:avLst/>
              <a:gdLst/>
              <a:ahLst/>
              <a:cxnLst/>
              <a:rect l="l" t="t" r="r" b="b"/>
              <a:pathLst>
                <a:path w="10736" h="9171" extrusionOk="0">
                  <a:moveTo>
                    <a:pt x="3505" y="0"/>
                  </a:moveTo>
                  <a:cubicBezTo>
                    <a:pt x="3249" y="0"/>
                    <a:pt x="3042" y="34"/>
                    <a:pt x="2913" y="114"/>
                  </a:cubicBezTo>
                  <a:cubicBezTo>
                    <a:pt x="2216" y="525"/>
                    <a:pt x="1044" y="1254"/>
                    <a:pt x="633" y="2204"/>
                  </a:cubicBezTo>
                  <a:cubicBezTo>
                    <a:pt x="394" y="2681"/>
                    <a:pt x="1" y="3512"/>
                    <a:pt x="434" y="3512"/>
                  </a:cubicBezTo>
                  <a:cubicBezTo>
                    <a:pt x="519" y="3512"/>
                    <a:pt x="635" y="3480"/>
                    <a:pt x="791" y="3407"/>
                  </a:cubicBezTo>
                  <a:cubicBezTo>
                    <a:pt x="1709" y="2996"/>
                    <a:pt x="2913" y="2204"/>
                    <a:pt x="2913" y="2204"/>
                  </a:cubicBezTo>
                  <a:cubicBezTo>
                    <a:pt x="2913" y="2204"/>
                    <a:pt x="3104" y="2190"/>
                    <a:pt x="3367" y="2190"/>
                  </a:cubicBezTo>
                  <a:cubicBezTo>
                    <a:pt x="3805" y="2190"/>
                    <a:pt x="4441" y="2228"/>
                    <a:pt x="4718" y="2426"/>
                  </a:cubicBezTo>
                  <a:cubicBezTo>
                    <a:pt x="5154" y="2716"/>
                    <a:pt x="5751" y="3782"/>
                    <a:pt x="5232" y="3782"/>
                  </a:cubicBezTo>
                  <a:cubicBezTo>
                    <a:pt x="5186" y="3782"/>
                    <a:pt x="5131" y="3774"/>
                    <a:pt x="5066" y="3756"/>
                  </a:cubicBezTo>
                  <a:cubicBezTo>
                    <a:pt x="4343" y="3589"/>
                    <a:pt x="3547" y="3226"/>
                    <a:pt x="2978" y="3226"/>
                  </a:cubicBezTo>
                  <a:cubicBezTo>
                    <a:pt x="2899" y="3226"/>
                    <a:pt x="2824" y="3233"/>
                    <a:pt x="2754" y="3249"/>
                  </a:cubicBezTo>
                  <a:cubicBezTo>
                    <a:pt x="2153" y="3376"/>
                    <a:pt x="1013" y="4231"/>
                    <a:pt x="759" y="4547"/>
                  </a:cubicBezTo>
                  <a:cubicBezTo>
                    <a:pt x="609" y="4698"/>
                    <a:pt x="935" y="5166"/>
                    <a:pt x="1643" y="5166"/>
                  </a:cubicBezTo>
                  <a:cubicBezTo>
                    <a:pt x="1829" y="5166"/>
                    <a:pt x="2042" y="5133"/>
                    <a:pt x="2279" y="5054"/>
                  </a:cubicBezTo>
                  <a:cubicBezTo>
                    <a:pt x="2405" y="5014"/>
                    <a:pt x="2526" y="4996"/>
                    <a:pt x="2643" y="4996"/>
                  </a:cubicBezTo>
                  <a:cubicBezTo>
                    <a:pt x="3738" y="4996"/>
                    <a:pt x="4496" y="6591"/>
                    <a:pt x="5383" y="7049"/>
                  </a:cubicBezTo>
                  <a:cubicBezTo>
                    <a:pt x="6301" y="7524"/>
                    <a:pt x="9025" y="9171"/>
                    <a:pt x="9025" y="9171"/>
                  </a:cubicBezTo>
                  <a:lnTo>
                    <a:pt x="10735" y="3819"/>
                  </a:lnTo>
                  <a:cubicBezTo>
                    <a:pt x="10735" y="3819"/>
                    <a:pt x="8138" y="1032"/>
                    <a:pt x="7220" y="779"/>
                  </a:cubicBezTo>
                  <a:cubicBezTo>
                    <a:pt x="6480" y="575"/>
                    <a:pt x="4568" y="0"/>
                    <a:pt x="3505" y="0"/>
                  </a:cubicBezTo>
                  <a:close/>
                </a:path>
              </a:pathLst>
            </a:custGeom>
            <a:solidFill>
              <a:srgbClr val="3DA8C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4" name="Google Shape;914;p26"/>
            <p:cNvSpPr/>
            <p:nvPr/>
          </p:nvSpPr>
          <p:spPr>
            <a:xfrm>
              <a:off x="4318331" y="3607126"/>
              <a:ext cx="684203" cy="628642"/>
            </a:xfrm>
            <a:custGeom>
              <a:avLst/>
              <a:gdLst/>
              <a:ahLst/>
              <a:cxnLst/>
              <a:rect l="l" t="t" r="r" b="b"/>
              <a:pathLst>
                <a:path w="21378" h="19642" extrusionOk="0">
                  <a:moveTo>
                    <a:pt x="19667" y="0"/>
                  </a:moveTo>
                  <a:cubicBezTo>
                    <a:pt x="18021" y="1679"/>
                    <a:pt x="14917" y="7854"/>
                    <a:pt x="12193" y="13206"/>
                  </a:cubicBezTo>
                  <a:cubicBezTo>
                    <a:pt x="8045" y="10926"/>
                    <a:pt x="2376" y="8234"/>
                    <a:pt x="2376" y="8234"/>
                  </a:cubicBezTo>
                  <a:lnTo>
                    <a:pt x="1" y="13333"/>
                  </a:lnTo>
                  <a:cubicBezTo>
                    <a:pt x="2451" y="14635"/>
                    <a:pt x="12005" y="19642"/>
                    <a:pt x="13235" y="19642"/>
                  </a:cubicBezTo>
                  <a:cubicBezTo>
                    <a:pt x="13261" y="19642"/>
                    <a:pt x="13283" y="19640"/>
                    <a:pt x="13302" y="19635"/>
                  </a:cubicBezTo>
                  <a:cubicBezTo>
                    <a:pt x="14315" y="19350"/>
                    <a:pt x="16976" y="15170"/>
                    <a:pt x="18274" y="12351"/>
                  </a:cubicBezTo>
                  <a:cubicBezTo>
                    <a:pt x="19129" y="10483"/>
                    <a:pt x="20522" y="7094"/>
                    <a:pt x="21346" y="5067"/>
                  </a:cubicBezTo>
                  <a:cubicBezTo>
                    <a:pt x="21378" y="2439"/>
                    <a:pt x="21029" y="285"/>
                    <a:pt x="19667" y="0"/>
                  </a:cubicBezTo>
                  <a:close/>
                </a:path>
              </a:pathLst>
            </a:custGeom>
            <a:solidFill>
              <a:srgbClr val="EDEDE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5" name="Google Shape;915;p26"/>
            <p:cNvSpPr/>
            <p:nvPr/>
          </p:nvSpPr>
          <p:spPr>
            <a:xfrm>
              <a:off x="4291991" y="3742923"/>
              <a:ext cx="679114" cy="577722"/>
            </a:xfrm>
            <a:custGeom>
              <a:avLst/>
              <a:gdLst/>
              <a:ahLst/>
              <a:cxnLst/>
              <a:rect l="l" t="t" r="r" b="b"/>
              <a:pathLst>
                <a:path w="21219" h="18051" extrusionOk="0">
                  <a:moveTo>
                    <a:pt x="21219" y="1"/>
                  </a:moveTo>
                  <a:lnTo>
                    <a:pt x="21219" y="1"/>
                  </a:lnTo>
                  <a:cubicBezTo>
                    <a:pt x="19984" y="1458"/>
                    <a:pt x="19287" y="3485"/>
                    <a:pt x="18020" y="8108"/>
                  </a:cubicBezTo>
                  <a:cubicBezTo>
                    <a:pt x="17197" y="11085"/>
                    <a:pt x="15138" y="15107"/>
                    <a:pt x="14125" y="15392"/>
                  </a:cubicBezTo>
                  <a:cubicBezTo>
                    <a:pt x="14106" y="15397"/>
                    <a:pt x="14084" y="15399"/>
                    <a:pt x="14058" y="15399"/>
                  </a:cubicBezTo>
                  <a:cubicBezTo>
                    <a:pt x="12828" y="15399"/>
                    <a:pt x="3274" y="10392"/>
                    <a:pt x="824" y="9090"/>
                  </a:cubicBezTo>
                  <a:lnTo>
                    <a:pt x="0" y="10895"/>
                  </a:lnTo>
                  <a:cubicBezTo>
                    <a:pt x="0" y="10926"/>
                    <a:pt x="9598" y="18051"/>
                    <a:pt x="13805" y="18051"/>
                  </a:cubicBezTo>
                  <a:cubicBezTo>
                    <a:pt x="13962" y="18051"/>
                    <a:pt x="14111" y="18041"/>
                    <a:pt x="14252" y="18021"/>
                  </a:cubicBezTo>
                  <a:cubicBezTo>
                    <a:pt x="16595" y="17672"/>
                    <a:pt x="20744" y="10927"/>
                    <a:pt x="20744" y="10927"/>
                  </a:cubicBezTo>
                  <a:cubicBezTo>
                    <a:pt x="20744" y="10927"/>
                    <a:pt x="21124" y="4435"/>
                    <a:pt x="21219" y="1"/>
                  </a:cubicBezTo>
                  <a:close/>
                </a:path>
              </a:pathLst>
            </a:custGeom>
            <a:solidFill>
              <a:srgbClr val="D8D6D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6" name="Google Shape;916;p26"/>
            <p:cNvSpPr/>
            <p:nvPr/>
          </p:nvSpPr>
          <p:spPr>
            <a:xfrm>
              <a:off x="4903158" y="3552398"/>
              <a:ext cx="879817" cy="1142002"/>
            </a:xfrm>
            <a:custGeom>
              <a:avLst/>
              <a:gdLst/>
              <a:ahLst/>
              <a:cxnLst/>
              <a:rect l="l" t="t" r="r" b="b"/>
              <a:pathLst>
                <a:path w="27490" h="35682" extrusionOk="0">
                  <a:moveTo>
                    <a:pt x="9280" y="0"/>
                  </a:moveTo>
                  <a:lnTo>
                    <a:pt x="1394" y="1710"/>
                  </a:lnTo>
                  <a:lnTo>
                    <a:pt x="1" y="32841"/>
                  </a:lnTo>
                  <a:cubicBezTo>
                    <a:pt x="1" y="32841"/>
                    <a:pt x="2693" y="35374"/>
                    <a:pt x="15170" y="35659"/>
                  </a:cubicBezTo>
                  <a:cubicBezTo>
                    <a:pt x="15759" y="35674"/>
                    <a:pt x="16327" y="35681"/>
                    <a:pt x="16877" y="35681"/>
                  </a:cubicBezTo>
                  <a:cubicBezTo>
                    <a:pt x="19818" y="35681"/>
                    <a:pt x="22212" y="35478"/>
                    <a:pt x="24133" y="35184"/>
                  </a:cubicBezTo>
                  <a:cubicBezTo>
                    <a:pt x="24006" y="32081"/>
                    <a:pt x="23974" y="28977"/>
                    <a:pt x="23974" y="25874"/>
                  </a:cubicBezTo>
                  <a:cubicBezTo>
                    <a:pt x="24006" y="21788"/>
                    <a:pt x="23943" y="17671"/>
                    <a:pt x="24259" y="13618"/>
                  </a:cubicBezTo>
                  <a:cubicBezTo>
                    <a:pt x="24449" y="10768"/>
                    <a:pt x="24544" y="5036"/>
                    <a:pt x="27490" y="3230"/>
                  </a:cubicBezTo>
                  <a:cubicBezTo>
                    <a:pt x="25463" y="2439"/>
                    <a:pt x="21694" y="1267"/>
                    <a:pt x="21694" y="1267"/>
                  </a:cubicBezTo>
                  <a:cubicBezTo>
                    <a:pt x="21694" y="1267"/>
                    <a:pt x="16726" y="2983"/>
                    <a:pt x="13502" y="2983"/>
                  </a:cubicBezTo>
                  <a:cubicBezTo>
                    <a:pt x="12908" y="2983"/>
                    <a:pt x="12374" y="2925"/>
                    <a:pt x="11940" y="2787"/>
                  </a:cubicBezTo>
                  <a:cubicBezTo>
                    <a:pt x="9122" y="1900"/>
                    <a:pt x="9280" y="0"/>
                    <a:pt x="9280" y="0"/>
                  </a:cubicBezTo>
                  <a:close/>
                </a:path>
              </a:pathLst>
            </a:custGeom>
            <a:solidFill>
              <a:srgbClr val="EDEDE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7" name="Google Shape;917;p26"/>
            <p:cNvSpPr/>
            <p:nvPr/>
          </p:nvSpPr>
          <p:spPr>
            <a:xfrm>
              <a:off x="5129210" y="3551373"/>
              <a:ext cx="337525" cy="719664"/>
            </a:xfrm>
            <a:custGeom>
              <a:avLst/>
              <a:gdLst/>
              <a:ahLst/>
              <a:cxnLst/>
              <a:rect l="l" t="t" r="r" b="b"/>
              <a:pathLst>
                <a:path w="10546" h="22486" extrusionOk="0">
                  <a:moveTo>
                    <a:pt x="4655" y="1"/>
                  </a:moveTo>
                  <a:lnTo>
                    <a:pt x="1362" y="1267"/>
                  </a:lnTo>
                  <a:cubicBezTo>
                    <a:pt x="1362" y="1267"/>
                    <a:pt x="1140" y="5733"/>
                    <a:pt x="570" y="9786"/>
                  </a:cubicBezTo>
                  <a:cubicBezTo>
                    <a:pt x="0" y="13871"/>
                    <a:pt x="2344" y="22485"/>
                    <a:pt x="2344" y="22485"/>
                  </a:cubicBezTo>
                  <a:lnTo>
                    <a:pt x="10546" y="5131"/>
                  </a:lnTo>
                  <a:lnTo>
                    <a:pt x="6334" y="666"/>
                  </a:lnTo>
                  <a:lnTo>
                    <a:pt x="4655" y="1"/>
                  </a:ln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8" name="Google Shape;918;p26"/>
            <p:cNvSpPr/>
            <p:nvPr/>
          </p:nvSpPr>
          <p:spPr>
            <a:xfrm>
              <a:off x="5232586" y="3565552"/>
              <a:ext cx="117586" cy="138902"/>
            </a:xfrm>
            <a:custGeom>
              <a:avLst/>
              <a:gdLst/>
              <a:ahLst/>
              <a:cxnLst/>
              <a:rect l="l" t="t" r="r" b="b"/>
              <a:pathLst>
                <a:path w="3674" h="4340" extrusionOk="0">
                  <a:moveTo>
                    <a:pt x="2027" y="1"/>
                  </a:moveTo>
                  <a:lnTo>
                    <a:pt x="0" y="1648"/>
                  </a:lnTo>
                  <a:lnTo>
                    <a:pt x="570" y="4181"/>
                  </a:lnTo>
                  <a:lnTo>
                    <a:pt x="2471" y="4340"/>
                  </a:lnTo>
                  <a:lnTo>
                    <a:pt x="3674" y="1838"/>
                  </a:lnTo>
                  <a:lnTo>
                    <a:pt x="2027" y="1"/>
                  </a:lnTo>
                  <a:close/>
                </a:path>
              </a:pathLst>
            </a:custGeom>
            <a:solidFill>
              <a:srgbClr val="F2856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19" name="Google Shape;919;p26"/>
            <p:cNvSpPr/>
            <p:nvPr/>
          </p:nvSpPr>
          <p:spPr>
            <a:xfrm>
              <a:off x="5157566" y="3687203"/>
              <a:ext cx="192606" cy="583835"/>
            </a:xfrm>
            <a:custGeom>
              <a:avLst/>
              <a:gdLst/>
              <a:ahLst/>
              <a:cxnLst/>
              <a:rect l="l" t="t" r="r" b="b"/>
              <a:pathLst>
                <a:path w="6018" h="18242" extrusionOk="0">
                  <a:moveTo>
                    <a:pt x="3009" y="0"/>
                  </a:moveTo>
                  <a:lnTo>
                    <a:pt x="1" y="6619"/>
                  </a:lnTo>
                  <a:lnTo>
                    <a:pt x="1458" y="18241"/>
                  </a:lnTo>
                  <a:lnTo>
                    <a:pt x="6018" y="7126"/>
                  </a:lnTo>
                  <a:lnTo>
                    <a:pt x="4656" y="190"/>
                  </a:lnTo>
                  <a:lnTo>
                    <a:pt x="3009" y="0"/>
                  </a:lnTo>
                  <a:close/>
                </a:path>
              </a:pathLst>
            </a:custGeom>
            <a:solidFill>
              <a:srgbClr val="F2856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0" name="Google Shape;920;p26"/>
            <p:cNvSpPr/>
            <p:nvPr/>
          </p:nvSpPr>
          <p:spPr>
            <a:xfrm>
              <a:off x="5172768" y="3480418"/>
              <a:ext cx="134837" cy="222019"/>
            </a:xfrm>
            <a:custGeom>
              <a:avLst/>
              <a:gdLst/>
              <a:ahLst/>
              <a:cxnLst/>
              <a:rect l="l" t="t" r="r" b="b"/>
              <a:pathLst>
                <a:path w="4213" h="6937" extrusionOk="0">
                  <a:moveTo>
                    <a:pt x="983" y="1"/>
                  </a:moveTo>
                  <a:lnTo>
                    <a:pt x="1" y="6936"/>
                  </a:lnTo>
                  <a:lnTo>
                    <a:pt x="1" y="6936"/>
                  </a:lnTo>
                  <a:lnTo>
                    <a:pt x="4213" y="2566"/>
                  </a:lnTo>
                  <a:lnTo>
                    <a:pt x="983" y="1"/>
                  </a:lnTo>
                  <a:close/>
                </a:path>
              </a:pathLst>
            </a:custGeom>
            <a:solidFill>
              <a:srgbClr val="EDEDE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1" name="Google Shape;921;p26"/>
            <p:cNvSpPr/>
            <p:nvPr/>
          </p:nvSpPr>
          <p:spPr>
            <a:xfrm>
              <a:off x="5292371" y="3494629"/>
              <a:ext cx="222019" cy="220963"/>
            </a:xfrm>
            <a:custGeom>
              <a:avLst/>
              <a:gdLst/>
              <a:ahLst/>
              <a:cxnLst/>
              <a:rect l="l" t="t" r="r" b="b"/>
              <a:pathLst>
                <a:path w="6937" h="6904" extrusionOk="0">
                  <a:moveTo>
                    <a:pt x="6936" y="0"/>
                  </a:moveTo>
                  <a:lnTo>
                    <a:pt x="1" y="2122"/>
                  </a:lnTo>
                  <a:lnTo>
                    <a:pt x="3009" y="6904"/>
                  </a:lnTo>
                  <a:lnTo>
                    <a:pt x="6936" y="0"/>
                  </a:lnTo>
                  <a:close/>
                </a:path>
              </a:pathLst>
            </a:custGeom>
            <a:solidFill>
              <a:srgbClr val="EDEDE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2" name="Google Shape;922;p26"/>
            <p:cNvSpPr/>
            <p:nvPr/>
          </p:nvSpPr>
          <p:spPr>
            <a:xfrm>
              <a:off x="5001478" y="3458111"/>
              <a:ext cx="215938" cy="812927"/>
            </a:xfrm>
            <a:custGeom>
              <a:avLst/>
              <a:gdLst/>
              <a:ahLst/>
              <a:cxnLst/>
              <a:rect l="l" t="t" r="r" b="b"/>
              <a:pathLst>
                <a:path w="6747" h="25400" extrusionOk="0">
                  <a:moveTo>
                    <a:pt x="6746" y="1"/>
                  </a:moveTo>
                  <a:cubicBezTo>
                    <a:pt x="6746" y="1"/>
                    <a:pt x="4181" y="951"/>
                    <a:pt x="2249" y="3136"/>
                  </a:cubicBezTo>
                  <a:cubicBezTo>
                    <a:pt x="349" y="5321"/>
                    <a:pt x="1" y="7348"/>
                    <a:pt x="1" y="7348"/>
                  </a:cubicBezTo>
                  <a:lnTo>
                    <a:pt x="3326" y="8552"/>
                  </a:lnTo>
                  <a:lnTo>
                    <a:pt x="1" y="10072"/>
                  </a:lnTo>
                  <a:lnTo>
                    <a:pt x="6335" y="25399"/>
                  </a:lnTo>
                  <a:cubicBezTo>
                    <a:pt x="6335" y="25399"/>
                    <a:pt x="5701" y="10642"/>
                    <a:pt x="6335" y="5860"/>
                  </a:cubicBezTo>
                  <a:cubicBezTo>
                    <a:pt x="6651" y="3580"/>
                    <a:pt x="6746" y="1"/>
                    <a:pt x="6746" y="1"/>
                  </a:cubicBezTo>
                  <a:close/>
                </a:path>
              </a:pathLst>
            </a:custGeom>
            <a:solidFill>
              <a:srgbClr val="D8D6D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3" name="Google Shape;923;p26"/>
            <p:cNvSpPr/>
            <p:nvPr/>
          </p:nvSpPr>
          <p:spPr>
            <a:xfrm>
              <a:off x="5204197" y="3436828"/>
              <a:ext cx="435876" cy="834210"/>
            </a:xfrm>
            <a:custGeom>
              <a:avLst/>
              <a:gdLst/>
              <a:ahLst/>
              <a:cxnLst/>
              <a:rect l="l" t="t" r="r" b="b"/>
              <a:pathLst>
                <a:path w="13619" h="26065" extrusionOk="0">
                  <a:moveTo>
                    <a:pt x="10071" y="1"/>
                  </a:moveTo>
                  <a:cubicBezTo>
                    <a:pt x="10071" y="1"/>
                    <a:pt x="6905" y="5670"/>
                    <a:pt x="5226" y="9755"/>
                  </a:cubicBezTo>
                  <a:cubicBezTo>
                    <a:pt x="2724" y="15804"/>
                    <a:pt x="1" y="26064"/>
                    <a:pt x="1" y="26064"/>
                  </a:cubicBezTo>
                  <a:lnTo>
                    <a:pt x="10198" y="13587"/>
                  </a:lnTo>
                  <a:lnTo>
                    <a:pt x="8076" y="10262"/>
                  </a:lnTo>
                  <a:lnTo>
                    <a:pt x="12288" y="9597"/>
                  </a:lnTo>
                  <a:cubicBezTo>
                    <a:pt x="12288" y="9597"/>
                    <a:pt x="13618" y="6050"/>
                    <a:pt x="13618" y="4593"/>
                  </a:cubicBezTo>
                  <a:cubicBezTo>
                    <a:pt x="13618" y="2059"/>
                    <a:pt x="10071" y="1"/>
                    <a:pt x="10071" y="1"/>
                  </a:cubicBezTo>
                  <a:close/>
                </a:path>
              </a:pathLst>
            </a:custGeom>
            <a:solidFill>
              <a:srgbClr val="D8D6D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4" name="Google Shape;924;p26"/>
            <p:cNvSpPr/>
            <p:nvPr/>
          </p:nvSpPr>
          <p:spPr>
            <a:xfrm>
              <a:off x="5597475" y="3749004"/>
              <a:ext cx="136853" cy="938611"/>
            </a:xfrm>
            <a:custGeom>
              <a:avLst/>
              <a:gdLst/>
              <a:ahLst/>
              <a:cxnLst/>
              <a:rect l="l" t="t" r="r" b="b"/>
              <a:pathLst>
                <a:path w="4276" h="29327" extrusionOk="0">
                  <a:moveTo>
                    <a:pt x="4276" y="1"/>
                  </a:moveTo>
                  <a:cubicBezTo>
                    <a:pt x="4275" y="1"/>
                    <a:pt x="1330" y="2155"/>
                    <a:pt x="634" y="10737"/>
                  </a:cubicBezTo>
                  <a:cubicBezTo>
                    <a:pt x="95" y="17260"/>
                    <a:pt x="0" y="29326"/>
                    <a:pt x="0" y="29326"/>
                  </a:cubicBezTo>
                  <a:lnTo>
                    <a:pt x="2692" y="28978"/>
                  </a:lnTo>
                  <a:cubicBezTo>
                    <a:pt x="2692" y="28978"/>
                    <a:pt x="2629" y="22518"/>
                    <a:pt x="2882" y="13777"/>
                  </a:cubicBezTo>
                  <a:cubicBezTo>
                    <a:pt x="3135" y="5195"/>
                    <a:pt x="4275" y="1"/>
                    <a:pt x="4276" y="1"/>
                  </a:cubicBezTo>
                  <a:close/>
                </a:path>
              </a:pathLst>
            </a:custGeom>
            <a:solidFill>
              <a:srgbClr val="BCBCBC"/>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5" name="Google Shape;925;p26"/>
            <p:cNvSpPr/>
            <p:nvPr/>
          </p:nvSpPr>
          <p:spPr>
            <a:xfrm>
              <a:off x="4604168" y="3659838"/>
              <a:ext cx="75052" cy="185501"/>
            </a:xfrm>
            <a:custGeom>
              <a:avLst/>
              <a:gdLst/>
              <a:ahLst/>
              <a:cxnLst/>
              <a:rect l="l" t="t" r="r" b="b"/>
              <a:pathLst>
                <a:path w="2345" h="5796" extrusionOk="0">
                  <a:moveTo>
                    <a:pt x="286" y="0"/>
                  </a:moveTo>
                  <a:lnTo>
                    <a:pt x="1" y="127"/>
                  </a:lnTo>
                  <a:lnTo>
                    <a:pt x="2027" y="5795"/>
                  </a:lnTo>
                  <a:lnTo>
                    <a:pt x="2344" y="5669"/>
                  </a:lnTo>
                  <a:lnTo>
                    <a:pt x="286" y="0"/>
                  </a:lnTo>
                  <a:close/>
                </a:path>
              </a:pathLst>
            </a:custGeom>
            <a:solidFill>
              <a:srgbClr val="EDEDE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6" name="Google Shape;926;p26"/>
            <p:cNvSpPr/>
            <p:nvPr/>
          </p:nvSpPr>
          <p:spPr>
            <a:xfrm>
              <a:off x="4626475" y="3755085"/>
              <a:ext cx="59817" cy="76076"/>
            </a:xfrm>
            <a:custGeom>
              <a:avLst/>
              <a:gdLst/>
              <a:ahLst/>
              <a:cxnLst/>
              <a:rect l="l" t="t" r="r" b="b"/>
              <a:pathLst>
                <a:path w="1869" h="2377" extrusionOk="0">
                  <a:moveTo>
                    <a:pt x="1140" y="1"/>
                  </a:moveTo>
                  <a:lnTo>
                    <a:pt x="0" y="413"/>
                  </a:lnTo>
                  <a:lnTo>
                    <a:pt x="697" y="2376"/>
                  </a:lnTo>
                  <a:lnTo>
                    <a:pt x="1869" y="1964"/>
                  </a:lnTo>
                  <a:lnTo>
                    <a:pt x="1140" y="1"/>
                  </a:lnTo>
                  <a:close/>
                </a:path>
              </a:pathLst>
            </a:custGeom>
            <a:solidFill>
              <a:srgbClr val="D8D6D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7" name="Google Shape;927;p26"/>
            <p:cNvSpPr/>
            <p:nvPr/>
          </p:nvSpPr>
          <p:spPr>
            <a:xfrm>
              <a:off x="4723770" y="4067262"/>
              <a:ext cx="77068" cy="41607"/>
            </a:xfrm>
            <a:custGeom>
              <a:avLst/>
              <a:gdLst/>
              <a:ahLst/>
              <a:cxnLst/>
              <a:rect l="l" t="t" r="r" b="b"/>
              <a:pathLst>
                <a:path w="2408" h="1300" extrusionOk="0">
                  <a:moveTo>
                    <a:pt x="2249" y="1"/>
                  </a:moveTo>
                  <a:lnTo>
                    <a:pt x="1" y="793"/>
                  </a:lnTo>
                  <a:lnTo>
                    <a:pt x="191" y="1299"/>
                  </a:lnTo>
                  <a:lnTo>
                    <a:pt x="2407" y="508"/>
                  </a:lnTo>
                  <a:lnTo>
                    <a:pt x="2249" y="1"/>
                  </a:lnTo>
                  <a:close/>
                </a:path>
              </a:pathLst>
            </a:custGeom>
            <a:solidFill>
              <a:srgbClr val="D8D6D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8" name="Google Shape;928;p26"/>
            <p:cNvSpPr/>
            <p:nvPr/>
          </p:nvSpPr>
          <p:spPr>
            <a:xfrm>
              <a:off x="4618346" y="3773328"/>
              <a:ext cx="152088" cy="249383"/>
            </a:xfrm>
            <a:custGeom>
              <a:avLst/>
              <a:gdLst/>
              <a:ahLst/>
              <a:cxnLst/>
              <a:rect l="l" t="t" r="r" b="b"/>
              <a:pathLst>
                <a:path w="4752" h="7792" extrusionOk="0">
                  <a:moveTo>
                    <a:pt x="2249" y="1"/>
                  </a:moveTo>
                  <a:lnTo>
                    <a:pt x="1" y="793"/>
                  </a:lnTo>
                  <a:lnTo>
                    <a:pt x="2534" y="7792"/>
                  </a:lnTo>
                  <a:lnTo>
                    <a:pt x="4751" y="6968"/>
                  </a:lnTo>
                  <a:lnTo>
                    <a:pt x="2249" y="1"/>
                  </a:lnTo>
                  <a:close/>
                </a:path>
              </a:pathLst>
            </a:custGeom>
            <a:solidFill>
              <a:srgbClr val="D1D1D1"/>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29" name="Google Shape;929;p26"/>
            <p:cNvSpPr/>
            <p:nvPr/>
          </p:nvSpPr>
          <p:spPr>
            <a:xfrm>
              <a:off x="4682228" y="3927400"/>
              <a:ext cx="73996" cy="79084"/>
            </a:xfrm>
            <a:custGeom>
              <a:avLst/>
              <a:gdLst/>
              <a:ahLst/>
              <a:cxnLst/>
              <a:rect l="l" t="t" r="r" b="b"/>
              <a:pathLst>
                <a:path w="2312" h="2471" extrusionOk="0">
                  <a:moveTo>
                    <a:pt x="1615" y="1"/>
                  </a:moveTo>
                  <a:lnTo>
                    <a:pt x="0" y="571"/>
                  </a:lnTo>
                  <a:lnTo>
                    <a:pt x="697" y="2471"/>
                  </a:lnTo>
                  <a:lnTo>
                    <a:pt x="2312" y="1901"/>
                  </a:lnTo>
                  <a:lnTo>
                    <a:pt x="1615" y="1"/>
                  </a:ln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30" name="Google Shape;930;p26"/>
            <p:cNvSpPr/>
            <p:nvPr/>
          </p:nvSpPr>
          <p:spPr>
            <a:xfrm>
              <a:off x="4632556" y="3787538"/>
              <a:ext cx="101392" cy="158137"/>
            </a:xfrm>
            <a:custGeom>
              <a:avLst/>
              <a:gdLst/>
              <a:ahLst/>
              <a:cxnLst/>
              <a:rect l="l" t="t" r="r" b="b"/>
              <a:pathLst>
                <a:path w="3168" h="4941" extrusionOk="0">
                  <a:moveTo>
                    <a:pt x="1615" y="0"/>
                  </a:moveTo>
                  <a:lnTo>
                    <a:pt x="0" y="602"/>
                  </a:lnTo>
                  <a:lnTo>
                    <a:pt x="1552" y="4941"/>
                  </a:lnTo>
                  <a:lnTo>
                    <a:pt x="3167" y="4371"/>
                  </a:lnTo>
                  <a:lnTo>
                    <a:pt x="1615" y="0"/>
                  </a:lnTo>
                  <a:close/>
                </a:path>
              </a:pathLst>
            </a:custGeom>
            <a:solidFill>
              <a:srgbClr val="E27664"/>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31" name="Google Shape;931;p26"/>
            <p:cNvSpPr/>
            <p:nvPr/>
          </p:nvSpPr>
          <p:spPr>
            <a:xfrm>
              <a:off x="4698422" y="3932489"/>
              <a:ext cx="73003" cy="159161"/>
            </a:xfrm>
            <a:custGeom>
              <a:avLst/>
              <a:gdLst/>
              <a:ahLst/>
              <a:cxnLst/>
              <a:rect l="l" t="t" r="r" b="b"/>
              <a:pathLst>
                <a:path w="2281" h="4973" extrusionOk="0">
                  <a:moveTo>
                    <a:pt x="571" y="0"/>
                  </a:moveTo>
                  <a:lnTo>
                    <a:pt x="1" y="222"/>
                  </a:lnTo>
                  <a:lnTo>
                    <a:pt x="1711" y="4972"/>
                  </a:lnTo>
                  <a:lnTo>
                    <a:pt x="2281" y="4750"/>
                  </a:lnTo>
                  <a:lnTo>
                    <a:pt x="571" y="0"/>
                  </a:lnTo>
                  <a:close/>
                </a:path>
              </a:pathLst>
            </a:custGeom>
            <a:solidFill>
              <a:srgbClr val="D8D6D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32" name="Google Shape;932;p26"/>
            <p:cNvSpPr/>
            <p:nvPr/>
          </p:nvSpPr>
          <p:spPr>
            <a:xfrm>
              <a:off x="4670066" y="3915238"/>
              <a:ext cx="77036" cy="42599"/>
            </a:xfrm>
            <a:custGeom>
              <a:avLst/>
              <a:gdLst/>
              <a:ahLst/>
              <a:cxnLst/>
              <a:rect l="l" t="t" r="r" b="b"/>
              <a:pathLst>
                <a:path w="2407" h="1331" extrusionOk="0">
                  <a:moveTo>
                    <a:pt x="2217" y="1"/>
                  </a:moveTo>
                  <a:lnTo>
                    <a:pt x="0" y="824"/>
                  </a:lnTo>
                  <a:lnTo>
                    <a:pt x="158" y="1331"/>
                  </a:lnTo>
                  <a:lnTo>
                    <a:pt x="2407" y="507"/>
                  </a:lnTo>
                  <a:lnTo>
                    <a:pt x="2217" y="1"/>
                  </a:lnTo>
                  <a:close/>
                </a:path>
              </a:pathLst>
            </a:custGeom>
            <a:solidFill>
              <a:srgbClr val="D8D6D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33" name="Google Shape;933;p26"/>
            <p:cNvSpPr/>
            <p:nvPr/>
          </p:nvSpPr>
          <p:spPr>
            <a:xfrm>
              <a:off x="4662961" y="3802101"/>
              <a:ext cx="22339" cy="19683"/>
            </a:xfrm>
            <a:custGeom>
              <a:avLst/>
              <a:gdLst/>
              <a:ahLst/>
              <a:cxnLst/>
              <a:rect l="l" t="t" r="r" b="b"/>
              <a:pathLst>
                <a:path w="698" h="615" extrusionOk="0">
                  <a:moveTo>
                    <a:pt x="354" y="1"/>
                  </a:moveTo>
                  <a:cubicBezTo>
                    <a:pt x="321" y="1"/>
                    <a:pt x="288" y="7"/>
                    <a:pt x="254" y="20"/>
                  </a:cubicBezTo>
                  <a:cubicBezTo>
                    <a:pt x="64" y="84"/>
                    <a:pt x="0" y="242"/>
                    <a:pt x="64" y="400"/>
                  </a:cubicBezTo>
                  <a:cubicBezTo>
                    <a:pt x="87" y="543"/>
                    <a:pt x="200" y="614"/>
                    <a:pt x="322" y="614"/>
                  </a:cubicBezTo>
                  <a:cubicBezTo>
                    <a:pt x="363" y="614"/>
                    <a:pt x="404" y="606"/>
                    <a:pt x="444" y="590"/>
                  </a:cubicBezTo>
                  <a:cubicBezTo>
                    <a:pt x="602" y="559"/>
                    <a:pt x="697" y="369"/>
                    <a:pt x="634" y="210"/>
                  </a:cubicBezTo>
                  <a:cubicBezTo>
                    <a:pt x="584" y="86"/>
                    <a:pt x="475" y="1"/>
                    <a:pt x="354" y="1"/>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34" name="Google Shape;934;p26"/>
            <p:cNvSpPr/>
            <p:nvPr/>
          </p:nvSpPr>
          <p:spPr>
            <a:xfrm>
              <a:off x="4674098" y="3826808"/>
              <a:ext cx="15234" cy="13730"/>
            </a:xfrm>
            <a:custGeom>
              <a:avLst/>
              <a:gdLst/>
              <a:ahLst/>
              <a:cxnLst/>
              <a:rect l="l" t="t" r="r" b="b"/>
              <a:pathLst>
                <a:path w="476" h="429" extrusionOk="0">
                  <a:moveTo>
                    <a:pt x="226" y="0"/>
                  </a:moveTo>
                  <a:cubicBezTo>
                    <a:pt x="204" y="0"/>
                    <a:pt x="182" y="3"/>
                    <a:pt x="159" y="8"/>
                  </a:cubicBezTo>
                  <a:cubicBezTo>
                    <a:pt x="64" y="72"/>
                    <a:pt x="1" y="167"/>
                    <a:pt x="32" y="293"/>
                  </a:cubicBezTo>
                  <a:cubicBezTo>
                    <a:pt x="85" y="372"/>
                    <a:pt x="158" y="428"/>
                    <a:pt x="253" y="428"/>
                  </a:cubicBezTo>
                  <a:cubicBezTo>
                    <a:pt x="274" y="428"/>
                    <a:pt x="295" y="426"/>
                    <a:pt x="317" y="420"/>
                  </a:cubicBezTo>
                  <a:cubicBezTo>
                    <a:pt x="412" y="357"/>
                    <a:pt x="476" y="262"/>
                    <a:pt x="444" y="135"/>
                  </a:cubicBezTo>
                  <a:cubicBezTo>
                    <a:pt x="418" y="57"/>
                    <a:pt x="328" y="0"/>
                    <a:pt x="226" y="0"/>
                  </a:cubicBezTo>
                  <a:close/>
                </a:path>
              </a:pathLst>
            </a:custGeom>
            <a:solidFill>
              <a:srgbClr val="FFFFFF"/>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35" name="Google Shape;935;p26"/>
            <p:cNvSpPr/>
            <p:nvPr/>
          </p:nvSpPr>
          <p:spPr>
            <a:xfrm>
              <a:off x="4650799" y="3889890"/>
              <a:ext cx="476394" cy="291950"/>
            </a:xfrm>
            <a:custGeom>
              <a:avLst/>
              <a:gdLst/>
              <a:ahLst/>
              <a:cxnLst/>
              <a:rect l="l" t="t" r="r" b="b"/>
              <a:pathLst>
                <a:path w="14885" h="9122" extrusionOk="0">
                  <a:moveTo>
                    <a:pt x="4300" y="1"/>
                  </a:moveTo>
                  <a:cubicBezTo>
                    <a:pt x="4292" y="1"/>
                    <a:pt x="4284" y="1"/>
                    <a:pt x="4276" y="1"/>
                  </a:cubicBezTo>
                  <a:cubicBezTo>
                    <a:pt x="3611" y="33"/>
                    <a:pt x="1647" y="223"/>
                    <a:pt x="982" y="223"/>
                  </a:cubicBezTo>
                  <a:cubicBezTo>
                    <a:pt x="285" y="254"/>
                    <a:pt x="0" y="951"/>
                    <a:pt x="1267" y="1299"/>
                  </a:cubicBezTo>
                  <a:cubicBezTo>
                    <a:pt x="2566" y="1648"/>
                    <a:pt x="3611" y="1363"/>
                    <a:pt x="4339" y="1743"/>
                  </a:cubicBezTo>
                  <a:cubicBezTo>
                    <a:pt x="4972" y="2091"/>
                    <a:pt x="7126" y="4435"/>
                    <a:pt x="6619" y="5385"/>
                  </a:cubicBezTo>
                  <a:cubicBezTo>
                    <a:pt x="6176" y="6240"/>
                    <a:pt x="2724" y="5923"/>
                    <a:pt x="2186" y="7443"/>
                  </a:cubicBezTo>
                  <a:cubicBezTo>
                    <a:pt x="1953" y="8124"/>
                    <a:pt x="2051" y="8343"/>
                    <a:pt x="2334" y="8343"/>
                  </a:cubicBezTo>
                  <a:cubicBezTo>
                    <a:pt x="2591" y="8343"/>
                    <a:pt x="3000" y="8162"/>
                    <a:pt x="3452" y="7981"/>
                  </a:cubicBezTo>
                  <a:cubicBezTo>
                    <a:pt x="3929" y="7777"/>
                    <a:pt x="4590" y="7655"/>
                    <a:pt x="5212" y="7655"/>
                  </a:cubicBezTo>
                  <a:cubicBezTo>
                    <a:pt x="5746" y="7655"/>
                    <a:pt x="6251" y="7745"/>
                    <a:pt x="6588" y="7950"/>
                  </a:cubicBezTo>
                  <a:cubicBezTo>
                    <a:pt x="6920" y="8140"/>
                    <a:pt x="7672" y="8187"/>
                    <a:pt x="8341" y="8187"/>
                  </a:cubicBezTo>
                  <a:cubicBezTo>
                    <a:pt x="9010" y="8187"/>
                    <a:pt x="9596" y="8140"/>
                    <a:pt x="9596" y="8140"/>
                  </a:cubicBezTo>
                  <a:lnTo>
                    <a:pt x="11243" y="9122"/>
                  </a:lnTo>
                  <a:lnTo>
                    <a:pt x="14885" y="6651"/>
                  </a:lnTo>
                  <a:lnTo>
                    <a:pt x="9786" y="1996"/>
                  </a:lnTo>
                  <a:cubicBezTo>
                    <a:pt x="9786" y="1996"/>
                    <a:pt x="5359" y="1"/>
                    <a:pt x="4300" y="1"/>
                  </a:cubicBezTo>
                  <a:close/>
                </a:path>
              </a:pathLst>
            </a:custGeom>
            <a:solidFill>
              <a:srgbClr val="3DA8C9"/>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36" name="Google Shape;936;p26"/>
            <p:cNvSpPr/>
            <p:nvPr/>
          </p:nvSpPr>
          <p:spPr>
            <a:xfrm>
              <a:off x="4971073" y="3655774"/>
              <a:ext cx="889963" cy="778970"/>
            </a:xfrm>
            <a:custGeom>
              <a:avLst/>
              <a:gdLst/>
              <a:ahLst/>
              <a:cxnLst/>
              <a:rect l="l" t="t" r="r" b="b"/>
              <a:pathLst>
                <a:path w="27807" h="24339" extrusionOk="0">
                  <a:moveTo>
                    <a:pt x="25368" y="0"/>
                  </a:moveTo>
                  <a:cubicBezTo>
                    <a:pt x="21631" y="444"/>
                    <a:pt x="19256" y="9881"/>
                    <a:pt x="18242" y="12953"/>
                  </a:cubicBezTo>
                  <a:cubicBezTo>
                    <a:pt x="17260" y="16057"/>
                    <a:pt x="15867" y="19223"/>
                    <a:pt x="15867" y="19223"/>
                  </a:cubicBezTo>
                  <a:lnTo>
                    <a:pt x="2788" y="11750"/>
                  </a:lnTo>
                  <a:lnTo>
                    <a:pt x="1" y="16088"/>
                  </a:lnTo>
                  <a:cubicBezTo>
                    <a:pt x="2154" y="17418"/>
                    <a:pt x="10483" y="22580"/>
                    <a:pt x="13523" y="23625"/>
                  </a:cubicBezTo>
                  <a:cubicBezTo>
                    <a:pt x="14915" y="24100"/>
                    <a:pt x="16065" y="24339"/>
                    <a:pt x="17039" y="24339"/>
                  </a:cubicBezTo>
                  <a:cubicBezTo>
                    <a:pt x="19058" y="24339"/>
                    <a:pt x="20320" y="23312"/>
                    <a:pt x="21409" y="21219"/>
                  </a:cubicBezTo>
                  <a:cubicBezTo>
                    <a:pt x="23341" y="17545"/>
                    <a:pt x="27014" y="7063"/>
                    <a:pt x="27490" y="4497"/>
                  </a:cubicBezTo>
                  <a:cubicBezTo>
                    <a:pt x="27648" y="3642"/>
                    <a:pt x="27743" y="2946"/>
                    <a:pt x="27806" y="2344"/>
                  </a:cubicBezTo>
                  <a:cubicBezTo>
                    <a:pt x="27300" y="1362"/>
                    <a:pt x="26508" y="539"/>
                    <a:pt x="25368" y="0"/>
                  </a:cubicBezTo>
                  <a:close/>
                </a:path>
              </a:pathLst>
            </a:custGeom>
            <a:solidFill>
              <a:srgbClr val="EDEDED"/>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sp>
          <p:nvSpPr>
            <p:cNvPr id="937" name="Google Shape;937;p26"/>
            <p:cNvSpPr/>
            <p:nvPr/>
          </p:nvSpPr>
          <p:spPr>
            <a:xfrm>
              <a:off x="4935611" y="3731786"/>
              <a:ext cx="1014623" cy="804190"/>
            </a:xfrm>
            <a:custGeom>
              <a:avLst/>
              <a:gdLst/>
              <a:ahLst/>
              <a:cxnLst/>
              <a:rect l="l" t="t" r="r" b="b"/>
              <a:pathLst>
                <a:path w="31702" h="25127" extrusionOk="0">
                  <a:moveTo>
                    <a:pt x="28914" y="1"/>
                  </a:moveTo>
                  <a:lnTo>
                    <a:pt x="28914" y="1"/>
                  </a:lnTo>
                  <a:cubicBezTo>
                    <a:pt x="28851" y="571"/>
                    <a:pt x="28756" y="1267"/>
                    <a:pt x="28598" y="2122"/>
                  </a:cubicBezTo>
                  <a:cubicBezTo>
                    <a:pt x="28122" y="4688"/>
                    <a:pt x="24449" y="15170"/>
                    <a:pt x="22517" y="18844"/>
                  </a:cubicBezTo>
                  <a:cubicBezTo>
                    <a:pt x="21428" y="20937"/>
                    <a:pt x="20166" y="21964"/>
                    <a:pt x="18147" y="21964"/>
                  </a:cubicBezTo>
                  <a:cubicBezTo>
                    <a:pt x="17173" y="21964"/>
                    <a:pt x="16023" y="21725"/>
                    <a:pt x="14631" y="21250"/>
                  </a:cubicBezTo>
                  <a:cubicBezTo>
                    <a:pt x="11591" y="20205"/>
                    <a:pt x="3262" y="15043"/>
                    <a:pt x="1109" y="13682"/>
                  </a:cubicBezTo>
                  <a:lnTo>
                    <a:pt x="0" y="15423"/>
                  </a:lnTo>
                  <a:cubicBezTo>
                    <a:pt x="0" y="15423"/>
                    <a:pt x="8519" y="21282"/>
                    <a:pt x="12035" y="23214"/>
                  </a:cubicBezTo>
                  <a:cubicBezTo>
                    <a:pt x="13811" y="24174"/>
                    <a:pt x="15604" y="25126"/>
                    <a:pt x="17420" y="25126"/>
                  </a:cubicBezTo>
                  <a:cubicBezTo>
                    <a:pt x="19199" y="25126"/>
                    <a:pt x="21001" y="24214"/>
                    <a:pt x="22834" y="21504"/>
                  </a:cubicBezTo>
                  <a:cubicBezTo>
                    <a:pt x="25937" y="16912"/>
                    <a:pt x="31701" y="5511"/>
                    <a:pt x="28914" y="1"/>
                  </a:cubicBezTo>
                  <a:close/>
                </a:path>
              </a:pathLst>
            </a:custGeom>
            <a:solidFill>
              <a:srgbClr val="D8D6D6"/>
            </a:solidFill>
            <a:ln>
              <a:noFill/>
            </a:ln>
          </p:spPr>
          <p:txBody>
            <a:bodyPr spcFirstLastPara="1" wrap="square" lIns="137250" tIns="137250" rIns="137250" bIns="13725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27"/>
          <p:cNvSpPr txBox="1"/>
          <p:nvPr/>
        </p:nvSpPr>
        <p:spPr>
          <a:xfrm>
            <a:off x="567650" y="264450"/>
            <a:ext cx="4518900" cy="101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a:solidFill>
                  <a:schemeClr val="accent5"/>
                </a:solidFill>
                <a:latin typeface="Encode Sans ExtraBold"/>
                <a:ea typeface="Encode Sans ExtraBold"/>
                <a:cs typeface="Encode Sans ExtraBold"/>
                <a:sym typeface="Encode Sans ExtraBold"/>
              </a:rPr>
              <a:t>References:</a:t>
            </a:r>
            <a:endParaRPr sz="2500">
              <a:solidFill>
                <a:schemeClr val="accent5"/>
              </a:solidFill>
              <a:latin typeface="Encode Sans ExtraBold"/>
              <a:ea typeface="Encode Sans ExtraBold"/>
              <a:cs typeface="Encode Sans ExtraBold"/>
              <a:sym typeface="Encode Sans ExtraBold"/>
            </a:endParaRPr>
          </a:p>
          <a:p>
            <a:pPr marL="0" lvl="0" indent="0" algn="l" rtl="0">
              <a:spcBef>
                <a:spcPts val="0"/>
              </a:spcBef>
              <a:spcAft>
                <a:spcPts val="0"/>
              </a:spcAft>
              <a:buNone/>
            </a:pPr>
            <a:endParaRPr sz="1800">
              <a:solidFill>
                <a:schemeClr val="dk2"/>
              </a:solidFill>
            </a:endParaRPr>
          </a:p>
        </p:txBody>
      </p:sp>
      <p:sp>
        <p:nvSpPr>
          <p:cNvPr id="943" name="Google Shape;943;p27"/>
          <p:cNvSpPr txBox="1"/>
          <p:nvPr/>
        </p:nvSpPr>
        <p:spPr>
          <a:xfrm>
            <a:off x="457200" y="903250"/>
            <a:ext cx="7552800" cy="216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American Diabetes Association Professional Practice Committee. (2022). 2. Classification and diagnosis of diabetes: Standards of medical care in diabetes—2022. Diabetes Care, 45(Supplement_1), S17–S38. https://doi.org/10.2337/dc22-S002</a:t>
            </a:r>
            <a:endParaRPr sz="1200">
              <a:solidFill>
                <a:schemeClr val="dk2"/>
              </a:solidFill>
            </a:endParaRPr>
          </a:p>
          <a:p>
            <a:pPr marL="0" lvl="0" indent="0" algn="l" rtl="0">
              <a:spcBef>
                <a:spcPts val="0"/>
              </a:spcBef>
              <a:spcAft>
                <a:spcPts val="0"/>
              </a:spcAft>
              <a:buNone/>
            </a:pPr>
            <a:endParaRPr sz="1200">
              <a:solidFill>
                <a:schemeClr val="dk2"/>
              </a:solidFill>
            </a:endParaRPr>
          </a:p>
          <a:p>
            <a:pPr marL="0" lvl="0" indent="0" algn="l" rtl="0">
              <a:spcBef>
                <a:spcPts val="0"/>
              </a:spcBef>
              <a:spcAft>
                <a:spcPts val="0"/>
              </a:spcAft>
              <a:buNone/>
            </a:pPr>
            <a:r>
              <a:rPr lang="en" sz="1200">
                <a:solidFill>
                  <a:schemeClr val="dk2"/>
                </a:solidFill>
              </a:rPr>
              <a:t>CDC. (2025, January 8). A1c test for diabetes and prediabetes. Diabetes. https://www.cdc.gov/diabetes/diabetes-testing/prediabetes-a1c-test.html</a:t>
            </a:r>
            <a:endParaRPr sz="1200">
              <a:solidFill>
                <a:schemeClr val="dk2"/>
              </a:solidFill>
            </a:endParaRPr>
          </a:p>
          <a:p>
            <a:pPr marL="0" lvl="0" indent="0" algn="l" rtl="0">
              <a:spcBef>
                <a:spcPts val="0"/>
              </a:spcBef>
              <a:spcAft>
                <a:spcPts val="0"/>
              </a:spcAft>
              <a:buNone/>
            </a:pPr>
            <a:endParaRPr sz="1200">
              <a:solidFill>
                <a:schemeClr val="dk2"/>
              </a:solidFill>
            </a:endParaRPr>
          </a:p>
          <a:p>
            <a:pPr marL="0" lvl="0" indent="0" algn="l" rtl="0">
              <a:spcBef>
                <a:spcPts val="0"/>
              </a:spcBef>
              <a:spcAft>
                <a:spcPts val="0"/>
              </a:spcAft>
              <a:buNone/>
            </a:pPr>
            <a:r>
              <a:rPr lang="en" sz="1200">
                <a:solidFill>
                  <a:schemeClr val="dk2"/>
                </a:solidFill>
              </a:rPr>
              <a:t>Checking your browser—reCAPTCHA. (n.d.). Retrieved December 1, 2025, from https://www.kaggle.com/datasets/marshalpatel3558/diabetes-prediction-dataset</a:t>
            </a:r>
            <a:endParaRPr sz="1200">
              <a:solidFill>
                <a:schemeClr val="dk2"/>
              </a:solidFill>
            </a:endParaRPr>
          </a:p>
          <a:p>
            <a:pPr marL="0" lvl="0" indent="0" algn="l" rtl="0">
              <a:spcBef>
                <a:spcPts val="0"/>
              </a:spcBef>
              <a:spcAft>
                <a:spcPts val="0"/>
              </a:spcAft>
              <a:buNone/>
            </a:pPr>
            <a:endParaRPr sz="1200">
              <a:solidFill>
                <a:schemeClr val="dk2"/>
              </a:solidFill>
            </a:endParaRPr>
          </a:p>
          <a:p>
            <a:pPr marL="0" lvl="0" indent="0" algn="l" rtl="0">
              <a:spcBef>
                <a:spcPts val="0"/>
              </a:spcBef>
              <a:spcAft>
                <a:spcPts val="0"/>
              </a:spcAft>
              <a:buNone/>
            </a:pPr>
            <a:r>
              <a:rPr lang="en" sz="1200">
                <a:solidFill>
                  <a:schemeClr val="dk2"/>
                </a:solidFill>
              </a:rPr>
              <a:t>Diabetes. (n.d.). Retrieved December 2, 2025, from https://www.who.int/news-room/fact-sheets/detail/diabetes</a:t>
            </a:r>
            <a:endParaRPr sz="1200">
              <a:solidFill>
                <a:schemeClr val="dk2"/>
              </a:solidFill>
            </a:endParaRPr>
          </a:p>
          <a:p>
            <a:pPr marL="0" lvl="0" indent="0" algn="l" rtl="0">
              <a:spcBef>
                <a:spcPts val="0"/>
              </a:spcBef>
              <a:spcAft>
                <a:spcPts val="0"/>
              </a:spcAft>
              <a:buNone/>
            </a:pPr>
            <a:endParaRPr sz="1200">
              <a:solidFill>
                <a:schemeClr val="dk2"/>
              </a:solidFill>
            </a:endParaRPr>
          </a:p>
          <a:p>
            <a:pPr marL="0" lvl="0" indent="0" algn="l" rtl="0">
              <a:spcBef>
                <a:spcPts val="0"/>
              </a:spcBef>
              <a:spcAft>
                <a:spcPts val="0"/>
              </a:spcAft>
              <a:buNone/>
            </a:pPr>
            <a:r>
              <a:rPr lang="en" sz="1200">
                <a:solidFill>
                  <a:schemeClr val="dk2"/>
                </a:solidFill>
              </a:rPr>
              <a:t>Hossain, Md. J., Al‐Mamun, Md., &amp; Islam, Md. R. (2024). Diabetes mellitus, the fastest growing global public health concern: Early detection should be focused. Health Science Reports, 7(3), e2004. https://doi.org/10.1002/hsr2.2004</a:t>
            </a:r>
            <a:endParaRPr sz="1200">
              <a:solidFill>
                <a:schemeClr val="dk2"/>
              </a:solidFill>
            </a:endParaRPr>
          </a:p>
          <a:p>
            <a:pPr marL="0" lvl="0" indent="0" algn="l" rtl="0">
              <a:spcBef>
                <a:spcPts val="0"/>
              </a:spcBef>
              <a:spcAft>
                <a:spcPts val="0"/>
              </a:spcAft>
              <a:buNone/>
            </a:pPr>
            <a:endParaRPr sz="1200">
              <a:solidFill>
                <a:schemeClr val="dk2"/>
              </a:solidFill>
            </a:endParaRPr>
          </a:p>
          <a:p>
            <a:pPr marL="0" lvl="0" indent="0" algn="l" rtl="0">
              <a:spcBef>
                <a:spcPts val="0"/>
              </a:spcBef>
              <a:spcAft>
                <a:spcPts val="0"/>
              </a:spcAft>
              <a:buNone/>
            </a:pPr>
            <a:r>
              <a:rPr lang="en" sz="1200">
                <a:solidFill>
                  <a:schemeClr val="dk2"/>
                </a:solidFill>
              </a:rPr>
              <a:t>How do i measure my body mass index (Bmi)? (n.d.). NHS Inform. Retrieved December 1, 2025, from https://www.nhsinform.scot/healthy-living/weight-loss/understanding-healthy-weight/how-do-i-measure-my-body-mass-index-bmi/</a:t>
            </a:r>
            <a:endParaRPr sz="1200">
              <a:solidFill>
                <a:schemeClr val="dk2"/>
              </a:solidFill>
            </a:endParaRPr>
          </a:p>
          <a:p>
            <a:pPr marL="0" lvl="0" indent="0" algn="l" rtl="0">
              <a:spcBef>
                <a:spcPts val="0"/>
              </a:spcBef>
              <a:spcAft>
                <a:spcPts val="0"/>
              </a:spcAft>
              <a:buNone/>
            </a:pPr>
            <a:endParaRPr sz="12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789</TotalTime>
  <Words>1922</Words>
  <Application>Microsoft Macintosh PowerPoint</Application>
  <PresentationFormat>On-screen Show (16:9)</PresentationFormat>
  <Paragraphs>136</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Albert Sans</vt:lpstr>
      <vt:lpstr>Fira Sans Medium</vt:lpstr>
      <vt:lpstr>Roboto</vt:lpstr>
      <vt:lpstr>Times New Roman</vt:lpstr>
      <vt:lpstr>Fira Sans Extra Condensed Medium</vt:lpstr>
      <vt:lpstr>Arial</vt:lpstr>
      <vt:lpstr>Encode Sans ExtraBold</vt:lpstr>
      <vt:lpstr>Fira Sans Extra Condensed</vt:lpstr>
      <vt:lpstr>Encode Sans Black</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Mayce Langford</cp:lastModifiedBy>
  <cp:revision>2</cp:revision>
  <dcterms:modified xsi:type="dcterms:W3CDTF">2025-12-02T19:55:32Z</dcterms:modified>
</cp:coreProperties>
</file>